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8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9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0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5"/>
  </p:sldMasterIdLst>
  <p:notesMasterIdLst>
    <p:notesMasterId r:id="rId29"/>
  </p:notesMasterIdLst>
  <p:sldIdLst>
    <p:sldId id="259" r:id="rId16"/>
    <p:sldId id="262" r:id="rId17"/>
    <p:sldId id="265" r:id="rId18"/>
    <p:sldId id="283" r:id="rId19"/>
    <p:sldId id="302" r:id="rId20"/>
    <p:sldId id="268" r:id="rId21"/>
    <p:sldId id="286" r:id="rId22"/>
    <p:sldId id="303" r:id="rId23"/>
    <p:sldId id="274" r:id="rId24"/>
    <p:sldId id="292" r:id="rId25"/>
    <p:sldId id="277" r:id="rId26"/>
    <p:sldId id="295" r:id="rId27"/>
    <p:sldId id="301" r:id="rId28"/>
  </p:sldIdLst>
  <p:sldSz cx="12192000" cy="6858000"/>
  <p:notesSz cx="6858000" cy="9144000"/>
  <p:custDataLst>
    <p:custData r:id="rId7"/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slide" Target="slides/slide6.xml"/><Relationship Id="rId34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9.xml"/><Relationship Id="rId32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1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10" Type="http://schemas.openxmlformats.org/officeDocument/2006/relationships/customXml" Target="../customXml/item10.xml"/><Relationship Id="rId19" Type="http://schemas.openxmlformats.org/officeDocument/2006/relationships/slide" Target="slides/slide4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tags" Target="tags/tag1.xml"/><Relationship Id="rId8" Type="http://schemas.openxmlformats.org/officeDocument/2006/relationships/customXml" Target="../customXml/item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5AF20-7A3E-4096-A301-5E735DAC3032}" type="datetimeFigureOut">
              <a:rPr lang="zh-CN" altLang="en-US" smtClean="0"/>
              <a:t>2024/8/21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B9DB-1B60-4544-A89B-4499EF74C0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92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25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27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2024/8/21 13:12:36
[AI生成内容仅供参考，请注意甄别准确性]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B338059-565F-4F7B-B07E-29F1DAA094B9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C8A99D5-F92D-478A-B643-F77DF48E056B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EAA16D-82E5-4F63-BF1D-27C99FE66CB1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761E96B-E3EB-45DF-A676-A56831300726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9D4E32D-A124-49AA-BA0A-7B7F1EE0E504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2FF7B13-6C67-43D4-BAA8-B0E8DBC41FE8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FFD19C7-C172-49D0-B377-255863BAFC7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1216291-746A-49F5-95C5-12023A6A1C2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01D8545-4FE3-4FC3-AE42-BAAAF0CEF890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1E8C29B-384C-4AF9-AEDF-1BB41B2E7E24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9664530-7AA3-46C2-B7E0-607F5A5BEE5E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sv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5.png"/><Relationship Id="rId17" Type="http://schemas.openxmlformats.org/officeDocument/2006/relationships/image" Target="../media/image10.svg"/><Relationship Id="rId2" Type="http://schemas.openxmlformats.org/officeDocument/2006/relationships/tags" Target="../tags/tag2.xml"/><Relationship Id="rId16" Type="http://schemas.openxmlformats.org/officeDocument/2006/relationships/image" Target="../media/image9.png"/><Relationship Id="rId1" Type="http://schemas.openxmlformats.org/officeDocument/2006/relationships/customXml" Target="../../customXml/item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4.svg"/><Relationship Id="rId5" Type="http://schemas.openxmlformats.org/officeDocument/2006/relationships/tags" Target="../tags/tag5.xml"/><Relationship Id="rId1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" Type="http://schemas.openxmlformats.org/officeDocument/2006/relationships/tags" Target="../tags/tag7.xml"/><Relationship Id="rId21" Type="http://schemas.openxmlformats.org/officeDocument/2006/relationships/notesSlide" Target="../notesSlides/notesSlide2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slideLayout" Target="../slideLayouts/slideLayout7.xml"/><Relationship Id="rId1" Type="http://schemas.openxmlformats.org/officeDocument/2006/relationships/customXml" Target="../../customXml/item6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2" Type="http://schemas.openxmlformats.org/officeDocument/2006/relationships/tags" Target="../tags/tag24.xml"/><Relationship Id="rId1" Type="http://schemas.openxmlformats.org/officeDocument/2006/relationships/customXml" Target="../../customXml/item8.xml"/><Relationship Id="rId6" Type="http://schemas.openxmlformats.org/officeDocument/2006/relationships/tags" Target="../tags/tag28.xml"/><Relationship Id="rId11" Type="http://schemas.openxmlformats.org/officeDocument/2006/relationships/image" Target="../media/image5.png"/><Relationship Id="rId5" Type="http://schemas.openxmlformats.org/officeDocument/2006/relationships/tags" Target="../tags/tag27.xml"/><Relationship Id="rId10" Type="http://schemas.openxmlformats.org/officeDocument/2006/relationships/image" Target="../media/image12.svg"/><Relationship Id="rId4" Type="http://schemas.openxmlformats.org/officeDocument/2006/relationships/tags" Target="../tags/tag26.xml"/><Relationship Id="rId9" Type="http://schemas.openxmlformats.org/officeDocument/2006/relationships/image" Target="../media/image11.png"/><Relationship Id="rId1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13.jpe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notesSlide" Target="../notesSlides/notesSlide4.xml"/><Relationship Id="rId2" Type="http://schemas.openxmlformats.org/officeDocument/2006/relationships/tags" Target="../tags/tag29.xml"/><Relationship Id="rId1" Type="http://schemas.openxmlformats.org/officeDocument/2006/relationships/customXml" Target="../../customXml/item11.xml"/><Relationship Id="rId6" Type="http://schemas.openxmlformats.org/officeDocument/2006/relationships/tags" Target="../tags/tag33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customXml" Target="../../customXml/item12.xml"/><Relationship Id="rId6" Type="http://schemas.openxmlformats.org/officeDocument/2006/relationships/tags" Target="../tags/tag42.xml"/><Relationship Id="rId11" Type="http://schemas.openxmlformats.org/officeDocument/2006/relationships/image" Target="../media/image14.png"/><Relationship Id="rId5" Type="http://schemas.openxmlformats.org/officeDocument/2006/relationships/tags" Target="../tags/tag41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image" Target="../media/image3.png"/><Relationship Id="rId3" Type="http://schemas.openxmlformats.org/officeDocument/2006/relationships/tags" Target="../tags/tag46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2" Type="http://schemas.openxmlformats.org/officeDocument/2006/relationships/tags" Target="../tags/tag45.xml"/><Relationship Id="rId1" Type="http://schemas.openxmlformats.org/officeDocument/2006/relationships/customXml" Target="../../customXml/item1.xml"/><Relationship Id="rId6" Type="http://schemas.openxmlformats.org/officeDocument/2006/relationships/tags" Target="../tags/tag49.xml"/><Relationship Id="rId11" Type="http://schemas.openxmlformats.org/officeDocument/2006/relationships/image" Target="../media/image5.png"/><Relationship Id="rId5" Type="http://schemas.openxmlformats.org/officeDocument/2006/relationships/tags" Target="../tags/tag48.xml"/><Relationship Id="rId10" Type="http://schemas.openxmlformats.org/officeDocument/2006/relationships/image" Target="../media/image12.svg"/><Relationship Id="rId4" Type="http://schemas.openxmlformats.org/officeDocument/2006/relationships/tags" Target="../tags/tag47.xml"/><Relationship Id="rId9" Type="http://schemas.openxmlformats.org/officeDocument/2006/relationships/image" Target="../media/image11.png"/><Relationship Id="rId1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51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50.xml"/><Relationship Id="rId1" Type="http://schemas.openxmlformats.org/officeDocument/2006/relationships/customXml" Target="../../customXml/item3.xml"/><Relationship Id="rId6" Type="http://schemas.openxmlformats.org/officeDocument/2006/relationships/video" Target="../media/media1.mp4"/><Relationship Id="rId5" Type="http://schemas.microsoft.com/office/2007/relationships/media" Target="../media/media1.mp4"/><Relationship Id="rId4" Type="http://schemas.openxmlformats.org/officeDocument/2006/relationships/tags" Target="../tags/tag52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customXml" Target="../../customXml/item14.xml"/><Relationship Id="rId6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13" Type="http://schemas.openxmlformats.org/officeDocument/2006/relationships/image" Target="../media/image3.png"/><Relationship Id="rId3" Type="http://schemas.openxmlformats.org/officeDocument/2006/relationships/tags" Target="../tags/tag56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2" Type="http://schemas.openxmlformats.org/officeDocument/2006/relationships/tags" Target="../tags/tag55.xml"/><Relationship Id="rId1" Type="http://schemas.openxmlformats.org/officeDocument/2006/relationships/customXml" Target="../../customXml/item10.xml"/><Relationship Id="rId6" Type="http://schemas.openxmlformats.org/officeDocument/2006/relationships/tags" Target="../tags/tag59.xml"/><Relationship Id="rId11" Type="http://schemas.openxmlformats.org/officeDocument/2006/relationships/image" Target="../media/image5.png"/><Relationship Id="rId5" Type="http://schemas.openxmlformats.org/officeDocument/2006/relationships/tags" Target="../tags/tag58.xml"/><Relationship Id="rId10" Type="http://schemas.openxmlformats.org/officeDocument/2006/relationships/image" Target="../media/image12.svg"/><Relationship Id="rId4" Type="http://schemas.openxmlformats.org/officeDocument/2006/relationships/tags" Target="../tags/tag57.xml"/><Relationship Id="rId9" Type="http://schemas.openxmlformats.org/officeDocument/2006/relationships/image" Target="../media/image11.png"/><Relationship Id="rId1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3" Type="http://schemas.openxmlformats.org/officeDocument/2006/relationships/tags" Target="../tags/tag61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60.xml"/><Relationship Id="rId1" Type="http://schemas.openxmlformats.org/officeDocument/2006/relationships/customXml" Target="../../customXml/item5.xml"/><Relationship Id="rId6" Type="http://schemas.openxmlformats.org/officeDocument/2006/relationships/tags" Target="../tags/tag62.xml"/><Relationship Id="rId5" Type="http://schemas.openxmlformats.org/officeDocument/2006/relationships/video" Target="../media/media2.mp4"/><Relationship Id="rId4" Type="http://schemas.microsoft.com/office/2007/relationships/media" Target="../media/media2.mp4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13" Type="http://schemas.openxmlformats.org/officeDocument/2006/relationships/image" Target="../media/image3.png"/><Relationship Id="rId3" Type="http://schemas.openxmlformats.org/officeDocument/2006/relationships/tags" Target="../tags/tag64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2" Type="http://schemas.openxmlformats.org/officeDocument/2006/relationships/tags" Target="../tags/tag63.xml"/><Relationship Id="rId1" Type="http://schemas.openxmlformats.org/officeDocument/2006/relationships/customXml" Target="../../customXml/item4.xml"/><Relationship Id="rId6" Type="http://schemas.openxmlformats.org/officeDocument/2006/relationships/tags" Target="../tags/tag67.xml"/><Relationship Id="rId11" Type="http://schemas.openxmlformats.org/officeDocument/2006/relationships/image" Target="../media/image5.png"/><Relationship Id="rId5" Type="http://schemas.openxmlformats.org/officeDocument/2006/relationships/tags" Target="../tags/tag66.xml"/><Relationship Id="rId10" Type="http://schemas.openxmlformats.org/officeDocument/2006/relationships/image" Target="../media/image12.svg"/><Relationship Id="rId4" Type="http://schemas.openxmlformats.org/officeDocument/2006/relationships/tags" Target="../tags/tag65.xml"/><Relationship Id="rId9" Type="http://schemas.openxmlformats.org/officeDocument/2006/relationships/image" Target="../media/image11.png"/><Relationship Id="rId1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69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customXml" Target="../../customXml/item2.xml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19.png"/><Relationship Id="rId4" Type="http://schemas.openxmlformats.org/officeDocument/2006/relationships/tags" Target="../tags/tag70.xml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tags" Target="../tags/tag72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svg"/><Relationship Id="rId17" Type="http://schemas.openxmlformats.org/officeDocument/2006/relationships/image" Target="../media/image9.png"/><Relationship Id="rId2" Type="http://schemas.openxmlformats.org/officeDocument/2006/relationships/tags" Target="../tags/tag71.xml"/><Relationship Id="rId16" Type="http://schemas.openxmlformats.org/officeDocument/2006/relationships/image" Target="../media/image8.svg"/><Relationship Id="rId1" Type="http://schemas.openxmlformats.org/officeDocument/2006/relationships/customXml" Target="../../customXml/item13.xml"/><Relationship Id="rId6" Type="http://schemas.openxmlformats.org/officeDocument/2006/relationships/tags" Target="../tags/tag75.xml"/><Relationship Id="rId11" Type="http://schemas.openxmlformats.org/officeDocument/2006/relationships/image" Target="../media/image3.png"/><Relationship Id="rId5" Type="http://schemas.openxmlformats.org/officeDocument/2006/relationships/tags" Target="../tags/tag74.xml"/><Relationship Id="rId15" Type="http://schemas.openxmlformats.org/officeDocument/2006/relationships/image" Target="../media/image7.png"/><Relationship Id="rId10" Type="http://schemas.openxmlformats.org/officeDocument/2006/relationships/image" Target="../media/image2.svg"/><Relationship Id="rId4" Type="http://schemas.openxmlformats.org/officeDocument/2006/relationships/tags" Target="../tags/tag73.xml"/><Relationship Id="rId9" Type="http://schemas.openxmlformats.org/officeDocument/2006/relationships/image" Target="../media/image1.png"/><Relationship Id="rId1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7113775" y="5052600"/>
            <a:ext cx="5078225" cy="1805400"/>
            <a:chOff x="7113775" y="5052600"/>
            <a:chExt cx="5078225" cy="1805400"/>
          </a:xfrm>
        </p:grpSpPr>
        <p:pic>
          <p:nvPicPr>
            <p:cNvPr id="2" name="图形 1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82624" y="5811718"/>
              <a:ext cx="1084415" cy="878750"/>
            </a:xfrm>
            <a:prstGeom prst="rect">
              <a:avLst/>
            </a:prstGeom>
          </p:spPr>
        </p:pic>
        <p:pic>
          <p:nvPicPr>
            <p:cNvPr id="3" name="图形 2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09934" y="5686811"/>
              <a:ext cx="1084415" cy="878750"/>
            </a:xfrm>
            <a:prstGeom prst="rect">
              <a:avLst/>
            </a:prstGeom>
          </p:spPr>
        </p:pic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8037667" y="5686811"/>
              <a:ext cx="1084415" cy="878750"/>
            </a:xfrm>
            <a:prstGeom prst="rect">
              <a:avLst/>
            </a:prstGeom>
          </p:spPr>
        </p:pic>
        <p:pic>
          <p:nvPicPr>
            <p:cNvPr id="5" name="图形 4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72687" y="5686811"/>
              <a:ext cx="1084415" cy="878750"/>
            </a:xfrm>
            <a:prstGeom prst="rect">
              <a:avLst/>
            </a:prstGeom>
          </p:spPr>
        </p:pic>
        <p:pic>
          <p:nvPicPr>
            <p:cNvPr id="6" name="图形 5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9700420" y="5686811"/>
              <a:ext cx="1084415" cy="878750"/>
            </a:xfrm>
            <a:prstGeom prst="rect">
              <a:avLst/>
            </a:prstGeom>
          </p:spPr>
        </p:pic>
        <p:pic>
          <p:nvPicPr>
            <p:cNvPr id="7" name="图形 6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530068" y="5686811"/>
              <a:ext cx="1084415" cy="878750"/>
            </a:xfrm>
            <a:prstGeom prst="rect">
              <a:avLst/>
            </a:prstGeom>
          </p:spPr>
        </p:pic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23074"/>
            <a:stretch>
              <a:fillRect/>
            </a:stretch>
          </p:blipFill>
          <p:spPr>
            <a:xfrm flipH="1">
              <a:off x="11357801" y="5686811"/>
              <a:ext cx="834199" cy="878750"/>
            </a:xfrm>
            <a:custGeom>
              <a:avLst/>
              <a:gdLst>
                <a:gd name="connsiteX0" fmla="*/ 0 w 834199"/>
                <a:gd name="connsiteY0" fmla="*/ 878750 h 878750"/>
                <a:gd name="connsiteX1" fmla="*/ 834199 w 834199"/>
                <a:gd name="connsiteY1" fmla="*/ 878750 h 878750"/>
                <a:gd name="connsiteX2" fmla="*/ 834199 w 834199"/>
                <a:gd name="connsiteY2" fmla="*/ 0 h 878750"/>
                <a:gd name="connsiteX3" fmla="*/ 0 w 834199"/>
                <a:gd name="connsiteY3" fmla="*/ 0 h 87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199" h="878750">
                  <a:moveTo>
                    <a:pt x="0" y="878750"/>
                  </a:moveTo>
                  <a:lnTo>
                    <a:pt x="834199" y="878750"/>
                  </a:lnTo>
                  <a:lnTo>
                    <a:pt x="834199" y="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7113775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t="14680"/>
            <a:stretch>
              <a:fillRect/>
            </a:stretch>
          </p:blipFill>
          <p:spPr>
            <a:xfrm flipH="1" flipV="1">
              <a:off x="7941508" y="6104064"/>
              <a:ext cx="1084415" cy="749750"/>
            </a:xfrm>
            <a:custGeom>
              <a:avLst/>
              <a:gdLst>
                <a:gd name="connsiteX0" fmla="*/ 0 w 1084415"/>
                <a:gd name="connsiteY0" fmla="*/ 0 h 749750"/>
                <a:gd name="connsiteX1" fmla="*/ 1084415 w 1084415"/>
                <a:gd name="connsiteY1" fmla="*/ 0 h 749750"/>
                <a:gd name="connsiteX2" fmla="*/ 1084415 w 1084415"/>
                <a:gd name="connsiteY2" fmla="*/ 749750 h 749750"/>
                <a:gd name="connsiteX3" fmla="*/ 0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0" y="0"/>
                  </a:moveTo>
                  <a:lnTo>
                    <a:pt x="1084415" y="0"/>
                  </a:lnTo>
                  <a:lnTo>
                    <a:pt x="1084415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8776528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t="14680"/>
            <a:stretch>
              <a:fillRect/>
            </a:stretch>
          </p:blipFill>
          <p:spPr>
            <a:xfrm flipH="1" flipV="1">
              <a:off x="9604261" y="6104064"/>
              <a:ext cx="1084415" cy="749750"/>
            </a:xfrm>
            <a:custGeom>
              <a:avLst/>
              <a:gdLst>
                <a:gd name="connsiteX0" fmla="*/ 0 w 1084415"/>
                <a:gd name="connsiteY0" fmla="*/ 0 h 749750"/>
                <a:gd name="connsiteX1" fmla="*/ 1084415 w 1084415"/>
                <a:gd name="connsiteY1" fmla="*/ 0 h 749750"/>
                <a:gd name="connsiteX2" fmla="*/ 1084415 w 1084415"/>
                <a:gd name="connsiteY2" fmla="*/ 749750 h 749750"/>
                <a:gd name="connsiteX3" fmla="*/ 0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0" y="0"/>
                  </a:moveTo>
                  <a:lnTo>
                    <a:pt x="1084415" y="0"/>
                  </a:lnTo>
                  <a:lnTo>
                    <a:pt x="1084415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10433909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l="14206" t="14680"/>
            <a:stretch>
              <a:fillRect/>
            </a:stretch>
          </p:blipFill>
          <p:spPr>
            <a:xfrm flipH="1" flipV="1">
              <a:off x="11261642" y="6104064"/>
              <a:ext cx="930358" cy="749750"/>
            </a:xfrm>
            <a:custGeom>
              <a:avLst/>
              <a:gdLst>
                <a:gd name="connsiteX0" fmla="*/ 0 w 930358"/>
                <a:gd name="connsiteY0" fmla="*/ 0 h 749750"/>
                <a:gd name="connsiteX1" fmla="*/ 930358 w 930358"/>
                <a:gd name="connsiteY1" fmla="*/ 0 h 749750"/>
                <a:gd name="connsiteX2" fmla="*/ 930358 w 930358"/>
                <a:gd name="connsiteY2" fmla="*/ 749750 h 749750"/>
                <a:gd name="connsiteX3" fmla="*/ 0 w 930358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0358" h="749750">
                  <a:moveTo>
                    <a:pt x="0" y="0"/>
                  </a:moveTo>
                  <a:lnTo>
                    <a:pt x="930358" y="0"/>
                  </a:lnTo>
                  <a:lnTo>
                    <a:pt x="930358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sp>
          <p:nvSpPr>
            <p:cNvPr id="15" name="图形 5019"/>
            <p:cNvSpPr/>
            <p:nvPr/>
          </p:nvSpPr>
          <p:spPr>
            <a:xfrm flipH="1">
              <a:off x="10174714" y="5295969"/>
              <a:ext cx="1776285" cy="1562031"/>
            </a:xfrm>
            <a:custGeom>
              <a:avLst/>
              <a:gdLst>
                <a:gd name="connsiteX0" fmla="*/ 1607242 w 2123397"/>
                <a:gd name="connsiteY0" fmla="*/ 0 h 1805631"/>
                <a:gd name="connsiteX1" fmla="*/ 2123398 w 2123397"/>
                <a:gd name="connsiteY1" fmla="*/ 0 h 1805631"/>
                <a:gd name="connsiteX2" fmla="*/ 516156 w 2123397"/>
                <a:gd name="connsiteY2" fmla="*/ 1805631 h 1805631"/>
                <a:gd name="connsiteX3" fmla="*/ 0 w 2123397"/>
                <a:gd name="connsiteY3" fmla="*/ 1805631 h 1805631"/>
                <a:gd name="connsiteX0-1" fmla="*/ 1607242 w 2123398"/>
                <a:gd name="connsiteY0-2" fmla="*/ 0 h 1805631"/>
                <a:gd name="connsiteX1-3" fmla="*/ 2123398 w 2123398"/>
                <a:gd name="connsiteY1-4" fmla="*/ 0 h 1805631"/>
                <a:gd name="connsiteX2-5" fmla="*/ 317052 w 2123398"/>
                <a:gd name="connsiteY2-6" fmla="*/ 1798257 h 1805631"/>
                <a:gd name="connsiteX3-7" fmla="*/ 0 w 2123398"/>
                <a:gd name="connsiteY3-8" fmla="*/ 1805631 h 1805631"/>
                <a:gd name="connsiteX0-9" fmla="*/ 1607242 w 1953791"/>
                <a:gd name="connsiteY0-10" fmla="*/ 7374 h 1813005"/>
                <a:gd name="connsiteX1-11" fmla="*/ 1953791 w 1953791"/>
                <a:gd name="connsiteY1-12" fmla="*/ 0 h 1813005"/>
                <a:gd name="connsiteX2-13" fmla="*/ 317052 w 1953791"/>
                <a:gd name="connsiteY2-14" fmla="*/ 1805631 h 1813005"/>
                <a:gd name="connsiteX3-15" fmla="*/ 0 w 1953791"/>
                <a:gd name="connsiteY3-16" fmla="*/ 1813005 h 1813005"/>
                <a:gd name="connsiteX0-17" fmla="*/ 1607242 w 2005410"/>
                <a:gd name="connsiteY0-18" fmla="*/ 0 h 1805631"/>
                <a:gd name="connsiteX1-19" fmla="*/ 2005410 w 2005410"/>
                <a:gd name="connsiteY1-20" fmla="*/ 0 h 1805631"/>
                <a:gd name="connsiteX2-21" fmla="*/ 317052 w 2005410"/>
                <a:gd name="connsiteY2-22" fmla="*/ 1798257 h 1805631"/>
                <a:gd name="connsiteX3-23" fmla="*/ 0 w 2005410"/>
                <a:gd name="connsiteY3-24" fmla="*/ 1805631 h 1805631"/>
                <a:gd name="connsiteX0-25" fmla="*/ 1607242 w 2005410"/>
                <a:gd name="connsiteY0-26" fmla="*/ 0 h 1805631"/>
                <a:gd name="connsiteX1-27" fmla="*/ 2005410 w 2005410"/>
                <a:gd name="connsiteY1-28" fmla="*/ 0 h 1805631"/>
                <a:gd name="connsiteX2-29" fmla="*/ 319433 w 2005410"/>
                <a:gd name="connsiteY2-30" fmla="*/ 1805400 h 1805631"/>
                <a:gd name="connsiteX3-31" fmla="*/ 0 w 2005410"/>
                <a:gd name="connsiteY3-32" fmla="*/ 1805631 h 1805631"/>
                <a:gd name="connsiteX0-33" fmla="*/ 1654867 w 2053035"/>
                <a:gd name="connsiteY0-34" fmla="*/ 0 h 1805400"/>
                <a:gd name="connsiteX1-35" fmla="*/ 2053035 w 2053035"/>
                <a:gd name="connsiteY1-36" fmla="*/ 0 h 1805400"/>
                <a:gd name="connsiteX2-37" fmla="*/ 367058 w 2053035"/>
                <a:gd name="connsiteY2-38" fmla="*/ 1805400 h 1805400"/>
                <a:gd name="connsiteX3-39" fmla="*/ 0 w 2053035"/>
                <a:gd name="connsiteY3-40" fmla="*/ 1796106 h 1805400"/>
                <a:gd name="connsiteX0-41" fmla="*/ 1654867 w 2053035"/>
                <a:gd name="connsiteY0-42" fmla="*/ 0 h 1805400"/>
                <a:gd name="connsiteX1-43" fmla="*/ 2053035 w 2053035"/>
                <a:gd name="connsiteY1-44" fmla="*/ 0 h 1805400"/>
                <a:gd name="connsiteX2-45" fmla="*/ 367058 w 2053035"/>
                <a:gd name="connsiteY2-46" fmla="*/ 1805400 h 1805400"/>
                <a:gd name="connsiteX3-47" fmla="*/ 0 w 2053035"/>
                <a:gd name="connsiteY3-48" fmla="*/ 1800869 h 180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53033" h="1805400">
                  <a:moveTo>
                    <a:pt x="1654867" y="0"/>
                  </a:moveTo>
                  <a:lnTo>
                    <a:pt x="2053035" y="0"/>
                  </a:lnTo>
                  <a:lnTo>
                    <a:pt x="367058" y="1805400"/>
                  </a:lnTo>
                  <a:lnTo>
                    <a:pt x="0" y="1800869"/>
                  </a:lnTo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3">
                    <a:alpha val="40000"/>
                  </a:schemeClr>
                </a:gs>
              </a:gsLst>
              <a:lin ang="5400000" scaled="1"/>
            </a:gradFill>
            <a:ln w="182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图形 5019"/>
            <p:cNvSpPr/>
            <p:nvPr/>
          </p:nvSpPr>
          <p:spPr>
            <a:xfrm flipH="1">
              <a:off x="10138965" y="5052600"/>
              <a:ext cx="2053035" cy="1805400"/>
            </a:xfrm>
            <a:custGeom>
              <a:avLst/>
              <a:gdLst>
                <a:gd name="connsiteX0" fmla="*/ 1607242 w 2123397"/>
                <a:gd name="connsiteY0" fmla="*/ 0 h 1805631"/>
                <a:gd name="connsiteX1" fmla="*/ 2123398 w 2123397"/>
                <a:gd name="connsiteY1" fmla="*/ 0 h 1805631"/>
                <a:gd name="connsiteX2" fmla="*/ 516156 w 2123397"/>
                <a:gd name="connsiteY2" fmla="*/ 1805631 h 1805631"/>
                <a:gd name="connsiteX3" fmla="*/ 0 w 2123397"/>
                <a:gd name="connsiteY3" fmla="*/ 1805631 h 1805631"/>
                <a:gd name="connsiteX0-1" fmla="*/ 1607242 w 2123398"/>
                <a:gd name="connsiteY0-2" fmla="*/ 0 h 1805631"/>
                <a:gd name="connsiteX1-3" fmla="*/ 2123398 w 2123398"/>
                <a:gd name="connsiteY1-4" fmla="*/ 0 h 1805631"/>
                <a:gd name="connsiteX2-5" fmla="*/ 317052 w 2123398"/>
                <a:gd name="connsiteY2-6" fmla="*/ 1798257 h 1805631"/>
                <a:gd name="connsiteX3-7" fmla="*/ 0 w 2123398"/>
                <a:gd name="connsiteY3-8" fmla="*/ 1805631 h 1805631"/>
                <a:gd name="connsiteX0-9" fmla="*/ 1607242 w 1953791"/>
                <a:gd name="connsiteY0-10" fmla="*/ 7374 h 1813005"/>
                <a:gd name="connsiteX1-11" fmla="*/ 1953791 w 1953791"/>
                <a:gd name="connsiteY1-12" fmla="*/ 0 h 1813005"/>
                <a:gd name="connsiteX2-13" fmla="*/ 317052 w 1953791"/>
                <a:gd name="connsiteY2-14" fmla="*/ 1805631 h 1813005"/>
                <a:gd name="connsiteX3-15" fmla="*/ 0 w 1953791"/>
                <a:gd name="connsiteY3-16" fmla="*/ 1813005 h 1813005"/>
                <a:gd name="connsiteX0-17" fmla="*/ 1607242 w 2005410"/>
                <a:gd name="connsiteY0-18" fmla="*/ 0 h 1805631"/>
                <a:gd name="connsiteX1-19" fmla="*/ 2005410 w 2005410"/>
                <a:gd name="connsiteY1-20" fmla="*/ 0 h 1805631"/>
                <a:gd name="connsiteX2-21" fmla="*/ 317052 w 2005410"/>
                <a:gd name="connsiteY2-22" fmla="*/ 1798257 h 1805631"/>
                <a:gd name="connsiteX3-23" fmla="*/ 0 w 2005410"/>
                <a:gd name="connsiteY3-24" fmla="*/ 1805631 h 1805631"/>
                <a:gd name="connsiteX0-25" fmla="*/ 1607242 w 2005410"/>
                <a:gd name="connsiteY0-26" fmla="*/ 0 h 1805631"/>
                <a:gd name="connsiteX1-27" fmla="*/ 2005410 w 2005410"/>
                <a:gd name="connsiteY1-28" fmla="*/ 0 h 1805631"/>
                <a:gd name="connsiteX2-29" fmla="*/ 319433 w 2005410"/>
                <a:gd name="connsiteY2-30" fmla="*/ 1805400 h 1805631"/>
                <a:gd name="connsiteX3-31" fmla="*/ 0 w 2005410"/>
                <a:gd name="connsiteY3-32" fmla="*/ 1805631 h 1805631"/>
                <a:gd name="connsiteX0-33" fmla="*/ 1654867 w 2053035"/>
                <a:gd name="connsiteY0-34" fmla="*/ 0 h 1805400"/>
                <a:gd name="connsiteX1-35" fmla="*/ 2053035 w 2053035"/>
                <a:gd name="connsiteY1-36" fmla="*/ 0 h 1805400"/>
                <a:gd name="connsiteX2-37" fmla="*/ 367058 w 2053035"/>
                <a:gd name="connsiteY2-38" fmla="*/ 1805400 h 1805400"/>
                <a:gd name="connsiteX3-39" fmla="*/ 0 w 2053035"/>
                <a:gd name="connsiteY3-40" fmla="*/ 1796106 h 1805400"/>
                <a:gd name="connsiteX0-41" fmla="*/ 1654867 w 2053035"/>
                <a:gd name="connsiteY0-42" fmla="*/ 0 h 1805400"/>
                <a:gd name="connsiteX1-43" fmla="*/ 2053035 w 2053035"/>
                <a:gd name="connsiteY1-44" fmla="*/ 0 h 1805400"/>
                <a:gd name="connsiteX2-45" fmla="*/ 367058 w 2053035"/>
                <a:gd name="connsiteY2-46" fmla="*/ 1805400 h 1805400"/>
                <a:gd name="connsiteX3-47" fmla="*/ 0 w 2053035"/>
                <a:gd name="connsiteY3-48" fmla="*/ 1800869 h 180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53033" h="1805400">
                  <a:moveTo>
                    <a:pt x="1654867" y="0"/>
                  </a:moveTo>
                  <a:lnTo>
                    <a:pt x="2053035" y="0"/>
                  </a:lnTo>
                  <a:lnTo>
                    <a:pt x="367058" y="1805400"/>
                  </a:lnTo>
                  <a:lnTo>
                    <a:pt x="0" y="1800869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ln w="182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rot="10800000">
            <a:off x="-1" y="0"/>
            <a:ext cx="2872091" cy="1021080"/>
            <a:chOff x="7113775" y="5052600"/>
            <a:chExt cx="5078225" cy="1805400"/>
          </a:xfrm>
        </p:grpSpPr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82624" y="5811718"/>
              <a:ext cx="1084415" cy="878750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09934" y="5686811"/>
              <a:ext cx="1084415" cy="878750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8037667" y="5686811"/>
              <a:ext cx="1084415" cy="878750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72687" y="5686811"/>
              <a:ext cx="1084415" cy="878750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9700420" y="5686811"/>
              <a:ext cx="1084415" cy="878750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530068" y="5686811"/>
              <a:ext cx="1084415" cy="878750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23074"/>
            <a:stretch>
              <a:fillRect/>
            </a:stretch>
          </p:blipFill>
          <p:spPr>
            <a:xfrm flipH="1">
              <a:off x="11357801" y="5686811"/>
              <a:ext cx="834199" cy="878750"/>
            </a:xfrm>
            <a:custGeom>
              <a:avLst/>
              <a:gdLst>
                <a:gd name="connsiteX0" fmla="*/ 0 w 834199"/>
                <a:gd name="connsiteY0" fmla="*/ 878750 h 878750"/>
                <a:gd name="connsiteX1" fmla="*/ 834199 w 834199"/>
                <a:gd name="connsiteY1" fmla="*/ 878750 h 878750"/>
                <a:gd name="connsiteX2" fmla="*/ 834199 w 834199"/>
                <a:gd name="connsiteY2" fmla="*/ 0 h 878750"/>
                <a:gd name="connsiteX3" fmla="*/ 0 w 834199"/>
                <a:gd name="connsiteY3" fmla="*/ 0 h 87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199" h="878750">
                  <a:moveTo>
                    <a:pt x="0" y="878750"/>
                  </a:moveTo>
                  <a:lnTo>
                    <a:pt x="834199" y="878750"/>
                  </a:lnTo>
                  <a:lnTo>
                    <a:pt x="834199" y="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7113775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t="14680"/>
            <a:stretch>
              <a:fillRect/>
            </a:stretch>
          </p:blipFill>
          <p:spPr>
            <a:xfrm flipH="1" flipV="1">
              <a:off x="7941508" y="6104064"/>
              <a:ext cx="1084415" cy="749750"/>
            </a:xfrm>
            <a:custGeom>
              <a:avLst/>
              <a:gdLst>
                <a:gd name="connsiteX0" fmla="*/ 0 w 1084415"/>
                <a:gd name="connsiteY0" fmla="*/ 0 h 749750"/>
                <a:gd name="connsiteX1" fmla="*/ 1084415 w 1084415"/>
                <a:gd name="connsiteY1" fmla="*/ 0 h 749750"/>
                <a:gd name="connsiteX2" fmla="*/ 1084415 w 1084415"/>
                <a:gd name="connsiteY2" fmla="*/ 749750 h 749750"/>
                <a:gd name="connsiteX3" fmla="*/ 0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0" y="0"/>
                  </a:moveTo>
                  <a:lnTo>
                    <a:pt x="1084415" y="0"/>
                  </a:lnTo>
                  <a:lnTo>
                    <a:pt x="1084415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8776528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t="14680"/>
            <a:stretch>
              <a:fillRect/>
            </a:stretch>
          </p:blipFill>
          <p:spPr>
            <a:xfrm flipH="1" flipV="1">
              <a:off x="9604261" y="6104064"/>
              <a:ext cx="1084415" cy="749750"/>
            </a:xfrm>
            <a:custGeom>
              <a:avLst/>
              <a:gdLst>
                <a:gd name="connsiteX0" fmla="*/ 0 w 1084415"/>
                <a:gd name="connsiteY0" fmla="*/ 0 h 749750"/>
                <a:gd name="connsiteX1" fmla="*/ 1084415 w 1084415"/>
                <a:gd name="connsiteY1" fmla="*/ 0 h 749750"/>
                <a:gd name="connsiteX2" fmla="*/ 1084415 w 1084415"/>
                <a:gd name="connsiteY2" fmla="*/ 749750 h 749750"/>
                <a:gd name="connsiteX3" fmla="*/ 0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0" y="0"/>
                  </a:moveTo>
                  <a:lnTo>
                    <a:pt x="1084415" y="0"/>
                  </a:lnTo>
                  <a:lnTo>
                    <a:pt x="1084415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10433909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l="14206" t="14680"/>
            <a:stretch>
              <a:fillRect/>
            </a:stretch>
          </p:blipFill>
          <p:spPr>
            <a:xfrm flipH="1" flipV="1">
              <a:off x="11261642" y="6104064"/>
              <a:ext cx="930358" cy="749750"/>
            </a:xfrm>
            <a:custGeom>
              <a:avLst/>
              <a:gdLst>
                <a:gd name="connsiteX0" fmla="*/ 0 w 930358"/>
                <a:gd name="connsiteY0" fmla="*/ 0 h 749750"/>
                <a:gd name="connsiteX1" fmla="*/ 930358 w 930358"/>
                <a:gd name="connsiteY1" fmla="*/ 0 h 749750"/>
                <a:gd name="connsiteX2" fmla="*/ 930358 w 930358"/>
                <a:gd name="connsiteY2" fmla="*/ 749750 h 749750"/>
                <a:gd name="connsiteX3" fmla="*/ 0 w 930358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0358" h="749750">
                  <a:moveTo>
                    <a:pt x="0" y="0"/>
                  </a:moveTo>
                  <a:lnTo>
                    <a:pt x="930358" y="0"/>
                  </a:lnTo>
                  <a:lnTo>
                    <a:pt x="930358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sp>
          <p:nvSpPr>
            <p:cNvPr id="32" name="图形 5019"/>
            <p:cNvSpPr/>
            <p:nvPr/>
          </p:nvSpPr>
          <p:spPr>
            <a:xfrm flipH="1">
              <a:off x="10174714" y="5295969"/>
              <a:ext cx="1776285" cy="1562031"/>
            </a:xfrm>
            <a:custGeom>
              <a:avLst/>
              <a:gdLst>
                <a:gd name="connsiteX0" fmla="*/ 1607242 w 2123397"/>
                <a:gd name="connsiteY0" fmla="*/ 0 h 1805631"/>
                <a:gd name="connsiteX1" fmla="*/ 2123398 w 2123397"/>
                <a:gd name="connsiteY1" fmla="*/ 0 h 1805631"/>
                <a:gd name="connsiteX2" fmla="*/ 516156 w 2123397"/>
                <a:gd name="connsiteY2" fmla="*/ 1805631 h 1805631"/>
                <a:gd name="connsiteX3" fmla="*/ 0 w 2123397"/>
                <a:gd name="connsiteY3" fmla="*/ 1805631 h 1805631"/>
                <a:gd name="connsiteX0-1" fmla="*/ 1607242 w 2123398"/>
                <a:gd name="connsiteY0-2" fmla="*/ 0 h 1805631"/>
                <a:gd name="connsiteX1-3" fmla="*/ 2123398 w 2123398"/>
                <a:gd name="connsiteY1-4" fmla="*/ 0 h 1805631"/>
                <a:gd name="connsiteX2-5" fmla="*/ 317052 w 2123398"/>
                <a:gd name="connsiteY2-6" fmla="*/ 1798257 h 1805631"/>
                <a:gd name="connsiteX3-7" fmla="*/ 0 w 2123398"/>
                <a:gd name="connsiteY3-8" fmla="*/ 1805631 h 1805631"/>
                <a:gd name="connsiteX0-9" fmla="*/ 1607242 w 1953791"/>
                <a:gd name="connsiteY0-10" fmla="*/ 7374 h 1813005"/>
                <a:gd name="connsiteX1-11" fmla="*/ 1953791 w 1953791"/>
                <a:gd name="connsiteY1-12" fmla="*/ 0 h 1813005"/>
                <a:gd name="connsiteX2-13" fmla="*/ 317052 w 1953791"/>
                <a:gd name="connsiteY2-14" fmla="*/ 1805631 h 1813005"/>
                <a:gd name="connsiteX3-15" fmla="*/ 0 w 1953791"/>
                <a:gd name="connsiteY3-16" fmla="*/ 1813005 h 1813005"/>
                <a:gd name="connsiteX0-17" fmla="*/ 1607242 w 2005410"/>
                <a:gd name="connsiteY0-18" fmla="*/ 0 h 1805631"/>
                <a:gd name="connsiteX1-19" fmla="*/ 2005410 w 2005410"/>
                <a:gd name="connsiteY1-20" fmla="*/ 0 h 1805631"/>
                <a:gd name="connsiteX2-21" fmla="*/ 317052 w 2005410"/>
                <a:gd name="connsiteY2-22" fmla="*/ 1798257 h 1805631"/>
                <a:gd name="connsiteX3-23" fmla="*/ 0 w 2005410"/>
                <a:gd name="connsiteY3-24" fmla="*/ 1805631 h 1805631"/>
                <a:gd name="connsiteX0-25" fmla="*/ 1607242 w 2005410"/>
                <a:gd name="connsiteY0-26" fmla="*/ 0 h 1805631"/>
                <a:gd name="connsiteX1-27" fmla="*/ 2005410 w 2005410"/>
                <a:gd name="connsiteY1-28" fmla="*/ 0 h 1805631"/>
                <a:gd name="connsiteX2-29" fmla="*/ 319433 w 2005410"/>
                <a:gd name="connsiteY2-30" fmla="*/ 1805400 h 1805631"/>
                <a:gd name="connsiteX3-31" fmla="*/ 0 w 2005410"/>
                <a:gd name="connsiteY3-32" fmla="*/ 1805631 h 1805631"/>
                <a:gd name="connsiteX0-33" fmla="*/ 1654867 w 2053035"/>
                <a:gd name="connsiteY0-34" fmla="*/ 0 h 1805400"/>
                <a:gd name="connsiteX1-35" fmla="*/ 2053035 w 2053035"/>
                <a:gd name="connsiteY1-36" fmla="*/ 0 h 1805400"/>
                <a:gd name="connsiteX2-37" fmla="*/ 367058 w 2053035"/>
                <a:gd name="connsiteY2-38" fmla="*/ 1805400 h 1805400"/>
                <a:gd name="connsiteX3-39" fmla="*/ 0 w 2053035"/>
                <a:gd name="connsiteY3-40" fmla="*/ 1796106 h 1805400"/>
                <a:gd name="connsiteX0-41" fmla="*/ 1654867 w 2053035"/>
                <a:gd name="connsiteY0-42" fmla="*/ 0 h 1805400"/>
                <a:gd name="connsiteX1-43" fmla="*/ 2053035 w 2053035"/>
                <a:gd name="connsiteY1-44" fmla="*/ 0 h 1805400"/>
                <a:gd name="connsiteX2-45" fmla="*/ 367058 w 2053035"/>
                <a:gd name="connsiteY2-46" fmla="*/ 1805400 h 1805400"/>
                <a:gd name="connsiteX3-47" fmla="*/ 0 w 2053035"/>
                <a:gd name="connsiteY3-48" fmla="*/ 1800869 h 180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53033" h="1805400">
                  <a:moveTo>
                    <a:pt x="1654867" y="0"/>
                  </a:moveTo>
                  <a:lnTo>
                    <a:pt x="2053035" y="0"/>
                  </a:lnTo>
                  <a:lnTo>
                    <a:pt x="367058" y="1805400"/>
                  </a:lnTo>
                  <a:lnTo>
                    <a:pt x="0" y="1800869"/>
                  </a:lnTo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3">
                    <a:alpha val="40000"/>
                  </a:schemeClr>
                </a:gs>
              </a:gsLst>
              <a:lin ang="5400000" scaled="1"/>
            </a:gradFill>
            <a:ln w="182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图形 5019"/>
            <p:cNvSpPr/>
            <p:nvPr/>
          </p:nvSpPr>
          <p:spPr>
            <a:xfrm flipH="1">
              <a:off x="10138965" y="5052600"/>
              <a:ext cx="2053035" cy="1805400"/>
            </a:xfrm>
            <a:custGeom>
              <a:avLst/>
              <a:gdLst>
                <a:gd name="connsiteX0" fmla="*/ 1607242 w 2123397"/>
                <a:gd name="connsiteY0" fmla="*/ 0 h 1805631"/>
                <a:gd name="connsiteX1" fmla="*/ 2123398 w 2123397"/>
                <a:gd name="connsiteY1" fmla="*/ 0 h 1805631"/>
                <a:gd name="connsiteX2" fmla="*/ 516156 w 2123397"/>
                <a:gd name="connsiteY2" fmla="*/ 1805631 h 1805631"/>
                <a:gd name="connsiteX3" fmla="*/ 0 w 2123397"/>
                <a:gd name="connsiteY3" fmla="*/ 1805631 h 1805631"/>
                <a:gd name="connsiteX0-1" fmla="*/ 1607242 w 2123398"/>
                <a:gd name="connsiteY0-2" fmla="*/ 0 h 1805631"/>
                <a:gd name="connsiteX1-3" fmla="*/ 2123398 w 2123398"/>
                <a:gd name="connsiteY1-4" fmla="*/ 0 h 1805631"/>
                <a:gd name="connsiteX2-5" fmla="*/ 317052 w 2123398"/>
                <a:gd name="connsiteY2-6" fmla="*/ 1798257 h 1805631"/>
                <a:gd name="connsiteX3-7" fmla="*/ 0 w 2123398"/>
                <a:gd name="connsiteY3-8" fmla="*/ 1805631 h 1805631"/>
                <a:gd name="connsiteX0-9" fmla="*/ 1607242 w 1953791"/>
                <a:gd name="connsiteY0-10" fmla="*/ 7374 h 1813005"/>
                <a:gd name="connsiteX1-11" fmla="*/ 1953791 w 1953791"/>
                <a:gd name="connsiteY1-12" fmla="*/ 0 h 1813005"/>
                <a:gd name="connsiteX2-13" fmla="*/ 317052 w 1953791"/>
                <a:gd name="connsiteY2-14" fmla="*/ 1805631 h 1813005"/>
                <a:gd name="connsiteX3-15" fmla="*/ 0 w 1953791"/>
                <a:gd name="connsiteY3-16" fmla="*/ 1813005 h 1813005"/>
                <a:gd name="connsiteX0-17" fmla="*/ 1607242 w 2005410"/>
                <a:gd name="connsiteY0-18" fmla="*/ 0 h 1805631"/>
                <a:gd name="connsiteX1-19" fmla="*/ 2005410 w 2005410"/>
                <a:gd name="connsiteY1-20" fmla="*/ 0 h 1805631"/>
                <a:gd name="connsiteX2-21" fmla="*/ 317052 w 2005410"/>
                <a:gd name="connsiteY2-22" fmla="*/ 1798257 h 1805631"/>
                <a:gd name="connsiteX3-23" fmla="*/ 0 w 2005410"/>
                <a:gd name="connsiteY3-24" fmla="*/ 1805631 h 1805631"/>
                <a:gd name="connsiteX0-25" fmla="*/ 1607242 w 2005410"/>
                <a:gd name="connsiteY0-26" fmla="*/ 0 h 1805631"/>
                <a:gd name="connsiteX1-27" fmla="*/ 2005410 w 2005410"/>
                <a:gd name="connsiteY1-28" fmla="*/ 0 h 1805631"/>
                <a:gd name="connsiteX2-29" fmla="*/ 319433 w 2005410"/>
                <a:gd name="connsiteY2-30" fmla="*/ 1805400 h 1805631"/>
                <a:gd name="connsiteX3-31" fmla="*/ 0 w 2005410"/>
                <a:gd name="connsiteY3-32" fmla="*/ 1805631 h 1805631"/>
                <a:gd name="connsiteX0-33" fmla="*/ 1654867 w 2053035"/>
                <a:gd name="connsiteY0-34" fmla="*/ 0 h 1805400"/>
                <a:gd name="connsiteX1-35" fmla="*/ 2053035 w 2053035"/>
                <a:gd name="connsiteY1-36" fmla="*/ 0 h 1805400"/>
                <a:gd name="connsiteX2-37" fmla="*/ 367058 w 2053035"/>
                <a:gd name="connsiteY2-38" fmla="*/ 1805400 h 1805400"/>
                <a:gd name="connsiteX3-39" fmla="*/ 0 w 2053035"/>
                <a:gd name="connsiteY3-40" fmla="*/ 1796106 h 1805400"/>
                <a:gd name="connsiteX0-41" fmla="*/ 1654867 w 2053035"/>
                <a:gd name="connsiteY0-42" fmla="*/ 0 h 1805400"/>
                <a:gd name="connsiteX1-43" fmla="*/ 2053035 w 2053035"/>
                <a:gd name="connsiteY1-44" fmla="*/ 0 h 1805400"/>
                <a:gd name="connsiteX2-45" fmla="*/ 367058 w 2053035"/>
                <a:gd name="connsiteY2-46" fmla="*/ 1805400 h 1805400"/>
                <a:gd name="connsiteX3-47" fmla="*/ 0 w 2053035"/>
                <a:gd name="connsiteY3-48" fmla="*/ 1800869 h 180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53033" h="1805400">
                  <a:moveTo>
                    <a:pt x="1654867" y="0"/>
                  </a:moveTo>
                  <a:lnTo>
                    <a:pt x="2053035" y="0"/>
                  </a:lnTo>
                  <a:lnTo>
                    <a:pt x="367058" y="1805400"/>
                  </a:lnTo>
                  <a:lnTo>
                    <a:pt x="0" y="1800869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ln w="182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64" name="Text1"/>
          <p:cNvSpPr txBox="1"/>
          <p:nvPr>
            <p:custDataLst>
              <p:tags r:id="rId3"/>
            </p:custDataLst>
          </p:nvPr>
        </p:nvSpPr>
        <p:spPr>
          <a:xfrm>
            <a:off x="458470" y="735330"/>
            <a:ext cx="11276330" cy="25387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 dirty="0" err="1">
                <a:latin typeface="微软雅黑" panose="020B0503020204020204" charset="-122"/>
                <a:ea typeface="微软雅黑" panose="020B0503020204020204" charset="-122"/>
              </a:rPr>
              <a:t>树莓派小车</a:t>
            </a:r>
            <a:r>
              <a:rPr lang="zh-CN" altLang="en-US" sz="7200" b="1">
                <a:latin typeface="微软雅黑" panose="020B0503020204020204" charset="-122"/>
                <a:ea typeface="微软雅黑" panose="020B0503020204020204" charset="-122"/>
              </a:rPr>
              <a:t>培训</a:t>
            </a:r>
            <a:endParaRPr lang="en-US" altLang="zh-CN" sz="7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3"/>
          <p:cNvSpPr txBox="1"/>
          <p:nvPr>
            <p:custDataLst>
              <p:tags r:id="rId4"/>
            </p:custDataLst>
          </p:nvPr>
        </p:nvSpPr>
        <p:spPr>
          <a:xfrm>
            <a:off x="4087222" y="5024480"/>
            <a:ext cx="4179816" cy="44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牟唤增</a:t>
            </a:r>
          </a:p>
        </p:txBody>
      </p:sp>
      <p:sp>
        <p:nvSpPr>
          <p:cNvPr id="67" name="Text4"/>
          <p:cNvSpPr txBox="1"/>
          <p:nvPr>
            <p:custDataLst>
              <p:tags r:id="rId5"/>
            </p:custDataLst>
          </p:nvPr>
        </p:nvSpPr>
        <p:spPr>
          <a:xfrm>
            <a:off x="4087222" y="5511571"/>
            <a:ext cx="4179816" cy="4558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effectLst>
                  <a:outerShdw blurRad="76200" dist="38100" dir="2700000" algn="ctr" rotWithShape="0">
                    <a:schemeClr val="accent1">
                      <a:alpha val="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2024.08.21</a:t>
            </a:r>
          </a:p>
        </p:txBody>
      </p:sp>
    </p:spTree>
    <p:custDataLst>
      <p:custData r:id="rId1"/>
      <p:tags r:id="rId2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talo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>
          <a:xfrm flipH="1">
            <a:off x="1" y="6123008"/>
            <a:ext cx="673698" cy="734992"/>
          </a:xfrm>
          <a:custGeom>
            <a:avLst/>
            <a:gdLst>
              <a:gd name="connsiteX0" fmla="*/ 1123081 w 1123081"/>
              <a:gd name="connsiteY0" fmla="*/ 0 h 1225260"/>
              <a:gd name="connsiteX1" fmla="*/ 0 w 1123081"/>
              <a:gd name="connsiteY1" fmla="*/ 1222166 h 1225260"/>
              <a:gd name="connsiteX2" fmla="*/ 250654 w 1123081"/>
              <a:gd name="connsiteY2" fmla="*/ 1225260 h 1225260"/>
              <a:gd name="connsiteX3" fmla="*/ 1123081 w 1123081"/>
              <a:gd name="connsiteY3" fmla="*/ 291036 h 122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081" h="1225260">
                <a:moveTo>
                  <a:pt x="1123081" y="0"/>
                </a:moveTo>
                <a:lnTo>
                  <a:pt x="0" y="1222166"/>
                </a:lnTo>
                <a:lnTo>
                  <a:pt x="250654" y="1225260"/>
                </a:lnTo>
                <a:lnTo>
                  <a:pt x="1123081" y="29103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3">
                  <a:alpha val="40000"/>
                </a:schemeClr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 flipH="1">
            <a:off x="0" y="5433060"/>
            <a:ext cx="1313295" cy="1424939"/>
          </a:xfrm>
          <a:custGeom>
            <a:avLst/>
            <a:gdLst>
              <a:gd name="connsiteX0" fmla="*/ 1313295 w 1313295"/>
              <a:gd name="connsiteY0" fmla="*/ 0 h 1424939"/>
              <a:gd name="connsiteX1" fmla="*/ 1306129 w 1313295"/>
              <a:gd name="connsiteY1" fmla="*/ 0 h 1424939"/>
              <a:gd name="connsiteX2" fmla="*/ 0 w 1313295"/>
              <a:gd name="connsiteY2" fmla="*/ 1421363 h 1424939"/>
              <a:gd name="connsiteX3" fmla="*/ 289706 w 1313295"/>
              <a:gd name="connsiteY3" fmla="*/ 1424939 h 1424939"/>
              <a:gd name="connsiteX4" fmla="*/ 1313295 w 1313295"/>
              <a:gd name="connsiteY4" fmla="*/ 328847 h 14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3295" h="1424939">
                <a:moveTo>
                  <a:pt x="1313295" y="0"/>
                </a:moveTo>
                <a:lnTo>
                  <a:pt x="1306129" y="0"/>
                </a:lnTo>
                <a:lnTo>
                  <a:pt x="0" y="1421363"/>
                </a:lnTo>
                <a:lnTo>
                  <a:pt x="289706" y="1424939"/>
                </a:lnTo>
                <a:lnTo>
                  <a:pt x="1313295" y="32884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29704" y="518397"/>
            <a:ext cx="1591918" cy="9233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grpSp>
        <p:nvGrpSpPr>
          <p:cNvPr id="3" name="Text3"/>
          <p:cNvGrpSpPr/>
          <p:nvPr>
            <p:custDataLst>
              <p:tags r:id="rId4"/>
            </p:custDataLst>
          </p:nvPr>
        </p:nvGrpSpPr>
        <p:grpSpPr>
          <a:xfrm>
            <a:off x="1945376" y="1705501"/>
            <a:ext cx="7392580" cy="640467"/>
            <a:chOff x="1054734" y="1823155"/>
            <a:chExt cx="7392580" cy="640467"/>
          </a:xfrm>
        </p:grpSpPr>
        <p:sp>
          <p:nvSpPr>
            <p:cNvPr id="4" name="平行四边形 3"/>
            <p:cNvSpPr/>
            <p:nvPr>
              <p:custDataLst>
                <p:tags r:id="rId17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bg1"/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5" name="Text1"/>
            <p:cNvSpPr txBox="1"/>
            <p:nvPr>
              <p:custDataLst>
                <p:tags r:id="rId18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树莓派小车概述</a:t>
              </a:r>
            </a:p>
          </p:txBody>
        </p:sp>
        <p:sp>
          <p:nvSpPr>
            <p:cNvPr id="7" name="Text2"/>
            <p:cNvSpPr txBox="1"/>
            <p:nvPr>
              <p:custDataLst>
                <p:tags r:id="rId19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</a:p>
          </p:txBody>
        </p:sp>
      </p:grpSp>
      <p:grpSp>
        <p:nvGrpSpPr>
          <p:cNvPr id="8" name="Text6"/>
          <p:cNvGrpSpPr/>
          <p:nvPr>
            <p:custDataLst>
              <p:tags r:id="rId5"/>
            </p:custDataLst>
          </p:nvPr>
        </p:nvGrpSpPr>
        <p:grpSpPr>
          <a:xfrm>
            <a:off x="2254813" y="2552327"/>
            <a:ext cx="7392580" cy="640467"/>
            <a:chOff x="1054734" y="1823155"/>
            <a:chExt cx="7392580" cy="640467"/>
          </a:xfrm>
        </p:grpSpPr>
        <p:sp>
          <p:nvSpPr>
            <p:cNvPr id="10" name="平行四边形 9"/>
            <p:cNvSpPr/>
            <p:nvPr>
              <p:custDataLst>
                <p:tags r:id="rId14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bg1"/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11" name="Text4"/>
            <p:cNvSpPr txBox="1"/>
            <p:nvPr>
              <p:custDataLst>
                <p:tags r:id="rId15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智能小车基本运动的实现</a:t>
              </a:r>
            </a:p>
          </p:txBody>
        </p:sp>
        <p:sp>
          <p:nvSpPr>
            <p:cNvPr id="12" name="Text5"/>
            <p:cNvSpPr txBox="1"/>
            <p:nvPr>
              <p:custDataLst>
                <p:tags r:id="rId16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</a:p>
          </p:txBody>
        </p:sp>
      </p:grpSp>
      <p:grpSp>
        <p:nvGrpSpPr>
          <p:cNvPr id="17" name="Text12"/>
          <p:cNvGrpSpPr/>
          <p:nvPr>
            <p:custDataLst>
              <p:tags r:id="rId6"/>
            </p:custDataLst>
          </p:nvPr>
        </p:nvGrpSpPr>
        <p:grpSpPr>
          <a:xfrm>
            <a:off x="2639616" y="3228986"/>
            <a:ext cx="7392580" cy="640467"/>
            <a:chOff x="1054734" y="1823155"/>
            <a:chExt cx="7392580" cy="640467"/>
          </a:xfrm>
        </p:grpSpPr>
        <p:sp>
          <p:nvSpPr>
            <p:cNvPr id="18" name="平行四边形 17"/>
            <p:cNvSpPr/>
            <p:nvPr>
              <p:custDataLst>
                <p:tags r:id="rId11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bg1"/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19" name="Text10"/>
            <p:cNvSpPr txBox="1"/>
            <p:nvPr>
              <p:custDataLst>
                <p:tags r:id="rId12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智能小车OpenCV视觉循迹运动</a:t>
              </a:r>
            </a:p>
          </p:txBody>
        </p:sp>
        <p:sp>
          <p:nvSpPr>
            <p:cNvPr id="20" name="Text11"/>
            <p:cNvSpPr txBox="1"/>
            <p:nvPr>
              <p:custDataLst>
                <p:tags r:id="rId13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</a:p>
          </p:txBody>
        </p:sp>
      </p:grpSp>
      <p:grpSp>
        <p:nvGrpSpPr>
          <p:cNvPr id="21" name="Text15"/>
          <p:cNvGrpSpPr/>
          <p:nvPr>
            <p:custDataLst>
              <p:tags r:id="rId7"/>
            </p:custDataLst>
          </p:nvPr>
        </p:nvGrpSpPr>
        <p:grpSpPr>
          <a:xfrm>
            <a:off x="3112507" y="3905767"/>
            <a:ext cx="7392580" cy="640467"/>
            <a:chOff x="1054734" y="1823155"/>
            <a:chExt cx="7392580" cy="640467"/>
          </a:xfrm>
        </p:grpSpPr>
        <p:sp>
          <p:nvSpPr>
            <p:cNvPr id="22" name="平行四边形 21"/>
            <p:cNvSpPr/>
            <p:nvPr>
              <p:custDataLst>
                <p:tags r:id="rId8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bg1"/>
                </a:gs>
                <a:gs pos="100000">
                  <a:schemeClr val="accent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23" name="Text13"/>
            <p:cNvSpPr txBox="1"/>
            <p:nvPr>
              <p:custDataLst>
                <p:tags r:id="rId9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智能小车颜色球体追踪运动</a:t>
              </a:r>
            </a:p>
          </p:txBody>
        </p:sp>
        <p:sp>
          <p:nvSpPr>
            <p:cNvPr id="24" name="Text14"/>
            <p:cNvSpPr txBox="1"/>
            <p:nvPr>
              <p:custDataLst>
                <p:tags r:id="rId10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</a:p>
          </p:txBody>
        </p:sp>
      </p:grpSp>
    </p:spTree>
    <p:custDataLst>
      <p:custData r:id="rId1"/>
      <p:tags r:id="rId2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pter_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形 2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30061"/>
          <a:stretch>
            <a:fillRect/>
          </a:stretch>
        </p:blipFill>
        <p:spPr>
          <a:xfrm flipH="1" flipV="1">
            <a:off x="257832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1983092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382618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787385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9077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51866" t="30061"/>
          <a:stretch>
            <a:fillRect/>
          </a:stretch>
        </p:blipFill>
        <p:spPr>
          <a:xfrm flipV="1">
            <a:off x="0" y="6416040"/>
            <a:ext cx="375358" cy="441960"/>
          </a:xfrm>
          <a:custGeom>
            <a:avLst/>
            <a:gdLst>
              <a:gd name="connsiteX0" fmla="*/ 0 w 375358"/>
              <a:gd name="connsiteY0" fmla="*/ 441960 h 441960"/>
              <a:gd name="connsiteX1" fmla="*/ 375358 w 375358"/>
              <a:gd name="connsiteY1" fmla="*/ 441960 h 441960"/>
              <a:gd name="connsiteX2" fmla="*/ 375358 w 375358"/>
              <a:gd name="connsiteY2" fmla="*/ 0 h 441960"/>
              <a:gd name="connsiteX3" fmla="*/ 0 w 375358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58" h="441959">
                <a:moveTo>
                  <a:pt x="0" y="441960"/>
                </a:moveTo>
                <a:lnTo>
                  <a:pt x="375358" y="441960"/>
                </a:lnTo>
                <a:lnTo>
                  <a:pt x="375358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 flipH="1">
            <a:off x="0" y="6032864"/>
            <a:ext cx="755650" cy="825136"/>
          </a:xfrm>
          <a:custGeom>
            <a:avLst/>
            <a:gdLst>
              <a:gd name="connsiteX0" fmla="*/ 755650 w 755650"/>
              <a:gd name="connsiteY0" fmla="*/ 0 h 825136"/>
              <a:gd name="connsiteX1" fmla="*/ 0 w 755650"/>
              <a:gd name="connsiteY1" fmla="*/ 822317 h 825136"/>
              <a:gd name="connsiteX2" fmla="*/ 228375 w 755650"/>
              <a:gd name="connsiteY2" fmla="*/ 825136 h 825136"/>
              <a:gd name="connsiteX3" fmla="*/ 755650 w 755650"/>
              <a:gd name="connsiteY3" fmla="*/ 260513 h 82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650" h="825136">
                <a:moveTo>
                  <a:pt x="755650" y="0"/>
                </a:moveTo>
                <a:lnTo>
                  <a:pt x="0" y="822317"/>
                </a:lnTo>
                <a:lnTo>
                  <a:pt x="228375" y="825136"/>
                </a:lnTo>
                <a:lnTo>
                  <a:pt x="755650" y="26051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3">
                  <a:alpha val="40000"/>
                </a:schemeClr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 flipH="1">
            <a:off x="0" y="5843828"/>
            <a:ext cx="928956" cy="1014171"/>
          </a:xfrm>
          <a:custGeom>
            <a:avLst/>
            <a:gdLst>
              <a:gd name="connsiteX0" fmla="*/ 928956 w 928956"/>
              <a:gd name="connsiteY0" fmla="*/ 0 h 1014171"/>
              <a:gd name="connsiteX1" fmla="*/ 0 w 928956"/>
              <a:gd name="connsiteY1" fmla="*/ 1010913 h 1014171"/>
              <a:gd name="connsiteX2" fmla="*/ 263956 w 928956"/>
              <a:gd name="connsiteY2" fmla="*/ 1014171 h 1014171"/>
              <a:gd name="connsiteX3" fmla="*/ 928956 w 928956"/>
              <a:gd name="connsiteY3" fmla="*/ 302068 h 1014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8956" h="1014171">
                <a:moveTo>
                  <a:pt x="928956" y="0"/>
                </a:moveTo>
                <a:lnTo>
                  <a:pt x="0" y="1010913"/>
                </a:lnTo>
                <a:lnTo>
                  <a:pt x="263956" y="1014171"/>
                </a:lnTo>
                <a:lnTo>
                  <a:pt x="928956" y="30206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梯形"/>
          <p:cNvSpPr/>
          <p:nvPr>
            <p:custDataLst>
              <p:tags r:id="rId3"/>
            </p:custDataLst>
          </p:nvPr>
        </p:nvSpPr>
        <p:spPr>
          <a:xfrm rot="10800000" flipV="1">
            <a:off x="3603837" y="2950502"/>
            <a:ext cx="4984326" cy="178808"/>
          </a:xfrm>
          <a:prstGeom prst="trapezoid">
            <a:avLst>
              <a:gd name="adj" fmla="val 50409"/>
            </a:avLst>
          </a:prstGeom>
          <a:gradFill flip="none" rotWithShape="1">
            <a:gsLst>
              <a:gs pos="0">
                <a:schemeClr val="accent3">
                  <a:alpha val="20000"/>
                </a:schemeClr>
              </a:gs>
              <a:gs pos="5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1"/>
          <p:cNvSpPr txBox="1"/>
          <p:nvPr>
            <p:custDataLst>
              <p:tags r:id="rId4"/>
            </p:custDataLst>
          </p:nvPr>
        </p:nvSpPr>
        <p:spPr>
          <a:xfrm>
            <a:off x="577850" y="3246755"/>
            <a:ext cx="11036300" cy="123698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树莓派小车概述</a:t>
            </a:r>
          </a:p>
        </p:txBody>
      </p:sp>
      <p:sp>
        <p:nvSpPr>
          <p:cNvPr id="4" name="Text2"/>
          <p:cNvSpPr txBox="1"/>
          <p:nvPr>
            <p:custDataLst>
              <p:tags r:id="rId5"/>
            </p:custDataLst>
          </p:nvPr>
        </p:nvSpPr>
        <p:spPr>
          <a:xfrm>
            <a:off x="577850" y="4601210"/>
            <a:ext cx="1103630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>
                    <a:alpha val="7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Overview of Raspberry Pi Car</a:t>
            </a:r>
          </a:p>
        </p:txBody>
      </p:sp>
      <p:sp>
        <p:nvSpPr>
          <p:cNvPr id="5" name="Text3"/>
          <p:cNvSpPr txBox="1"/>
          <p:nvPr>
            <p:custDataLst>
              <p:tags r:id="rId6"/>
            </p:custDataLst>
          </p:nvPr>
        </p:nvSpPr>
        <p:spPr>
          <a:xfrm>
            <a:off x="5007610" y="1000760"/>
            <a:ext cx="2177415" cy="206692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</p:spTree>
    <p:custDataLst>
      <p:custData r:id="rId1"/>
      <p:tags r:id="rId2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!!平滑2"/>
          <p:cNvSpPr/>
          <p:nvPr>
            <p:custDataLst>
              <p:tags r:id="rId3"/>
            </p:custDataLst>
          </p:nvPr>
        </p:nvSpPr>
        <p:spPr>
          <a:xfrm>
            <a:off x="833312" y="465428"/>
            <a:ext cx="1251995" cy="148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1" name="Shape1"/>
          <p:cNvSpPr/>
          <p:nvPr>
            <p:custDataLst>
              <p:tags r:id="rId4"/>
            </p:custDataLst>
          </p:nvPr>
        </p:nvSpPr>
        <p:spPr>
          <a:xfrm flipH="1">
            <a:off x="6965231" y="1056640"/>
            <a:ext cx="4744720" cy="4744720"/>
          </a:xfrm>
          <a:prstGeom prst="ellipse">
            <a:avLst/>
          </a:prstGeom>
          <a:blipFill>
            <a:blip r:embed="rId13"/>
            <a:stretch>
              <a:fillRect l="-25294" r="-2529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3C0E822-3AE4-EC9A-BC88-0095EAF76CD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0" y="5111457"/>
            <a:ext cx="2470638" cy="1746543"/>
          </a:xfrm>
          <a:custGeom>
            <a:avLst/>
            <a:gdLst>
              <a:gd name="connsiteX0" fmla="*/ 3457596 w 3689114"/>
              <a:gd name="connsiteY0" fmla="*/ 2594295 h 2607908"/>
              <a:gd name="connsiteX1" fmla="*/ 3458873 w 3689114"/>
              <a:gd name="connsiteY1" fmla="*/ 2595572 h 2607908"/>
              <a:gd name="connsiteX2" fmla="*/ 3457596 w 3689114"/>
              <a:gd name="connsiteY2" fmla="*/ 2596849 h 2607908"/>
              <a:gd name="connsiteX3" fmla="*/ 3456319 w 3689114"/>
              <a:gd name="connsiteY3" fmla="*/ 2595572 h 2607908"/>
              <a:gd name="connsiteX4" fmla="*/ 3457596 w 3689114"/>
              <a:gd name="connsiteY4" fmla="*/ 2594295 h 2607908"/>
              <a:gd name="connsiteX5" fmla="*/ 231519 w 3689114"/>
              <a:gd name="connsiteY5" fmla="*/ 2594295 h 2607908"/>
              <a:gd name="connsiteX6" fmla="*/ 232796 w 3689114"/>
              <a:gd name="connsiteY6" fmla="*/ 2595572 h 2607908"/>
              <a:gd name="connsiteX7" fmla="*/ 231519 w 3689114"/>
              <a:gd name="connsiteY7" fmla="*/ 2596849 h 2607908"/>
              <a:gd name="connsiteX8" fmla="*/ 230242 w 3689114"/>
              <a:gd name="connsiteY8" fmla="*/ 2595572 h 2607908"/>
              <a:gd name="connsiteX9" fmla="*/ 231519 w 3689114"/>
              <a:gd name="connsiteY9" fmla="*/ 2594295 h 2607908"/>
              <a:gd name="connsiteX10" fmla="*/ 3342378 w 3689114"/>
              <a:gd name="connsiteY10" fmla="*/ 2593690 h 2607908"/>
              <a:gd name="connsiteX11" fmla="*/ 3344260 w 3689114"/>
              <a:gd name="connsiteY11" fmla="*/ 2595572 h 2607908"/>
              <a:gd name="connsiteX12" fmla="*/ 3342378 w 3689114"/>
              <a:gd name="connsiteY12" fmla="*/ 2597454 h 2607908"/>
              <a:gd name="connsiteX13" fmla="*/ 3340497 w 3689114"/>
              <a:gd name="connsiteY13" fmla="*/ 2595572 h 2607908"/>
              <a:gd name="connsiteX14" fmla="*/ 3342378 w 3689114"/>
              <a:gd name="connsiteY14" fmla="*/ 2593690 h 2607908"/>
              <a:gd name="connsiteX15" fmla="*/ 346737 w 3689114"/>
              <a:gd name="connsiteY15" fmla="*/ 2593690 h 2607908"/>
              <a:gd name="connsiteX16" fmla="*/ 348618 w 3689114"/>
              <a:gd name="connsiteY16" fmla="*/ 2595572 h 2607908"/>
              <a:gd name="connsiteX17" fmla="*/ 346737 w 3689114"/>
              <a:gd name="connsiteY17" fmla="*/ 2597454 h 2607908"/>
              <a:gd name="connsiteX18" fmla="*/ 344854 w 3689114"/>
              <a:gd name="connsiteY18" fmla="*/ 2595572 h 2607908"/>
              <a:gd name="connsiteX19" fmla="*/ 346737 w 3689114"/>
              <a:gd name="connsiteY19" fmla="*/ 2593690 h 2607908"/>
              <a:gd name="connsiteX20" fmla="*/ 3227162 w 3689114"/>
              <a:gd name="connsiteY20" fmla="*/ 2592972 h 2607908"/>
              <a:gd name="connsiteX21" fmla="*/ 3229761 w 3689114"/>
              <a:gd name="connsiteY21" fmla="*/ 2595572 h 2607908"/>
              <a:gd name="connsiteX22" fmla="*/ 3227162 w 3689114"/>
              <a:gd name="connsiteY22" fmla="*/ 2598172 h 2607908"/>
              <a:gd name="connsiteX23" fmla="*/ 3224561 w 3689114"/>
              <a:gd name="connsiteY23" fmla="*/ 2595572 h 2607908"/>
              <a:gd name="connsiteX24" fmla="*/ 3227162 w 3689114"/>
              <a:gd name="connsiteY24" fmla="*/ 2592972 h 2607908"/>
              <a:gd name="connsiteX25" fmla="*/ 461954 w 3689114"/>
              <a:gd name="connsiteY25" fmla="*/ 2592972 h 2607908"/>
              <a:gd name="connsiteX26" fmla="*/ 464554 w 3689114"/>
              <a:gd name="connsiteY26" fmla="*/ 2595572 h 2607908"/>
              <a:gd name="connsiteX27" fmla="*/ 461954 w 3689114"/>
              <a:gd name="connsiteY27" fmla="*/ 2598172 h 2607908"/>
              <a:gd name="connsiteX28" fmla="*/ 459354 w 3689114"/>
              <a:gd name="connsiteY28" fmla="*/ 2595572 h 2607908"/>
              <a:gd name="connsiteX29" fmla="*/ 461954 w 3689114"/>
              <a:gd name="connsiteY29" fmla="*/ 2592972 h 2607908"/>
              <a:gd name="connsiteX30" fmla="*/ 3111944 w 3689114"/>
              <a:gd name="connsiteY30" fmla="*/ 2592061 h 2607908"/>
              <a:gd name="connsiteX31" fmla="*/ 3115455 w 3689114"/>
              <a:gd name="connsiteY31" fmla="*/ 2595572 h 2607908"/>
              <a:gd name="connsiteX32" fmla="*/ 3111944 w 3689114"/>
              <a:gd name="connsiteY32" fmla="*/ 2599083 h 2607908"/>
              <a:gd name="connsiteX33" fmla="*/ 3108433 w 3689114"/>
              <a:gd name="connsiteY33" fmla="*/ 2595572 h 2607908"/>
              <a:gd name="connsiteX34" fmla="*/ 3111944 w 3689114"/>
              <a:gd name="connsiteY34" fmla="*/ 2592061 h 2607908"/>
              <a:gd name="connsiteX35" fmla="*/ 577170 w 3689114"/>
              <a:gd name="connsiteY35" fmla="*/ 2592061 h 2607908"/>
              <a:gd name="connsiteX36" fmla="*/ 580681 w 3689114"/>
              <a:gd name="connsiteY36" fmla="*/ 2595572 h 2607908"/>
              <a:gd name="connsiteX37" fmla="*/ 577170 w 3689114"/>
              <a:gd name="connsiteY37" fmla="*/ 2599083 h 2607908"/>
              <a:gd name="connsiteX38" fmla="*/ 573659 w 3689114"/>
              <a:gd name="connsiteY38" fmla="*/ 2595572 h 2607908"/>
              <a:gd name="connsiteX39" fmla="*/ 577170 w 3689114"/>
              <a:gd name="connsiteY39" fmla="*/ 2592061 h 2607908"/>
              <a:gd name="connsiteX40" fmla="*/ 2996727 w 3689114"/>
              <a:gd name="connsiteY40" fmla="*/ 2591199 h 2607908"/>
              <a:gd name="connsiteX41" fmla="*/ 3001100 w 3689114"/>
              <a:gd name="connsiteY41" fmla="*/ 2595572 h 2607908"/>
              <a:gd name="connsiteX42" fmla="*/ 2996727 w 3689114"/>
              <a:gd name="connsiteY42" fmla="*/ 2599944 h 2607908"/>
              <a:gd name="connsiteX43" fmla="*/ 2992355 w 3689114"/>
              <a:gd name="connsiteY43" fmla="*/ 2595572 h 2607908"/>
              <a:gd name="connsiteX44" fmla="*/ 2996727 w 3689114"/>
              <a:gd name="connsiteY44" fmla="*/ 2591199 h 2607908"/>
              <a:gd name="connsiteX45" fmla="*/ 692388 w 3689114"/>
              <a:gd name="connsiteY45" fmla="*/ 2591199 h 2607908"/>
              <a:gd name="connsiteX46" fmla="*/ 696760 w 3689114"/>
              <a:gd name="connsiteY46" fmla="*/ 2595572 h 2607908"/>
              <a:gd name="connsiteX47" fmla="*/ 692388 w 3689114"/>
              <a:gd name="connsiteY47" fmla="*/ 2599944 h 2607908"/>
              <a:gd name="connsiteX48" fmla="*/ 688015 w 3689114"/>
              <a:gd name="connsiteY48" fmla="*/ 2595572 h 2607908"/>
              <a:gd name="connsiteX49" fmla="*/ 692388 w 3689114"/>
              <a:gd name="connsiteY49" fmla="*/ 2591199 h 2607908"/>
              <a:gd name="connsiteX50" fmla="*/ 2881510 w 3689114"/>
              <a:gd name="connsiteY50" fmla="*/ 2590246 h 2607908"/>
              <a:gd name="connsiteX51" fmla="*/ 2886836 w 3689114"/>
              <a:gd name="connsiteY51" fmla="*/ 2595572 h 2607908"/>
              <a:gd name="connsiteX52" fmla="*/ 2881510 w 3689114"/>
              <a:gd name="connsiteY52" fmla="*/ 2600897 h 2607908"/>
              <a:gd name="connsiteX53" fmla="*/ 2876185 w 3689114"/>
              <a:gd name="connsiteY53" fmla="*/ 2595572 h 2607908"/>
              <a:gd name="connsiteX54" fmla="*/ 2881510 w 3689114"/>
              <a:gd name="connsiteY54" fmla="*/ 2590246 h 2607908"/>
              <a:gd name="connsiteX55" fmla="*/ 807604 w 3689114"/>
              <a:gd name="connsiteY55" fmla="*/ 2590246 h 2607908"/>
              <a:gd name="connsiteX56" fmla="*/ 812929 w 3689114"/>
              <a:gd name="connsiteY56" fmla="*/ 2595572 h 2607908"/>
              <a:gd name="connsiteX57" fmla="*/ 807604 w 3689114"/>
              <a:gd name="connsiteY57" fmla="*/ 2600897 h 2607908"/>
              <a:gd name="connsiteX58" fmla="*/ 802279 w 3689114"/>
              <a:gd name="connsiteY58" fmla="*/ 2595572 h 2607908"/>
              <a:gd name="connsiteX59" fmla="*/ 807604 w 3689114"/>
              <a:gd name="connsiteY59" fmla="*/ 2590246 h 2607908"/>
              <a:gd name="connsiteX60" fmla="*/ 2766293 w 3689114"/>
              <a:gd name="connsiteY60" fmla="*/ 2589202 h 2607908"/>
              <a:gd name="connsiteX61" fmla="*/ 2772663 w 3689114"/>
              <a:gd name="connsiteY61" fmla="*/ 2595572 h 2607908"/>
              <a:gd name="connsiteX62" fmla="*/ 2766293 w 3689114"/>
              <a:gd name="connsiteY62" fmla="*/ 2601942 h 2607908"/>
              <a:gd name="connsiteX63" fmla="*/ 2759924 w 3689114"/>
              <a:gd name="connsiteY63" fmla="*/ 2595572 h 2607908"/>
              <a:gd name="connsiteX64" fmla="*/ 2766293 w 3689114"/>
              <a:gd name="connsiteY64" fmla="*/ 2589202 h 2607908"/>
              <a:gd name="connsiteX65" fmla="*/ 922821 w 3689114"/>
              <a:gd name="connsiteY65" fmla="*/ 2589202 h 2607908"/>
              <a:gd name="connsiteX66" fmla="*/ 929191 w 3689114"/>
              <a:gd name="connsiteY66" fmla="*/ 2595572 h 2607908"/>
              <a:gd name="connsiteX67" fmla="*/ 922821 w 3689114"/>
              <a:gd name="connsiteY67" fmla="*/ 2601942 h 2607908"/>
              <a:gd name="connsiteX68" fmla="*/ 916452 w 3689114"/>
              <a:gd name="connsiteY68" fmla="*/ 2595572 h 2607908"/>
              <a:gd name="connsiteX69" fmla="*/ 922821 w 3689114"/>
              <a:gd name="connsiteY69" fmla="*/ 2589202 h 2607908"/>
              <a:gd name="connsiteX70" fmla="*/ 2651076 w 3689114"/>
              <a:gd name="connsiteY70" fmla="*/ 2588185 h 2607908"/>
              <a:gd name="connsiteX71" fmla="*/ 2658463 w 3689114"/>
              <a:gd name="connsiteY71" fmla="*/ 2595572 h 2607908"/>
              <a:gd name="connsiteX72" fmla="*/ 2651076 w 3689114"/>
              <a:gd name="connsiteY72" fmla="*/ 2602958 h 2607908"/>
              <a:gd name="connsiteX73" fmla="*/ 2643690 w 3689114"/>
              <a:gd name="connsiteY73" fmla="*/ 2595572 h 2607908"/>
              <a:gd name="connsiteX74" fmla="*/ 2651076 w 3689114"/>
              <a:gd name="connsiteY74" fmla="*/ 2588185 h 2607908"/>
              <a:gd name="connsiteX75" fmla="*/ 1038038 w 3689114"/>
              <a:gd name="connsiteY75" fmla="*/ 2588185 h 2607908"/>
              <a:gd name="connsiteX76" fmla="*/ 1045425 w 3689114"/>
              <a:gd name="connsiteY76" fmla="*/ 2595572 h 2607908"/>
              <a:gd name="connsiteX77" fmla="*/ 1038038 w 3689114"/>
              <a:gd name="connsiteY77" fmla="*/ 2602958 h 2607908"/>
              <a:gd name="connsiteX78" fmla="*/ 1030651 w 3689114"/>
              <a:gd name="connsiteY78" fmla="*/ 2595572 h 2607908"/>
              <a:gd name="connsiteX79" fmla="*/ 1038038 w 3689114"/>
              <a:gd name="connsiteY79" fmla="*/ 2588185 h 2607908"/>
              <a:gd name="connsiteX80" fmla="*/ 2535860 w 3689114"/>
              <a:gd name="connsiteY80" fmla="*/ 2587095 h 2607908"/>
              <a:gd name="connsiteX81" fmla="*/ 2544337 w 3689114"/>
              <a:gd name="connsiteY81" fmla="*/ 2595572 h 2607908"/>
              <a:gd name="connsiteX82" fmla="*/ 2535860 w 3689114"/>
              <a:gd name="connsiteY82" fmla="*/ 2604049 h 2607908"/>
              <a:gd name="connsiteX83" fmla="*/ 2527382 w 3689114"/>
              <a:gd name="connsiteY83" fmla="*/ 2595572 h 2607908"/>
              <a:gd name="connsiteX84" fmla="*/ 2535860 w 3689114"/>
              <a:gd name="connsiteY84" fmla="*/ 2587095 h 2607908"/>
              <a:gd name="connsiteX85" fmla="*/ 1153255 w 3689114"/>
              <a:gd name="connsiteY85" fmla="*/ 2587095 h 2607908"/>
              <a:gd name="connsiteX86" fmla="*/ 1161732 w 3689114"/>
              <a:gd name="connsiteY86" fmla="*/ 2595572 h 2607908"/>
              <a:gd name="connsiteX87" fmla="*/ 1153255 w 3689114"/>
              <a:gd name="connsiteY87" fmla="*/ 2604049 h 2607908"/>
              <a:gd name="connsiteX88" fmla="*/ 1144777 w 3689114"/>
              <a:gd name="connsiteY88" fmla="*/ 2595572 h 2607908"/>
              <a:gd name="connsiteX89" fmla="*/ 1153255 w 3689114"/>
              <a:gd name="connsiteY89" fmla="*/ 2587095 h 2607908"/>
              <a:gd name="connsiteX90" fmla="*/ 2420643 w 3689114"/>
              <a:gd name="connsiteY90" fmla="*/ 2586064 h 2607908"/>
              <a:gd name="connsiteX91" fmla="*/ 2430150 w 3689114"/>
              <a:gd name="connsiteY91" fmla="*/ 2595572 h 2607908"/>
              <a:gd name="connsiteX92" fmla="*/ 2420643 w 3689114"/>
              <a:gd name="connsiteY92" fmla="*/ 2605081 h 2607908"/>
              <a:gd name="connsiteX93" fmla="*/ 2411135 w 3689114"/>
              <a:gd name="connsiteY93" fmla="*/ 2595572 h 2607908"/>
              <a:gd name="connsiteX94" fmla="*/ 2420643 w 3689114"/>
              <a:gd name="connsiteY94" fmla="*/ 2586064 h 2607908"/>
              <a:gd name="connsiteX95" fmla="*/ 1268472 w 3689114"/>
              <a:gd name="connsiteY95" fmla="*/ 2586064 h 2607908"/>
              <a:gd name="connsiteX96" fmla="*/ 1277980 w 3689114"/>
              <a:gd name="connsiteY96" fmla="*/ 2595572 h 2607908"/>
              <a:gd name="connsiteX97" fmla="*/ 1268472 w 3689114"/>
              <a:gd name="connsiteY97" fmla="*/ 2605081 h 2607908"/>
              <a:gd name="connsiteX98" fmla="*/ 1258964 w 3689114"/>
              <a:gd name="connsiteY98" fmla="*/ 2595572 h 2607908"/>
              <a:gd name="connsiteX99" fmla="*/ 1268472 w 3689114"/>
              <a:gd name="connsiteY99" fmla="*/ 2586064 h 2607908"/>
              <a:gd name="connsiteX100" fmla="*/ 2305426 w 3689114"/>
              <a:gd name="connsiteY100" fmla="*/ 2585115 h 2607908"/>
              <a:gd name="connsiteX101" fmla="*/ 2315882 w 3689114"/>
              <a:gd name="connsiteY101" fmla="*/ 2595572 h 2607908"/>
              <a:gd name="connsiteX102" fmla="*/ 2305426 w 3689114"/>
              <a:gd name="connsiteY102" fmla="*/ 2606029 h 2607908"/>
              <a:gd name="connsiteX103" fmla="*/ 2294968 w 3689114"/>
              <a:gd name="connsiteY103" fmla="*/ 2595572 h 2607908"/>
              <a:gd name="connsiteX104" fmla="*/ 2305426 w 3689114"/>
              <a:gd name="connsiteY104" fmla="*/ 2585115 h 2607908"/>
              <a:gd name="connsiteX105" fmla="*/ 1383689 w 3689114"/>
              <a:gd name="connsiteY105" fmla="*/ 2585115 h 2607908"/>
              <a:gd name="connsiteX106" fmla="*/ 1394146 w 3689114"/>
              <a:gd name="connsiteY106" fmla="*/ 2595572 h 2607908"/>
              <a:gd name="connsiteX107" fmla="*/ 1383689 w 3689114"/>
              <a:gd name="connsiteY107" fmla="*/ 2606029 h 2607908"/>
              <a:gd name="connsiteX108" fmla="*/ 1373232 w 3689114"/>
              <a:gd name="connsiteY108" fmla="*/ 2595572 h 2607908"/>
              <a:gd name="connsiteX109" fmla="*/ 1383689 w 3689114"/>
              <a:gd name="connsiteY109" fmla="*/ 2585115 h 2607908"/>
              <a:gd name="connsiteX110" fmla="*/ 2190208 w 3689114"/>
              <a:gd name="connsiteY110" fmla="*/ 2584410 h 2607908"/>
              <a:gd name="connsiteX111" fmla="*/ 2201370 w 3689114"/>
              <a:gd name="connsiteY111" fmla="*/ 2595572 h 2607908"/>
              <a:gd name="connsiteX112" fmla="*/ 2190208 w 3689114"/>
              <a:gd name="connsiteY112" fmla="*/ 2606734 h 2607908"/>
              <a:gd name="connsiteX113" fmla="*/ 2179046 w 3689114"/>
              <a:gd name="connsiteY113" fmla="*/ 2595572 h 2607908"/>
              <a:gd name="connsiteX114" fmla="*/ 2190208 w 3689114"/>
              <a:gd name="connsiteY114" fmla="*/ 2584410 h 2607908"/>
              <a:gd name="connsiteX115" fmla="*/ 1498906 w 3689114"/>
              <a:gd name="connsiteY115" fmla="*/ 2584410 h 2607908"/>
              <a:gd name="connsiteX116" fmla="*/ 1510068 w 3689114"/>
              <a:gd name="connsiteY116" fmla="*/ 2595572 h 2607908"/>
              <a:gd name="connsiteX117" fmla="*/ 1498906 w 3689114"/>
              <a:gd name="connsiteY117" fmla="*/ 2606734 h 2607908"/>
              <a:gd name="connsiteX118" fmla="*/ 1487744 w 3689114"/>
              <a:gd name="connsiteY118" fmla="*/ 2595572 h 2607908"/>
              <a:gd name="connsiteX119" fmla="*/ 1498906 w 3689114"/>
              <a:gd name="connsiteY119" fmla="*/ 2584410 h 2607908"/>
              <a:gd name="connsiteX120" fmla="*/ 2074991 w 3689114"/>
              <a:gd name="connsiteY120" fmla="*/ 2583830 h 2607908"/>
              <a:gd name="connsiteX121" fmla="*/ 2086733 w 3689114"/>
              <a:gd name="connsiteY121" fmla="*/ 2595572 h 2607908"/>
              <a:gd name="connsiteX122" fmla="*/ 2074991 w 3689114"/>
              <a:gd name="connsiteY122" fmla="*/ 2607314 h 2607908"/>
              <a:gd name="connsiteX123" fmla="*/ 2063249 w 3689114"/>
              <a:gd name="connsiteY123" fmla="*/ 2595572 h 2607908"/>
              <a:gd name="connsiteX124" fmla="*/ 2074991 w 3689114"/>
              <a:gd name="connsiteY124" fmla="*/ 2583830 h 2607908"/>
              <a:gd name="connsiteX125" fmla="*/ 1614123 w 3689114"/>
              <a:gd name="connsiteY125" fmla="*/ 2583830 h 2607908"/>
              <a:gd name="connsiteX126" fmla="*/ 1625865 w 3689114"/>
              <a:gd name="connsiteY126" fmla="*/ 2595572 h 2607908"/>
              <a:gd name="connsiteX127" fmla="*/ 1614123 w 3689114"/>
              <a:gd name="connsiteY127" fmla="*/ 2607314 h 2607908"/>
              <a:gd name="connsiteX128" fmla="*/ 1602381 w 3689114"/>
              <a:gd name="connsiteY128" fmla="*/ 2595572 h 2607908"/>
              <a:gd name="connsiteX129" fmla="*/ 1614123 w 3689114"/>
              <a:gd name="connsiteY129" fmla="*/ 2583830 h 2607908"/>
              <a:gd name="connsiteX130" fmla="*/ 1959774 w 3689114"/>
              <a:gd name="connsiteY130" fmla="*/ 2583386 h 2607908"/>
              <a:gd name="connsiteX131" fmla="*/ 1971960 w 3689114"/>
              <a:gd name="connsiteY131" fmla="*/ 2595572 h 2607908"/>
              <a:gd name="connsiteX132" fmla="*/ 1959774 w 3689114"/>
              <a:gd name="connsiteY132" fmla="*/ 2607758 h 2607908"/>
              <a:gd name="connsiteX133" fmla="*/ 1947588 w 3689114"/>
              <a:gd name="connsiteY133" fmla="*/ 2595572 h 2607908"/>
              <a:gd name="connsiteX134" fmla="*/ 1959774 w 3689114"/>
              <a:gd name="connsiteY134" fmla="*/ 2583386 h 2607908"/>
              <a:gd name="connsiteX135" fmla="*/ 1729340 w 3689114"/>
              <a:gd name="connsiteY135" fmla="*/ 2583386 h 2607908"/>
              <a:gd name="connsiteX136" fmla="*/ 1741526 w 3689114"/>
              <a:gd name="connsiteY136" fmla="*/ 2595572 h 2607908"/>
              <a:gd name="connsiteX137" fmla="*/ 1729340 w 3689114"/>
              <a:gd name="connsiteY137" fmla="*/ 2607758 h 2607908"/>
              <a:gd name="connsiteX138" fmla="*/ 1717154 w 3689114"/>
              <a:gd name="connsiteY138" fmla="*/ 2595572 h 2607908"/>
              <a:gd name="connsiteX139" fmla="*/ 1729340 w 3689114"/>
              <a:gd name="connsiteY139" fmla="*/ 2583386 h 2607908"/>
              <a:gd name="connsiteX140" fmla="*/ 1844558 w 3689114"/>
              <a:gd name="connsiteY140" fmla="*/ 2583236 h 2607908"/>
              <a:gd name="connsiteX141" fmla="*/ 1856893 w 3689114"/>
              <a:gd name="connsiteY141" fmla="*/ 2595572 h 2607908"/>
              <a:gd name="connsiteX142" fmla="*/ 1844558 w 3689114"/>
              <a:gd name="connsiteY142" fmla="*/ 2607908 h 2607908"/>
              <a:gd name="connsiteX143" fmla="*/ 1832221 w 3689114"/>
              <a:gd name="connsiteY143" fmla="*/ 2595572 h 2607908"/>
              <a:gd name="connsiteX144" fmla="*/ 1844558 w 3689114"/>
              <a:gd name="connsiteY144" fmla="*/ 2583236 h 2607908"/>
              <a:gd name="connsiteX145" fmla="*/ 3515204 w 3689114"/>
              <a:gd name="connsiteY145" fmla="*/ 2494563 h 2607908"/>
              <a:gd name="connsiteX146" fmla="*/ 3516432 w 3689114"/>
              <a:gd name="connsiteY146" fmla="*/ 2495791 h 2607908"/>
              <a:gd name="connsiteX147" fmla="*/ 3515204 w 3689114"/>
              <a:gd name="connsiteY147" fmla="*/ 2497018 h 2607908"/>
              <a:gd name="connsiteX148" fmla="*/ 3513976 w 3689114"/>
              <a:gd name="connsiteY148" fmla="*/ 2495791 h 2607908"/>
              <a:gd name="connsiteX149" fmla="*/ 3515204 w 3689114"/>
              <a:gd name="connsiteY149" fmla="*/ 2494563 h 2607908"/>
              <a:gd name="connsiteX150" fmla="*/ 173910 w 3689114"/>
              <a:gd name="connsiteY150" fmla="*/ 2494563 h 2607908"/>
              <a:gd name="connsiteX151" fmla="*/ 175139 w 3689114"/>
              <a:gd name="connsiteY151" fmla="*/ 2495791 h 2607908"/>
              <a:gd name="connsiteX152" fmla="*/ 173910 w 3689114"/>
              <a:gd name="connsiteY152" fmla="*/ 2497018 h 2607908"/>
              <a:gd name="connsiteX153" fmla="*/ 172683 w 3689114"/>
              <a:gd name="connsiteY153" fmla="*/ 2495791 h 2607908"/>
              <a:gd name="connsiteX154" fmla="*/ 173910 w 3689114"/>
              <a:gd name="connsiteY154" fmla="*/ 2494563 h 2607908"/>
              <a:gd name="connsiteX155" fmla="*/ 3399987 w 3689114"/>
              <a:gd name="connsiteY155" fmla="*/ 2493969 h 2607908"/>
              <a:gd name="connsiteX156" fmla="*/ 3401809 w 3689114"/>
              <a:gd name="connsiteY156" fmla="*/ 2495791 h 2607908"/>
              <a:gd name="connsiteX157" fmla="*/ 3399987 w 3689114"/>
              <a:gd name="connsiteY157" fmla="*/ 2497613 h 2607908"/>
              <a:gd name="connsiteX158" fmla="*/ 3398165 w 3689114"/>
              <a:gd name="connsiteY158" fmla="*/ 2495791 h 2607908"/>
              <a:gd name="connsiteX159" fmla="*/ 3399987 w 3689114"/>
              <a:gd name="connsiteY159" fmla="*/ 2493969 h 2607908"/>
              <a:gd name="connsiteX160" fmla="*/ 289128 w 3689114"/>
              <a:gd name="connsiteY160" fmla="*/ 2493969 h 2607908"/>
              <a:gd name="connsiteX161" fmla="*/ 290950 w 3689114"/>
              <a:gd name="connsiteY161" fmla="*/ 2495791 h 2607908"/>
              <a:gd name="connsiteX162" fmla="*/ 289128 w 3689114"/>
              <a:gd name="connsiteY162" fmla="*/ 2497613 h 2607908"/>
              <a:gd name="connsiteX163" fmla="*/ 287307 w 3689114"/>
              <a:gd name="connsiteY163" fmla="*/ 2495791 h 2607908"/>
              <a:gd name="connsiteX164" fmla="*/ 289128 w 3689114"/>
              <a:gd name="connsiteY164" fmla="*/ 2493969 h 2607908"/>
              <a:gd name="connsiteX165" fmla="*/ 3284770 w 3689114"/>
              <a:gd name="connsiteY165" fmla="*/ 2493192 h 2607908"/>
              <a:gd name="connsiteX166" fmla="*/ 3287370 w 3689114"/>
              <a:gd name="connsiteY166" fmla="*/ 2495791 h 2607908"/>
              <a:gd name="connsiteX167" fmla="*/ 3284770 w 3689114"/>
              <a:gd name="connsiteY167" fmla="*/ 2498391 h 2607908"/>
              <a:gd name="connsiteX168" fmla="*/ 3282170 w 3689114"/>
              <a:gd name="connsiteY168" fmla="*/ 2495791 h 2607908"/>
              <a:gd name="connsiteX169" fmla="*/ 3284770 w 3689114"/>
              <a:gd name="connsiteY169" fmla="*/ 2493192 h 2607908"/>
              <a:gd name="connsiteX170" fmla="*/ 404345 w 3689114"/>
              <a:gd name="connsiteY170" fmla="*/ 2493192 h 2607908"/>
              <a:gd name="connsiteX171" fmla="*/ 406945 w 3689114"/>
              <a:gd name="connsiteY171" fmla="*/ 2495791 h 2607908"/>
              <a:gd name="connsiteX172" fmla="*/ 404345 w 3689114"/>
              <a:gd name="connsiteY172" fmla="*/ 2498391 h 2607908"/>
              <a:gd name="connsiteX173" fmla="*/ 401744 w 3689114"/>
              <a:gd name="connsiteY173" fmla="*/ 2495791 h 2607908"/>
              <a:gd name="connsiteX174" fmla="*/ 404345 w 3689114"/>
              <a:gd name="connsiteY174" fmla="*/ 2493192 h 2607908"/>
              <a:gd name="connsiteX175" fmla="*/ 3169553 w 3689114"/>
              <a:gd name="connsiteY175" fmla="*/ 2492361 h 2607908"/>
              <a:gd name="connsiteX176" fmla="*/ 3172983 w 3689114"/>
              <a:gd name="connsiteY176" fmla="*/ 2495791 h 2607908"/>
              <a:gd name="connsiteX177" fmla="*/ 3169553 w 3689114"/>
              <a:gd name="connsiteY177" fmla="*/ 2499222 h 2607908"/>
              <a:gd name="connsiteX178" fmla="*/ 3166122 w 3689114"/>
              <a:gd name="connsiteY178" fmla="*/ 2495791 h 2607908"/>
              <a:gd name="connsiteX179" fmla="*/ 3169553 w 3689114"/>
              <a:gd name="connsiteY179" fmla="*/ 2492361 h 2607908"/>
              <a:gd name="connsiteX180" fmla="*/ 519562 w 3689114"/>
              <a:gd name="connsiteY180" fmla="*/ 2492361 h 2607908"/>
              <a:gd name="connsiteX181" fmla="*/ 522992 w 3689114"/>
              <a:gd name="connsiteY181" fmla="*/ 2495791 h 2607908"/>
              <a:gd name="connsiteX182" fmla="*/ 519562 w 3689114"/>
              <a:gd name="connsiteY182" fmla="*/ 2499222 h 2607908"/>
              <a:gd name="connsiteX183" fmla="*/ 516132 w 3689114"/>
              <a:gd name="connsiteY183" fmla="*/ 2495791 h 2607908"/>
              <a:gd name="connsiteX184" fmla="*/ 519562 w 3689114"/>
              <a:gd name="connsiteY184" fmla="*/ 2492361 h 2607908"/>
              <a:gd name="connsiteX185" fmla="*/ 3054336 w 3689114"/>
              <a:gd name="connsiteY185" fmla="*/ 2491327 h 2607908"/>
              <a:gd name="connsiteX186" fmla="*/ 3058799 w 3689114"/>
              <a:gd name="connsiteY186" fmla="*/ 2495791 h 2607908"/>
              <a:gd name="connsiteX187" fmla="*/ 3054336 w 3689114"/>
              <a:gd name="connsiteY187" fmla="*/ 2500255 h 2607908"/>
              <a:gd name="connsiteX188" fmla="*/ 3049871 w 3689114"/>
              <a:gd name="connsiteY188" fmla="*/ 2495791 h 2607908"/>
              <a:gd name="connsiteX189" fmla="*/ 3054336 w 3689114"/>
              <a:gd name="connsiteY189" fmla="*/ 2491327 h 2607908"/>
              <a:gd name="connsiteX190" fmla="*/ 634779 w 3689114"/>
              <a:gd name="connsiteY190" fmla="*/ 2491327 h 2607908"/>
              <a:gd name="connsiteX191" fmla="*/ 639242 w 3689114"/>
              <a:gd name="connsiteY191" fmla="*/ 2495791 h 2607908"/>
              <a:gd name="connsiteX192" fmla="*/ 634779 w 3689114"/>
              <a:gd name="connsiteY192" fmla="*/ 2500255 h 2607908"/>
              <a:gd name="connsiteX193" fmla="*/ 630316 w 3689114"/>
              <a:gd name="connsiteY193" fmla="*/ 2495791 h 2607908"/>
              <a:gd name="connsiteX194" fmla="*/ 634779 w 3689114"/>
              <a:gd name="connsiteY194" fmla="*/ 2491327 h 2607908"/>
              <a:gd name="connsiteX195" fmla="*/ 2939119 w 3689114"/>
              <a:gd name="connsiteY195" fmla="*/ 2490264 h 2607908"/>
              <a:gd name="connsiteX196" fmla="*/ 2944646 w 3689114"/>
              <a:gd name="connsiteY196" fmla="*/ 2495791 h 2607908"/>
              <a:gd name="connsiteX197" fmla="*/ 2939119 w 3689114"/>
              <a:gd name="connsiteY197" fmla="*/ 2501318 h 2607908"/>
              <a:gd name="connsiteX198" fmla="*/ 2933592 w 3689114"/>
              <a:gd name="connsiteY198" fmla="*/ 2495791 h 2607908"/>
              <a:gd name="connsiteX199" fmla="*/ 2939119 w 3689114"/>
              <a:gd name="connsiteY199" fmla="*/ 2490264 h 2607908"/>
              <a:gd name="connsiteX200" fmla="*/ 749995 w 3689114"/>
              <a:gd name="connsiteY200" fmla="*/ 2490264 h 2607908"/>
              <a:gd name="connsiteX201" fmla="*/ 755523 w 3689114"/>
              <a:gd name="connsiteY201" fmla="*/ 2495791 h 2607908"/>
              <a:gd name="connsiteX202" fmla="*/ 749995 w 3689114"/>
              <a:gd name="connsiteY202" fmla="*/ 2501318 h 2607908"/>
              <a:gd name="connsiteX203" fmla="*/ 744468 w 3689114"/>
              <a:gd name="connsiteY203" fmla="*/ 2495791 h 2607908"/>
              <a:gd name="connsiteX204" fmla="*/ 749995 w 3689114"/>
              <a:gd name="connsiteY204" fmla="*/ 2490264 h 2607908"/>
              <a:gd name="connsiteX205" fmla="*/ 865212 w 3689114"/>
              <a:gd name="connsiteY205" fmla="*/ 2489202 h 2607908"/>
              <a:gd name="connsiteX206" fmla="*/ 871802 w 3689114"/>
              <a:gd name="connsiteY206" fmla="*/ 2495791 h 2607908"/>
              <a:gd name="connsiteX207" fmla="*/ 865212 w 3689114"/>
              <a:gd name="connsiteY207" fmla="*/ 2502381 h 2607908"/>
              <a:gd name="connsiteX208" fmla="*/ 858623 w 3689114"/>
              <a:gd name="connsiteY208" fmla="*/ 2495791 h 2607908"/>
              <a:gd name="connsiteX209" fmla="*/ 865212 w 3689114"/>
              <a:gd name="connsiteY209" fmla="*/ 2489202 h 2607908"/>
              <a:gd name="connsiteX210" fmla="*/ 2823902 w 3689114"/>
              <a:gd name="connsiteY210" fmla="*/ 2489091 h 2607908"/>
              <a:gd name="connsiteX211" fmla="*/ 2830602 w 3689114"/>
              <a:gd name="connsiteY211" fmla="*/ 2495792 h 2607908"/>
              <a:gd name="connsiteX212" fmla="*/ 2823902 w 3689114"/>
              <a:gd name="connsiteY212" fmla="*/ 2502492 h 2607908"/>
              <a:gd name="connsiteX213" fmla="*/ 2817201 w 3689114"/>
              <a:gd name="connsiteY213" fmla="*/ 2495792 h 2607908"/>
              <a:gd name="connsiteX214" fmla="*/ 2823902 w 3689114"/>
              <a:gd name="connsiteY214" fmla="*/ 2489091 h 2607908"/>
              <a:gd name="connsiteX215" fmla="*/ 2708685 w 3689114"/>
              <a:gd name="connsiteY215" fmla="*/ 2488049 h 2607908"/>
              <a:gd name="connsiteX216" fmla="*/ 2716427 w 3689114"/>
              <a:gd name="connsiteY216" fmla="*/ 2495792 h 2607908"/>
              <a:gd name="connsiteX217" fmla="*/ 2708685 w 3689114"/>
              <a:gd name="connsiteY217" fmla="*/ 2503533 h 2607908"/>
              <a:gd name="connsiteX218" fmla="*/ 2700943 w 3689114"/>
              <a:gd name="connsiteY218" fmla="*/ 2495792 h 2607908"/>
              <a:gd name="connsiteX219" fmla="*/ 2708685 w 3689114"/>
              <a:gd name="connsiteY219" fmla="*/ 2488049 h 2607908"/>
              <a:gd name="connsiteX220" fmla="*/ 980430 w 3689114"/>
              <a:gd name="connsiteY220" fmla="*/ 2488049 h 2607908"/>
              <a:gd name="connsiteX221" fmla="*/ 988172 w 3689114"/>
              <a:gd name="connsiteY221" fmla="*/ 2495792 h 2607908"/>
              <a:gd name="connsiteX222" fmla="*/ 980430 w 3689114"/>
              <a:gd name="connsiteY222" fmla="*/ 2503533 h 2607908"/>
              <a:gd name="connsiteX223" fmla="*/ 972687 w 3689114"/>
              <a:gd name="connsiteY223" fmla="*/ 2495792 h 2607908"/>
              <a:gd name="connsiteX224" fmla="*/ 980430 w 3689114"/>
              <a:gd name="connsiteY224" fmla="*/ 2488049 h 2607908"/>
              <a:gd name="connsiteX225" fmla="*/ 2593468 w 3689114"/>
              <a:gd name="connsiteY225" fmla="*/ 2486805 h 2607908"/>
              <a:gd name="connsiteX226" fmla="*/ 2602454 w 3689114"/>
              <a:gd name="connsiteY226" fmla="*/ 2495791 h 2607908"/>
              <a:gd name="connsiteX227" fmla="*/ 2593468 w 3689114"/>
              <a:gd name="connsiteY227" fmla="*/ 2504777 h 2607908"/>
              <a:gd name="connsiteX228" fmla="*/ 2584482 w 3689114"/>
              <a:gd name="connsiteY228" fmla="*/ 2495791 h 2607908"/>
              <a:gd name="connsiteX229" fmla="*/ 2593468 w 3689114"/>
              <a:gd name="connsiteY229" fmla="*/ 2486805 h 2607908"/>
              <a:gd name="connsiteX230" fmla="*/ 1095646 w 3689114"/>
              <a:gd name="connsiteY230" fmla="*/ 2486805 h 2607908"/>
              <a:gd name="connsiteX231" fmla="*/ 1104632 w 3689114"/>
              <a:gd name="connsiteY231" fmla="*/ 2495791 h 2607908"/>
              <a:gd name="connsiteX232" fmla="*/ 1095646 w 3689114"/>
              <a:gd name="connsiteY232" fmla="*/ 2504777 h 2607908"/>
              <a:gd name="connsiteX233" fmla="*/ 1086661 w 3689114"/>
              <a:gd name="connsiteY233" fmla="*/ 2495791 h 2607908"/>
              <a:gd name="connsiteX234" fmla="*/ 1095646 w 3689114"/>
              <a:gd name="connsiteY234" fmla="*/ 2486805 h 2607908"/>
              <a:gd name="connsiteX235" fmla="*/ 2478251 w 3689114"/>
              <a:gd name="connsiteY235" fmla="*/ 2485610 h 2607908"/>
              <a:gd name="connsiteX236" fmla="*/ 2488433 w 3689114"/>
              <a:gd name="connsiteY236" fmla="*/ 2495792 h 2607908"/>
              <a:gd name="connsiteX237" fmla="*/ 2478251 w 3689114"/>
              <a:gd name="connsiteY237" fmla="*/ 2505973 h 2607908"/>
              <a:gd name="connsiteX238" fmla="*/ 2468069 w 3689114"/>
              <a:gd name="connsiteY238" fmla="*/ 2495792 h 2607908"/>
              <a:gd name="connsiteX239" fmla="*/ 2478251 w 3689114"/>
              <a:gd name="connsiteY239" fmla="*/ 2485610 h 2607908"/>
              <a:gd name="connsiteX240" fmla="*/ 1210864 w 3689114"/>
              <a:gd name="connsiteY240" fmla="*/ 2485610 h 2607908"/>
              <a:gd name="connsiteX241" fmla="*/ 1221045 w 3689114"/>
              <a:gd name="connsiteY241" fmla="*/ 2495792 h 2607908"/>
              <a:gd name="connsiteX242" fmla="*/ 1210864 w 3689114"/>
              <a:gd name="connsiteY242" fmla="*/ 2505973 h 2607908"/>
              <a:gd name="connsiteX243" fmla="*/ 1200682 w 3689114"/>
              <a:gd name="connsiteY243" fmla="*/ 2495792 h 2607908"/>
              <a:gd name="connsiteX244" fmla="*/ 1210864 w 3689114"/>
              <a:gd name="connsiteY244" fmla="*/ 2485610 h 2607908"/>
              <a:gd name="connsiteX245" fmla="*/ 2363033 w 3689114"/>
              <a:gd name="connsiteY245" fmla="*/ 2484629 h 2607908"/>
              <a:gd name="connsiteX246" fmla="*/ 2374195 w 3689114"/>
              <a:gd name="connsiteY246" fmla="*/ 2495791 h 2607908"/>
              <a:gd name="connsiteX247" fmla="*/ 2363033 w 3689114"/>
              <a:gd name="connsiteY247" fmla="*/ 2506953 h 2607908"/>
              <a:gd name="connsiteX248" fmla="*/ 2351872 w 3689114"/>
              <a:gd name="connsiteY248" fmla="*/ 2495791 h 2607908"/>
              <a:gd name="connsiteX249" fmla="*/ 2363033 w 3689114"/>
              <a:gd name="connsiteY249" fmla="*/ 2484629 h 2607908"/>
              <a:gd name="connsiteX250" fmla="*/ 1326080 w 3689114"/>
              <a:gd name="connsiteY250" fmla="*/ 2484629 h 2607908"/>
              <a:gd name="connsiteX251" fmla="*/ 1337243 w 3689114"/>
              <a:gd name="connsiteY251" fmla="*/ 2495791 h 2607908"/>
              <a:gd name="connsiteX252" fmla="*/ 1326080 w 3689114"/>
              <a:gd name="connsiteY252" fmla="*/ 2506953 h 2607908"/>
              <a:gd name="connsiteX253" fmla="*/ 1314919 w 3689114"/>
              <a:gd name="connsiteY253" fmla="*/ 2495791 h 2607908"/>
              <a:gd name="connsiteX254" fmla="*/ 1326080 w 3689114"/>
              <a:gd name="connsiteY254" fmla="*/ 2484629 h 2607908"/>
              <a:gd name="connsiteX255" fmla="*/ 2247817 w 3689114"/>
              <a:gd name="connsiteY255" fmla="*/ 2483605 h 2607908"/>
              <a:gd name="connsiteX256" fmla="*/ 2260002 w 3689114"/>
              <a:gd name="connsiteY256" fmla="*/ 2495792 h 2607908"/>
              <a:gd name="connsiteX257" fmla="*/ 2247817 w 3689114"/>
              <a:gd name="connsiteY257" fmla="*/ 2507977 h 2607908"/>
              <a:gd name="connsiteX258" fmla="*/ 2235631 w 3689114"/>
              <a:gd name="connsiteY258" fmla="*/ 2495792 h 2607908"/>
              <a:gd name="connsiteX259" fmla="*/ 2247817 w 3689114"/>
              <a:gd name="connsiteY259" fmla="*/ 2483605 h 2607908"/>
              <a:gd name="connsiteX260" fmla="*/ 1441298 w 3689114"/>
              <a:gd name="connsiteY260" fmla="*/ 2483605 h 2607908"/>
              <a:gd name="connsiteX261" fmla="*/ 1453484 w 3689114"/>
              <a:gd name="connsiteY261" fmla="*/ 2495792 h 2607908"/>
              <a:gd name="connsiteX262" fmla="*/ 1441298 w 3689114"/>
              <a:gd name="connsiteY262" fmla="*/ 2507977 h 2607908"/>
              <a:gd name="connsiteX263" fmla="*/ 1429112 w 3689114"/>
              <a:gd name="connsiteY263" fmla="*/ 2495792 h 2607908"/>
              <a:gd name="connsiteX264" fmla="*/ 1441298 w 3689114"/>
              <a:gd name="connsiteY264" fmla="*/ 2483605 h 2607908"/>
              <a:gd name="connsiteX265" fmla="*/ 1556514 w 3689114"/>
              <a:gd name="connsiteY265" fmla="*/ 2482847 h 2607908"/>
              <a:gd name="connsiteX266" fmla="*/ 1569459 w 3689114"/>
              <a:gd name="connsiteY266" fmla="*/ 2495791 h 2607908"/>
              <a:gd name="connsiteX267" fmla="*/ 1556514 w 3689114"/>
              <a:gd name="connsiteY267" fmla="*/ 2508736 h 2607908"/>
              <a:gd name="connsiteX268" fmla="*/ 1543570 w 3689114"/>
              <a:gd name="connsiteY268" fmla="*/ 2495791 h 2607908"/>
              <a:gd name="connsiteX269" fmla="*/ 1556514 w 3689114"/>
              <a:gd name="connsiteY269" fmla="*/ 2482847 h 2607908"/>
              <a:gd name="connsiteX270" fmla="*/ 2132600 w 3689114"/>
              <a:gd name="connsiteY270" fmla="*/ 2482692 h 2607908"/>
              <a:gd name="connsiteX271" fmla="*/ 2145699 w 3689114"/>
              <a:gd name="connsiteY271" fmla="*/ 2495791 h 2607908"/>
              <a:gd name="connsiteX272" fmla="*/ 2132600 w 3689114"/>
              <a:gd name="connsiteY272" fmla="*/ 2508890 h 2607908"/>
              <a:gd name="connsiteX273" fmla="*/ 2119501 w 3689114"/>
              <a:gd name="connsiteY273" fmla="*/ 2495791 h 2607908"/>
              <a:gd name="connsiteX274" fmla="*/ 2132600 w 3689114"/>
              <a:gd name="connsiteY274" fmla="*/ 2482692 h 2607908"/>
              <a:gd name="connsiteX275" fmla="*/ 2017383 w 3689114"/>
              <a:gd name="connsiteY275" fmla="*/ 2482224 h 2607908"/>
              <a:gd name="connsiteX276" fmla="*/ 2030950 w 3689114"/>
              <a:gd name="connsiteY276" fmla="*/ 2495792 h 2607908"/>
              <a:gd name="connsiteX277" fmla="*/ 2017383 w 3689114"/>
              <a:gd name="connsiteY277" fmla="*/ 2509359 h 2607908"/>
              <a:gd name="connsiteX278" fmla="*/ 2003815 w 3689114"/>
              <a:gd name="connsiteY278" fmla="*/ 2495792 h 2607908"/>
              <a:gd name="connsiteX279" fmla="*/ 2017383 w 3689114"/>
              <a:gd name="connsiteY279" fmla="*/ 2482224 h 2607908"/>
              <a:gd name="connsiteX280" fmla="*/ 1671732 w 3689114"/>
              <a:gd name="connsiteY280" fmla="*/ 2482224 h 2607908"/>
              <a:gd name="connsiteX281" fmla="*/ 1685299 w 3689114"/>
              <a:gd name="connsiteY281" fmla="*/ 2495792 h 2607908"/>
              <a:gd name="connsiteX282" fmla="*/ 1671732 w 3689114"/>
              <a:gd name="connsiteY282" fmla="*/ 2509359 h 2607908"/>
              <a:gd name="connsiteX283" fmla="*/ 1658165 w 3689114"/>
              <a:gd name="connsiteY283" fmla="*/ 2495792 h 2607908"/>
              <a:gd name="connsiteX284" fmla="*/ 1671732 w 3689114"/>
              <a:gd name="connsiteY284" fmla="*/ 2482224 h 2607908"/>
              <a:gd name="connsiteX285" fmla="*/ 1902166 w 3689114"/>
              <a:gd name="connsiteY285" fmla="*/ 2481907 h 2607908"/>
              <a:gd name="connsiteX286" fmla="*/ 1916050 w 3689114"/>
              <a:gd name="connsiteY286" fmla="*/ 2495791 h 2607908"/>
              <a:gd name="connsiteX287" fmla="*/ 1902166 w 3689114"/>
              <a:gd name="connsiteY287" fmla="*/ 2509675 h 2607908"/>
              <a:gd name="connsiteX288" fmla="*/ 1888282 w 3689114"/>
              <a:gd name="connsiteY288" fmla="*/ 2495791 h 2607908"/>
              <a:gd name="connsiteX289" fmla="*/ 1902166 w 3689114"/>
              <a:gd name="connsiteY289" fmla="*/ 2481907 h 2607908"/>
              <a:gd name="connsiteX290" fmla="*/ 1786949 w 3689114"/>
              <a:gd name="connsiteY290" fmla="*/ 2481907 h 2607908"/>
              <a:gd name="connsiteX291" fmla="*/ 1800833 w 3689114"/>
              <a:gd name="connsiteY291" fmla="*/ 2495791 h 2607908"/>
              <a:gd name="connsiteX292" fmla="*/ 1786949 w 3689114"/>
              <a:gd name="connsiteY292" fmla="*/ 2509675 h 2607908"/>
              <a:gd name="connsiteX293" fmla="*/ 1773065 w 3689114"/>
              <a:gd name="connsiteY293" fmla="*/ 2495791 h 2607908"/>
              <a:gd name="connsiteX294" fmla="*/ 1786949 w 3689114"/>
              <a:gd name="connsiteY294" fmla="*/ 2481907 h 2607908"/>
              <a:gd name="connsiteX295" fmla="*/ 3572813 w 3689114"/>
              <a:gd name="connsiteY295" fmla="*/ 2394831 h 2607908"/>
              <a:gd name="connsiteX296" fmla="*/ 3573992 w 3689114"/>
              <a:gd name="connsiteY296" fmla="*/ 2396010 h 2607908"/>
              <a:gd name="connsiteX297" fmla="*/ 3572813 w 3689114"/>
              <a:gd name="connsiteY297" fmla="*/ 2397189 h 2607908"/>
              <a:gd name="connsiteX298" fmla="*/ 3571634 w 3689114"/>
              <a:gd name="connsiteY298" fmla="*/ 2396010 h 2607908"/>
              <a:gd name="connsiteX299" fmla="*/ 3572813 w 3689114"/>
              <a:gd name="connsiteY299" fmla="*/ 2394831 h 2607908"/>
              <a:gd name="connsiteX300" fmla="*/ 116302 w 3689114"/>
              <a:gd name="connsiteY300" fmla="*/ 2394831 h 2607908"/>
              <a:gd name="connsiteX301" fmla="*/ 117481 w 3689114"/>
              <a:gd name="connsiteY301" fmla="*/ 2396010 h 2607908"/>
              <a:gd name="connsiteX302" fmla="*/ 116302 w 3689114"/>
              <a:gd name="connsiteY302" fmla="*/ 2397189 h 2607908"/>
              <a:gd name="connsiteX303" fmla="*/ 115123 w 3689114"/>
              <a:gd name="connsiteY303" fmla="*/ 2396010 h 2607908"/>
              <a:gd name="connsiteX304" fmla="*/ 116302 w 3689114"/>
              <a:gd name="connsiteY304" fmla="*/ 2394831 h 2607908"/>
              <a:gd name="connsiteX305" fmla="*/ 3457595 w 3689114"/>
              <a:gd name="connsiteY305" fmla="*/ 2394247 h 2607908"/>
              <a:gd name="connsiteX306" fmla="*/ 3459359 w 3689114"/>
              <a:gd name="connsiteY306" fmla="*/ 2396010 h 2607908"/>
              <a:gd name="connsiteX307" fmla="*/ 3457595 w 3689114"/>
              <a:gd name="connsiteY307" fmla="*/ 2397774 h 2607908"/>
              <a:gd name="connsiteX308" fmla="*/ 3455832 w 3689114"/>
              <a:gd name="connsiteY308" fmla="*/ 2396010 h 2607908"/>
              <a:gd name="connsiteX309" fmla="*/ 3457595 w 3689114"/>
              <a:gd name="connsiteY309" fmla="*/ 2394247 h 2607908"/>
              <a:gd name="connsiteX310" fmla="*/ 231519 w 3689114"/>
              <a:gd name="connsiteY310" fmla="*/ 2394247 h 2607908"/>
              <a:gd name="connsiteX311" fmla="*/ 233283 w 3689114"/>
              <a:gd name="connsiteY311" fmla="*/ 2396010 h 2607908"/>
              <a:gd name="connsiteX312" fmla="*/ 231519 w 3689114"/>
              <a:gd name="connsiteY312" fmla="*/ 2397774 h 2607908"/>
              <a:gd name="connsiteX313" fmla="*/ 229757 w 3689114"/>
              <a:gd name="connsiteY313" fmla="*/ 2396010 h 2607908"/>
              <a:gd name="connsiteX314" fmla="*/ 231519 w 3689114"/>
              <a:gd name="connsiteY314" fmla="*/ 2394247 h 2607908"/>
              <a:gd name="connsiteX315" fmla="*/ 3342379 w 3689114"/>
              <a:gd name="connsiteY315" fmla="*/ 2393481 h 2607908"/>
              <a:gd name="connsiteX316" fmla="*/ 3344908 w 3689114"/>
              <a:gd name="connsiteY316" fmla="*/ 2396010 h 2607908"/>
              <a:gd name="connsiteX317" fmla="*/ 3342379 w 3689114"/>
              <a:gd name="connsiteY317" fmla="*/ 2398541 h 2607908"/>
              <a:gd name="connsiteX318" fmla="*/ 3339849 w 3689114"/>
              <a:gd name="connsiteY318" fmla="*/ 2396010 h 2607908"/>
              <a:gd name="connsiteX319" fmla="*/ 3342379 w 3689114"/>
              <a:gd name="connsiteY319" fmla="*/ 2393481 h 2607908"/>
              <a:gd name="connsiteX320" fmla="*/ 346736 w 3689114"/>
              <a:gd name="connsiteY320" fmla="*/ 2393481 h 2607908"/>
              <a:gd name="connsiteX321" fmla="*/ 349267 w 3689114"/>
              <a:gd name="connsiteY321" fmla="*/ 2396010 h 2607908"/>
              <a:gd name="connsiteX322" fmla="*/ 346736 w 3689114"/>
              <a:gd name="connsiteY322" fmla="*/ 2398541 h 2607908"/>
              <a:gd name="connsiteX323" fmla="*/ 344207 w 3689114"/>
              <a:gd name="connsiteY323" fmla="*/ 2396010 h 2607908"/>
              <a:gd name="connsiteX324" fmla="*/ 346736 w 3689114"/>
              <a:gd name="connsiteY324" fmla="*/ 2393481 h 2607908"/>
              <a:gd name="connsiteX325" fmla="*/ 3227162 w 3689114"/>
              <a:gd name="connsiteY325" fmla="*/ 2392660 h 2607908"/>
              <a:gd name="connsiteX326" fmla="*/ 3230512 w 3689114"/>
              <a:gd name="connsiteY326" fmla="*/ 2396010 h 2607908"/>
              <a:gd name="connsiteX327" fmla="*/ 3227162 w 3689114"/>
              <a:gd name="connsiteY327" fmla="*/ 2399361 h 2607908"/>
              <a:gd name="connsiteX328" fmla="*/ 3223812 w 3689114"/>
              <a:gd name="connsiteY328" fmla="*/ 2396010 h 2607908"/>
              <a:gd name="connsiteX329" fmla="*/ 3227162 w 3689114"/>
              <a:gd name="connsiteY329" fmla="*/ 2392660 h 2607908"/>
              <a:gd name="connsiteX330" fmla="*/ 461953 w 3689114"/>
              <a:gd name="connsiteY330" fmla="*/ 2392660 h 2607908"/>
              <a:gd name="connsiteX331" fmla="*/ 465304 w 3689114"/>
              <a:gd name="connsiteY331" fmla="*/ 2396010 h 2607908"/>
              <a:gd name="connsiteX332" fmla="*/ 461953 w 3689114"/>
              <a:gd name="connsiteY332" fmla="*/ 2399361 h 2607908"/>
              <a:gd name="connsiteX333" fmla="*/ 458603 w 3689114"/>
              <a:gd name="connsiteY333" fmla="*/ 2396010 h 2607908"/>
              <a:gd name="connsiteX334" fmla="*/ 461953 w 3689114"/>
              <a:gd name="connsiteY334" fmla="*/ 2392660 h 2607908"/>
              <a:gd name="connsiteX335" fmla="*/ 3111944 w 3689114"/>
              <a:gd name="connsiteY335" fmla="*/ 2391638 h 2607908"/>
              <a:gd name="connsiteX336" fmla="*/ 3116317 w 3689114"/>
              <a:gd name="connsiteY336" fmla="*/ 2396010 h 2607908"/>
              <a:gd name="connsiteX337" fmla="*/ 3111944 w 3689114"/>
              <a:gd name="connsiteY337" fmla="*/ 2400383 h 2607908"/>
              <a:gd name="connsiteX338" fmla="*/ 3107572 w 3689114"/>
              <a:gd name="connsiteY338" fmla="*/ 2396010 h 2607908"/>
              <a:gd name="connsiteX339" fmla="*/ 3111944 w 3689114"/>
              <a:gd name="connsiteY339" fmla="*/ 2391638 h 2607908"/>
              <a:gd name="connsiteX340" fmla="*/ 577170 w 3689114"/>
              <a:gd name="connsiteY340" fmla="*/ 2391638 h 2607908"/>
              <a:gd name="connsiteX341" fmla="*/ 581544 w 3689114"/>
              <a:gd name="connsiteY341" fmla="*/ 2396010 h 2607908"/>
              <a:gd name="connsiteX342" fmla="*/ 577170 w 3689114"/>
              <a:gd name="connsiteY342" fmla="*/ 2400383 h 2607908"/>
              <a:gd name="connsiteX343" fmla="*/ 572799 w 3689114"/>
              <a:gd name="connsiteY343" fmla="*/ 2396010 h 2607908"/>
              <a:gd name="connsiteX344" fmla="*/ 577170 w 3689114"/>
              <a:gd name="connsiteY344" fmla="*/ 2391638 h 2607908"/>
              <a:gd name="connsiteX345" fmla="*/ 2996728 w 3689114"/>
              <a:gd name="connsiteY345" fmla="*/ 2390483 h 2607908"/>
              <a:gd name="connsiteX346" fmla="*/ 3002255 w 3689114"/>
              <a:gd name="connsiteY346" fmla="*/ 2396010 h 2607908"/>
              <a:gd name="connsiteX347" fmla="*/ 2996728 w 3689114"/>
              <a:gd name="connsiteY347" fmla="*/ 2401538 h 2607908"/>
              <a:gd name="connsiteX348" fmla="*/ 2991201 w 3689114"/>
              <a:gd name="connsiteY348" fmla="*/ 2396010 h 2607908"/>
              <a:gd name="connsiteX349" fmla="*/ 2996728 w 3689114"/>
              <a:gd name="connsiteY349" fmla="*/ 2390483 h 2607908"/>
              <a:gd name="connsiteX350" fmla="*/ 692388 w 3689114"/>
              <a:gd name="connsiteY350" fmla="*/ 2390483 h 2607908"/>
              <a:gd name="connsiteX351" fmla="*/ 697915 w 3689114"/>
              <a:gd name="connsiteY351" fmla="*/ 2396010 h 2607908"/>
              <a:gd name="connsiteX352" fmla="*/ 692388 w 3689114"/>
              <a:gd name="connsiteY352" fmla="*/ 2401538 h 2607908"/>
              <a:gd name="connsiteX353" fmla="*/ 686861 w 3689114"/>
              <a:gd name="connsiteY353" fmla="*/ 2396010 h 2607908"/>
              <a:gd name="connsiteX354" fmla="*/ 692388 w 3689114"/>
              <a:gd name="connsiteY354" fmla="*/ 2390483 h 2607908"/>
              <a:gd name="connsiteX355" fmla="*/ 807604 w 3689114"/>
              <a:gd name="connsiteY355" fmla="*/ 2389421 h 2607908"/>
              <a:gd name="connsiteX356" fmla="*/ 814193 w 3689114"/>
              <a:gd name="connsiteY356" fmla="*/ 2396010 h 2607908"/>
              <a:gd name="connsiteX357" fmla="*/ 807604 w 3689114"/>
              <a:gd name="connsiteY357" fmla="*/ 2402600 h 2607908"/>
              <a:gd name="connsiteX358" fmla="*/ 801015 w 3689114"/>
              <a:gd name="connsiteY358" fmla="*/ 2396010 h 2607908"/>
              <a:gd name="connsiteX359" fmla="*/ 807604 w 3689114"/>
              <a:gd name="connsiteY359" fmla="*/ 2389421 h 2607908"/>
              <a:gd name="connsiteX360" fmla="*/ 2881510 w 3689114"/>
              <a:gd name="connsiteY360" fmla="*/ 2389309 h 2607908"/>
              <a:gd name="connsiteX361" fmla="*/ 2888210 w 3689114"/>
              <a:gd name="connsiteY361" fmla="*/ 2396010 h 2607908"/>
              <a:gd name="connsiteX362" fmla="*/ 2881510 w 3689114"/>
              <a:gd name="connsiteY362" fmla="*/ 2402710 h 2607908"/>
              <a:gd name="connsiteX363" fmla="*/ 2874810 w 3689114"/>
              <a:gd name="connsiteY363" fmla="*/ 2396010 h 2607908"/>
              <a:gd name="connsiteX364" fmla="*/ 2881510 w 3689114"/>
              <a:gd name="connsiteY364" fmla="*/ 2389309 h 2607908"/>
              <a:gd name="connsiteX365" fmla="*/ 2766293 w 3689114"/>
              <a:gd name="connsiteY365" fmla="*/ 2388027 h 2607908"/>
              <a:gd name="connsiteX366" fmla="*/ 2774277 w 3689114"/>
              <a:gd name="connsiteY366" fmla="*/ 2396010 h 2607908"/>
              <a:gd name="connsiteX367" fmla="*/ 2766293 w 3689114"/>
              <a:gd name="connsiteY367" fmla="*/ 2403994 h 2607908"/>
              <a:gd name="connsiteX368" fmla="*/ 2758310 w 3689114"/>
              <a:gd name="connsiteY368" fmla="*/ 2396010 h 2607908"/>
              <a:gd name="connsiteX369" fmla="*/ 2766293 w 3689114"/>
              <a:gd name="connsiteY369" fmla="*/ 2388027 h 2607908"/>
              <a:gd name="connsiteX370" fmla="*/ 922821 w 3689114"/>
              <a:gd name="connsiteY370" fmla="*/ 2388027 h 2607908"/>
              <a:gd name="connsiteX371" fmla="*/ 930805 w 3689114"/>
              <a:gd name="connsiteY371" fmla="*/ 2396010 h 2607908"/>
              <a:gd name="connsiteX372" fmla="*/ 922821 w 3689114"/>
              <a:gd name="connsiteY372" fmla="*/ 2403994 h 2607908"/>
              <a:gd name="connsiteX373" fmla="*/ 914837 w 3689114"/>
              <a:gd name="connsiteY373" fmla="*/ 2396010 h 2607908"/>
              <a:gd name="connsiteX374" fmla="*/ 922821 w 3689114"/>
              <a:gd name="connsiteY374" fmla="*/ 2388027 h 2607908"/>
              <a:gd name="connsiteX375" fmla="*/ 2651076 w 3689114"/>
              <a:gd name="connsiteY375" fmla="*/ 2386765 h 2607908"/>
              <a:gd name="connsiteX376" fmla="*/ 2660321 w 3689114"/>
              <a:gd name="connsiteY376" fmla="*/ 2396010 h 2607908"/>
              <a:gd name="connsiteX377" fmla="*/ 2651076 w 3689114"/>
              <a:gd name="connsiteY377" fmla="*/ 2405255 h 2607908"/>
              <a:gd name="connsiteX378" fmla="*/ 2641831 w 3689114"/>
              <a:gd name="connsiteY378" fmla="*/ 2396010 h 2607908"/>
              <a:gd name="connsiteX379" fmla="*/ 2651076 w 3689114"/>
              <a:gd name="connsiteY379" fmla="*/ 2386765 h 2607908"/>
              <a:gd name="connsiteX380" fmla="*/ 1038038 w 3689114"/>
              <a:gd name="connsiteY380" fmla="*/ 2386765 h 2607908"/>
              <a:gd name="connsiteX381" fmla="*/ 1047283 w 3689114"/>
              <a:gd name="connsiteY381" fmla="*/ 2396010 h 2607908"/>
              <a:gd name="connsiteX382" fmla="*/ 1038038 w 3689114"/>
              <a:gd name="connsiteY382" fmla="*/ 2405255 h 2607908"/>
              <a:gd name="connsiteX383" fmla="*/ 1028793 w 3689114"/>
              <a:gd name="connsiteY383" fmla="*/ 2396010 h 2607908"/>
              <a:gd name="connsiteX384" fmla="*/ 1038038 w 3689114"/>
              <a:gd name="connsiteY384" fmla="*/ 2386765 h 2607908"/>
              <a:gd name="connsiteX385" fmla="*/ 2535859 w 3689114"/>
              <a:gd name="connsiteY385" fmla="*/ 2385414 h 2607908"/>
              <a:gd name="connsiteX386" fmla="*/ 2546455 w 3689114"/>
              <a:gd name="connsiteY386" fmla="*/ 2396010 h 2607908"/>
              <a:gd name="connsiteX387" fmla="*/ 2535859 w 3689114"/>
              <a:gd name="connsiteY387" fmla="*/ 2406606 h 2607908"/>
              <a:gd name="connsiteX388" fmla="*/ 2525263 w 3689114"/>
              <a:gd name="connsiteY388" fmla="*/ 2396010 h 2607908"/>
              <a:gd name="connsiteX389" fmla="*/ 2535859 w 3689114"/>
              <a:gd name="connsiteY389" fmla="*/ 2385414 h 2607908"/>
              <a:gd name="connsiteX390" fmla="*/ 1153255 w 3689114"/>
              <a:gd name="connsiteY390" fmla="*/ 2385414 h 2607908"/>
              <a:gd name="connsiteX391" fmla="*/ 1163851 w 3689114"/>
              <a:gd name="connsiteY391" fmla="*/ 2396010 h 2607908"/>
              <a:gd name="connsiteX392" fmla="*/ 1153255 w 3689114"/>
              <a:gd name="connsiteY392" fmla="*/ 2406606 h 2607908"/>
              <a:gd name="connsiteX393" fmla="*/ 1142659 w 3689114"/>
              <a:gd name="connsiteY393" fmla="*/ 2396010 h 2607908"/>
              <a:gd name="connsiteX394" fmla="*/ 1153255 w 3689114"/>
              <a:gd name="connsiteY394" fmla="*/ 2385414 h 2607908"/>
              <a:gd name="connsiteX395" fmla="*/ 2420642 w 3689114"/>
              <a:gd name="connsiteY395" fmla="*/ 2384269 h 2607908"/>
              <a:gd name="connsiteX396" fmla="*/ 2432384 w 3689114"/>
              <a:gd name="connsiteY396" fmla="*/ 2396010 h 2607908"/>
              <a:gd name="connsiteX397" fmla="*/ 2420642 w 3689114"/>
              <a:gd name="connsiteY397" fmla="*/ 2407753 h 2607908"/>
              <a:gd name="connsiteX398" fmla="*/ 2408900 w 3689114"/>
              <a:gd name="connsiteY398" fmla="*/ 2396010 h 2607908"/>
              <a:gd name="connsiteX399" fmla="*/ 2420642 w 3689114"/>
              <a:gd name="connsiteY399" fmla="*/ 2384269 h 2607908"/>
              <a:gd name="connsiteX400" fmla="*/ 1268472 w 3689114"/>
              <a:gd name="connsiteY400" fmla="*/ 2384269 h 2607908"/>
              <a:gd name="connsiteX401" fmla="*/ 1280214 w 3689114"/>
              <a:gd name="connsiteY401" fmla="*/ 2396010 h 2607908"/>
              <a:gd name="connsiteX402" fmla="*/ 1268472 w 3689114"/>
              <a:gd name="connsiteY402" fmla="*/ 2407753 h 2607908"/>
              <a:gd name="connsiteX403" fmla="*/ 1256731 w 3689114"/>
              <a:gd name="connsiteY403" fmla="*/ 2396010 h 2607908"/>
              <a:gd name="connsiteX404" fmla="*/ 1268472 w 3689114"/>
              <a:gd name="connsiteY404" fmla="*/ 2384269 h 2607908"/>
              <a:gd name="connsiteX405" fmla="*/ 2305425 w 3689114"/>
              <a:gd name="connsiteY405" fmla="*/ 2382912 h 2607908"/>
              <a:gd name="connsiteX406" fmla="*/ 2318524 w 3689114"/>
              <a:gd name="connsiteY406" fmla="*/ 2396010 h 2607908"/>
              <a:gd name="connsiteX407" fmla="*/ 2305425 w 3689114"/>
              <a:gd name="connsiteY407" fmla="*/ 2409110 h 2607908"/>
              <a:gd name="connsiteX408" fmla="*/ 2292326 w 3689114"/>
              <a:gd name="connsiteY408" fmla="*/ 2396010 h 2607908"/>
              <a:gd name="connsiteX409" fmla="*/ 2305425 w 3689114"/>
              <a:gd name="connsiteY409" fmla="*/ 2382912 h 2607908"/>
              <a:gd name="connsiteX410" fmla="*/ 1383689 w 3689114"/>
              <a:gd name="connsiteY410" fmla="*/ 2382912 h 2607908"/>
              <a:gd name="connsiteX411" fmla="*/ 1396788 w 3689114"/>
              <a:gd name="connsiteY411" fmla="*/ 2396010 h 2607908"/>
              <a:gd name="connsiteX412" fmla="*/ 1383689 w 3689114"/>
              <a:gd name="connsiteY412" fmla="*/ 2409110 h 2607908"/>
              <a:gd name="connsiteX413" fmla="*/ 1370590 w 3689114"/>
              <a:gd name="connsiteY413" fmla="*/ 2396010 h 2607908"/>
              <a:gd name="connsiteX414" fmla="*/ 1383689 w 3689114"/>
              <a:gd name="connsiteY414" fmla="*/ 2382912 h 2607908"/>
              <a:gd name="connsiteX415" fmla="*/ 2190209 w 3689114"/>
              <a:gd name="connsiteY415" fmla="*/ 2381966 h 2607908"/>
              <a:gd name="connsiteX416" fmla="*/ 2204252 w 3689114"/>
              <a:gd name="connsiteY416" fmla="*/ 2396010 h 2607908"/>
              <a:gd name="connsiteX417" fmla="*/ 2190209 w 3689114"/>
              <a:gd name="connsiteY417" fmla="*/ 2410054 h 2607908"/>
              <a:gd name="connsiteX418" fmla="*/ 2176165 w 3689114"/>
              <a:gd name="connsiteY418" fmla="*/ 2396010 h 2607908"/>
              <a:gd name="connsiteX419" fmla="*/ 2190209 w 3689114"/>
              <a:gd name="connsiteY419" fmla="*/ 2381966 h 2607908"/>
              <a:gd name="connsiteX420" fmla="*/ 1498906 w 3689114"/>
              <a:gd name="connsiteY420" fmla="*/ 2381966 h 2607908"/>
              <a:gd name="connsiteX421" fmla="*/ 1512950 w 3689114"/>
              <a:gd name="connsiteY421" fmla="*/ 2396010 h 2607908"/>
              <a:gd name="connsiteX422" fmla="*/ 1498906 w 3689114"/>
              <a:gd name="connsiteY422" fmla="*/ 2410054 h 2607908"/>
              <a:gd name="connsiteX423" fmla="*/ 1484862 w 3689114"/>
              <a:gd name="connsiteY423" fmla="*/ 2396010 h 2607908"/>
              <a:gd name="connsiteX424" fmla="*/ 1498906 w 3689114"/>
              <a:gd name="connsiteY424" fmla="*/ 2381966 h 2607908"/>
              <a:gd name="connsiteX425" fmla="*/ 2074991 w 3689114"/>
              <a:gd name="connsiteY425" fmla="*/ 2381155 h 2607908"/>
              <a:gd name="connsiteX426" fmla="*/ 2089846 w 3689114"/>
              <a:gd name="connsiteY426" fmla="*/ 2396010 h 2607908"/>
              <a:gd name="connsiteX427" fmla="*/ 2074991 w 3689114"/>
              <a:gd name="connsiteY427" fmla="*/ 2410866 h 2607908"/>
              <a:gd name="connsiteX428" fmla="*/ 2060135 w 3689114"/>
              <a:gd name="connsiteY428" fmla="*/ 2396010 h 2607908"/>
              <a:gd name="connsiteX429" fmla="*/ 2074991 w 3689114"/>
              <a:gd name="connsiteY429" fmla="*/ 2381155 h 2607908"/>
              <a:gd name="connsiteX430" fmla="*/ 1614123 w 3689114"/>
              <a:gd name="connsiteY430" fmla="*/ 2381155 h 2607908"/>
              <a:gd name="connsiteX431" fmla="*/ 1628979 w 3689114"/>
              <a:gd name="connsiteY431" fmla="*/ 2396010 h 2607908"/>
              <a:gd name="connsiteX432" fmla="*/ 1614123 w 3689114"/>
              <a:gd name="connsiteY432" fmla="*/ 2410866 h 2607908"/>
              <a:gd name="connsiteX433" fmla="*/ 1599268 w 3689114"/>
              <a:gd name="connsiteY433" fmla="*/ 2396010 h 2607908"/>
              <a:gd name="connsiteX434" fmla="*/ 1614123 w 3689114"/>
              <a:gd name="connsiteY434" fmla="*/ 2381155 h 2607908"/>
              <a:gd name="connsiteX435" fmla="*/ 1959774 w 3689114"/>
              <a:gd name="connsiteY435" fmla="*/ 2380657 h 2607908"/>
              <a:gd name="connsiteX436" fmla="*/ 1975127 w 3689114"/>
              <a:gd name="connsiteY436" fmla="*/ 2396010 h 2607908"/>
              <a:gd name="connsiteX437" fmla="*/ 1959774 w 3689114"/>
              <a:gd name="connsiteY437" fmla="*/ 2411364 h 2607908"/>
              <a:gd name="connsiteX438" fmla="*/ 1944421 w 3689114"/>
              <a:gd name="connsiteY438" fmla="*/ 2396010 h 2607908"/>
              <a:gd name="connsiteX439" fmla="*/ 1959774 w 3689114"/>
              <a:gd name="connsiteY439" fmla="*/ 2380657 h 2607908"/>
              <a:gd name="connsiteX440" fmla="*/ 1729340 w 3689114"/>
              <a:gd name="connsiteY440" fmla="*/ 2380657 h 2607908"/>
              <a:gd name="connsiteX441" fmla="*/ 1744693 w 3689114"/>
              <a:gd name="connsiteY441" fmla="*/ 2396010 h 2607908"/>
              <a:gd name="connsiteX442" fmla="*/ 1729340 w 3689114"/>
              <a:gd name="connsiteY442" fmla="*/ 2411364 h 2607908"/>
              <a:gd name="connsiteX443" fmla="*/ 1713986 w 3689114"/>
              <a:gd name="connsiteY443" fmla="*/ 2396010 h 2607908"/>
              <a:gd name="connsiteX444" fmla="*/ 1729340 w 3689114"/>
              <a:gd name="connsiteY444" fmla="*/ 2380657 h 2607908"/>
              <a:gd name="connsiteX445" fmla="*/ 1844557 w 3689114"/>
              <a:gd name="connsiteY445" fmla="*/ 2380489 h 2607908"/>
              <a:gd name="connsiteX446" fmla="*/ 1860078 w 3689114"/>
              <a:gd name="connsiteY446" fmla="*/ 2396010 h 2607908"/>
              <a:gd name="connsiteX447" fmla="*/ 1844557 w 3689114"/>
              <a:gd name="connsiteY447" fmla="*/ 2411531 h 2607908"/>
              <a:gd name="connsiteX448" fmla="*/ 1829036 w 3689114"/>
              <a:gd name="connsiteY448" fmla="*/ 2396010 h 2607908"/>
              <a:gd name="connsiteX449" fmla="*/ 1844557 w 3689114"/>
              <a:gd name="connsiteY449" fmla="*/ 2380489 h 2607908"/>
              <a:gd name="connsiteX450" fmla="*/ 3515205 w 3689114"/>
              <a:gd name="connsiteY450" fmla="*/ 2294636 h 2607908"/>
              <a:gd name="connsiteX451" fmla="*/ 3516797 w 3689114"/>
              <a:gd name="connsiteY451" fmla="*/ 2296229 h 2607908"/>
              <a:gd name="connsiteX452" fmla="*/ 3515205 w 3689114"/>
              <a:gd name="connsiteY452" fmla="*/ 2297822 h 2607908"/>
              <a:gd name="connsiteX453" fmla="*/ 3513612 w 3689114"/>
              <a:gd name="connsiteY453" fmla="*/ 2296229 h 2607908"/>
              <a:gd name="connsiteX454" fmla="*/ 3515205 w 3689114"/>
              <a:gd name="connsiteY454" fmla="*/ 2294636 h 2607908"/>
              <a:gd name="connsiteX455" fmla="*/ 173910 w 3689114"/>
              <a:gd name="connsiteY455" fmla="*/ 2294636 h 2607908"/>
              <a:gd name="connsiteX456" fmla="*/ 175503 w 3689114"/>
              <a:gd name="connsiteY456" fmla="*/ 2296229 h 2607908"/>
              <a:gd name="connsiteX457" fmla="*/ 173910 w 3689114"/>
              <a:gd name="connsiteY457" fmla="*/ 2297822 h 2607908"/>
              <a:gd name="connsiteX458" fmla="*/ 172319 w 3689114"/>
              <a:gd name="connsiteY458" fmla="*/ 2296229 h 2607908"/>
              <a:gd name="connsiteX459" fmla="*/ 173910 w 3689114"/>
              <a:gd name="connsiteY459" fmla="*/ 2294636 h 2607908"/>
              <a:gd name="connsiteX460" fmla="*/ 3399987 w 3689114"/>
              <a:gd name="connsiteY460" fmla="*/ 2293904 h 2607908"/>
              <a:gd name="connsiteX461" fmla="*/ 3402313 w 3689114"/>
              <a:gd name="connsiteY461" fmla="*/ 2296229 h 2607908"/>
              <a:gd name="connsiteX462" fmla="*/ 3399987 w 3689114"/>
              <a:gd name="connsiteY462" fmla="*/ 2298555 h 2607908"/>
              <a:gd name="connsiteX463" fmla="*/ 3397662 w 3689114"/>
              <a:gd name="connsiteY463" fmla="*/ 2296229 h 2607908"/>
              <a:gd name="connsiteX464" fmla="*/ 3399987 w 3689114"/>
              <a:gd name="connsiteY464" fmla="*/ 2293904 h 2607908"/>
              <a:gd name="connsiteX465" fmla="*/ 289128 w 3689114"/>
              <a:gd name="connsiteY465" fmla="*/ 2293904 h 2607908"/>
              <a:gd name="connsiteX466" fmla="*/ 291454 w 3689114"/>
              <a:gd name="connsiteY466" fmla="*/ 2296229 h 2607908"/>
              <a:gd name="connsiteX467" fmla="*/ 289128 w 3689114"/>
              <a:gd name="connsiteY467" fmla="*/ 2298555 h 2607908"/>
              <a:gd name="connsiteX468" fmla="*/ 286802 w 3689114"/>
              <a:gd name="connsiteY468" fmla="*/ 2296229 h 2607908"/>
              <a:gd name="connsiteX469" fmla="*/ 289128 w 3689114"/>
              <a:gd name="connsiteY469" fmla="*/ 2293904 h 2607908"/>
              <a:gd name="connsiteX470" fmla="*/ 3284770 w 3689114"/>
              <a:gd name="connsiteY470" fmla="*/ 2292958 h 2607908"/>
              <a:gd name="connsiteX471" fmla="*/ 3288041 w 3689114"/>
              <a:gd name="connsiteY471" fmla="*/ 2296229 h 2607908"/>
              <a:gd name="connsiteX472" fmla="*/ 3284770 w 3689114"/>
              <a:gd name="connsiteY472" fmla="*/ 2299500 h 2607908"/>
              <a:gd name="connsiteX473" fmla="*/ 3281499 w 3689114"/>
              <a:gd name="connsiteY473" fmla="*/ 2296229 h 2607908"/>
              <a:gd name="connsiteX474" fmla="*/ 3284770 w 3689114"/>
              <a:gd name="connsiteY474" fmla="*/ 2292958 h 2607908"/>
              <a:gd name="connsiteX475" fmla="*/ 404345 w 3689114"/>
              <a:gd name="connsiteY475" fmla="*/ 2292958 h 2607908"/>
              <a:gd name="connsiteX476" fmla="*/ 407616 w 3689114"/>
              <a:gd name="connsiteY476" fmla="*/ 2296229 h 2607908"/>
              <a:gd name="connsiteX477" fmla="*/ 404345 w 3689114"/>
              <a:gd name="connsiteY477" fmla="*/ 2299500 h 2607908"/>
              <a:gd name="connsiteX478" fmla="*/ 401074 w 3689114"/>
              <a:gd name="connsiteY478" fmla="*/ 2296229 h 2607908"/>
              <a:gd name="connsiteX479" fmla="*/ 404345 w 3689114"/>
              <a:gd name="connsiteY479" fmla="*/ 2292958 h 2607908"/>
              <a:gd name="connsiteX480" fmla="*/ 3169553 w 3689114"/>
              <a:gd name="connsiteY480" fmla="*/ 2292036 h 2607908"/>
              <a:gd name="connsiteX481" fmla="*/ 3173747 w 3689114"/>
              <a:gd name="connsiteY481" fmla="*/ 2296229 h 2607908"/>
              <a:gd name="connsiteX482" fmla="*/ 3169553 w 3689114"/>
              <a:gd name="connsiteY482" fmla="*/ 2300422 h 2607908"/>
              <a:gd name="connsiteX483" fmla="*/ 3165360 w 3689114"/>
              <a:gd name="connsiteY483" fmla="*/ 2296229 h 2607908"/>
              <a:gd name="connsiteX484" fmla="*/ 3169553 w 3689114"/>
              <a:gd name="connsiteY484" fmla="*/ 2292036 h 2607908"/>
              <a:gd name="connsiteX485" fmla="*/ 519562 w 3689114"/>
              <a:gd name="connsiteY485" fmla="*/ 2292036 h 2607908"/>
              <a:gd name="connsiteX486" fmla="*/ 523756 w 3689114"/>
              <a:gd name="connsiteY486" fmla="*/ 2296229 h 2607908"/>
              <a:gd name="connsiteX487" fmla="*/ 519562 w 3689114"/>
              <a:gd name="connsiteY487" fmla="*/ 2300422 h 2607908"/>
              <a:gd name="connsiteX488" fmla="*/ 515369 w 3689114"/>
              <a:gd name="connsiteY488" fmla="*/ 2296229 h 2607908"/>
              <a:gd name="connsiteX489" fmla="*/ 519562 w 3689114"/>
              <a:gd name="connsiteY489" fmla="*/ 2292036 h 2607908"/>
              <a:gd name="connsiteX490" fmla="*/ 3054336 w 3689114"/>
              <a:gd name="connsiteY490" fmla="*/ 2290803 h 2607908"/>
              <a:gd name="connsiteX491" fmla="*/ 3059762 w 3689114"/>
              <a:gd name="connsiteY491" fmla="*/ 2296229 h 2607908"/>
              <a:gd name="connsiteX492" fmla="*/ 3054336 w 3689114"/>
              <a:gd name="connsiteY492" fmla="*/ 2301655 h 2607908"/>
              <a:gd name="connsiteX493" fmla="*/ 3048911 w 3689114"/>
              <a:gd name="connsiteY493" fmla="*/ 2296229 h 2607908"/>
              <a:gd name="connsiteX494" fmla="*/ 3054336 w 3689114"/>
              <a:gd name="connsiteY494" fmla="*/ 2290803 h 2607908"/>
              <a:gd name="connsiteX495" fmla="*/ 634779 w 3689114"/>
              <a:gd name="connsiteY495" fmla="*/ 2290803 h 2607908"/>
              <a:gd name="connsiteX496" fmla="*/ 640205 w 3689114"/>
              <a:gd name="connsiteY496" fmla="*/ 2296229 h 2607908"/>
              <a:gd name="connsiteX497" fmla="*/ 634779 w 3689114"/>
              <a:gd name="connsiteY497" fmla="*/ 2301655 h 2607908"/>
              <a:gd name="connsiteX498" fmla="*/ 629353 w 3689114"/>
              <a:gd name="connsiteY498" fmla="*/ 2296229 h 2607908"/>
              <a:gd name="connsiteX499" fmla="*/ 634779 w 3689114"/>
              <a:gd name="connsiteY499" fmla="*/ 2290803 h 2607908"/>
              <a:gd name="connsiteX500" fmla="*/ 2939119 w 3689114"/>
              <a:gd name="connsiteY500" fmla="*/ 2289640 h 2607908"/>
              <a:gd name="connsiteX501" fmla="*/ 2945708 w 3689114"/>
              <a:gd name="connsiteY501" fmla="*/ 2296229 h 2607908"/>
              <a:gd name="connsiteX502" fmla="*/ 2939119 w 3689114"/>
              <a:gd name="connsiteY502" fmla="*/ 2302819 h 2607908"/>
              <a:gd name="connsiteX503" fmla="*/ 2932529 w 3689114"/>
              <a:gd name="connsiteY503" fmla="*/ 2296229 h 2607908"/>
              <a:gd name="connsiteX504" fmla="*/ 2939119 w 3689114"/>
              <a:gd name="connsiteY504" fmla="*/ 2289640 h 2607908"/>
              <a:gd name="connsiteX505" fmla="*/ 749995 w 3689114"/>
              <a:gd name="connsiteY505" fmla="*/ 2289640 h 2607908"/>
              <a:gd name="connsiteX506" fmla="*/ 756585 w 3689114"/>
              <a:gd name="connsiteY506" fmla="*/ 2296229 h 2607908"/>
              <a:gd name="connsiteX507" fmla="*/ 749995 w 3689114"/>
              <a:gd name="connsiteY507" fmla="*/ 2302819 h 2607908"/>
              <a:gd name="connsiteX508" fmla="*/ 743406 w 3689114"/>
              <a:gd name="connsiteY508" fmla="*/ 2296229 h 2607908"/>
              <a:gd name="connsiteX509" fmla="*/ 749995 w 3689114"/>
              <a:gd name="connsiteY509" fmla="*/ 2289640 h 2607908"/>
              <a:gd name="connsiteX510" fmla="*/ 2823901 w 3689114"/>
              <a:gd name="connsiteY510" fmla="*/ 2288246 h 2607908"/>
              <a:gd name="connsiteX511" fmla="*/ 2831885 w 3689114"/>
              <a:gd name="connsiteY511" fmla="*/ 2296229 h 2607908"/>
              <a:gd name="connsiteX512" fmla="*/ 2823901 w 3689114"/>
              <a:gd name="connsiteY512" fmla="*/ 2304213 h 2607908"/>
              <a:gd name="connsiteX513" fmla="*/ 2815918 w 3689114"/>
              <a:gd name="connsiteY513" fmla="*/ 2296229 h 2607908"/>
              <a:gd name="connsiteX514" fmla="*/ 2823901 w 3689114"/>
              <a:gd name="connsiteY514" fmla="*/ 2288246 h 2607908"/>
              <a:gd name="connsiteX515" fmla="*/ 865212 w 3689114"/>
              <a:gd name="connsiteY515" fmla="*/ 2288246 h 2607908"/>
              <a:gd name="connsiteX516" fmla="*/ 873196 w 3689114"/>
              <a:gd name="connsiteY516" fmla="*/ 2296229 h 2607908"/>
              <a:gd name="connsiteX517" fmla="*/ 865212 w 3689114"/>
              <a:gd name="connsiteY517" fmla="*/ 2304213 h 2607908"/>
              <a:gd name="connsiteX518" fmla="*/ 857229 w 3689114"/>
              <a:gd name="connsiteY518" fmla="*/ 2296229 h 2607908"/>
              <a:gd name="connsiteX519" fmla="*/ 865212 w 3689114"/>
              <a:gd name="connsiteY519" fmla="*/ 2288246 h 2607908"/>
              <a:gd name="connsiteX520" fmla="*/ 2708685 w 3689114"/>
              <a:gd name="connsiteY520" fmla="*/ 2286984 h 2607908"/>
              <a:gd name="connsiteX521" fmla="*/ 2717930 w 3689114"/>
              <a:gd name="connsiteY521" fmla="*/ 2296229 h 2607908"/>
              <a:gd name="connsiteX522" fmla="*/ 2708685 w 3689114"/>
              <a:gd name="connsiteY522" fmla="*/ 2305475 h 2607908"/>
              <a:gd name="connsiteX523" fmla="*/ 2699440 w 3689114"/>
              <a:gd name="connsiteY523" fmla="*/ 2296229 h 2607908"/>
              <a:gd name="connsiteX524" fmla="*/ 2708685 w 3689114"/>
              <a:gd name="connsiteY524" fmla="*/ 2286984 h 2607908"/>
              <a:gd name="connsiteX525" fmla="*/ 980430 w 3689114"/>
              <a:gd name="connsiteY525" fmla="*/ 2286984 h 2607908"/>
              <a:gd name="connsiteX526" fmla="*/ 989675 w 3689114"/>
              <a:gd name="connsiteY526" fmla="*/ 2296229 h 2607908"/>
              <a:gd name="connsiteX527" fmla="*/ 980430 w 3689114"/>
              <a:gd name="connsiteY527" fmla="*/ 2305475 h 2607908"/>
              <a:gd name="connsiteX528" fmla="*/ 971185 w 3689114"/>
              <a:gd name="connsiteY528" fmla="*/ 2296229 h 2607908"/>
              <a:gd name="connsiteX529" fmla="*/ 980430 w 3689114"/>
              <a:gd name="connsiteY529" fmla="*/ 2286984 h 2607908"/>
              <a:gd name="connsiteX530" fmla="*/ 2593467 w 3689114"/>
              <a:gd name="connsiteY530" fmla="*/ 2285493 h 2607908"/>
              <a:gd name="connsiteX531" fmla="*/ 2604204 w 3689114"/>
              <a:gd name="connsiteY531" fmla="*/ 2296229 h 2607908"/>
              <a:gd name="connsiteX532" fmla="*/ 2593467 w 3689114"/>
              <a:gd name="connsiteY532" fmla="*/ 2306965 h 2607908"/>
              <a:gd name="connsiteX533" fmla="*/ 2582731 w 3689114"/>
              <a:gd name="connsiteY533" fmla="*/ 2296229 h 2607908"/>
              <a:gd name="connsiteX534" fmla="*/ 2593467 w 3689114"/>
              <a:gd name="connsiteY534" fmla="*/ 2285493 h 2607908"/>
              <a:gd name="connsiteX535" fmla="*/ 1095647 w 3689114"/>
              <a:gd name="connsiteY535" fmla="*/ 2285493 h 2607908"/>
              <a:gd name="connsiteX536" fmla="*/ 1106383 w 3689114"/>
              <a:gd name="connsiteY536" fmla="*/ 2296229 h 2607908"/>
              <a:gd name="connsiteX537" fmla="*/ 1095647 w 3689114"/>
              <a:gd name="connsiteY537" fmla="*/ 2306965 h 2607908"/>
              <a:gd name="connsiteX538" fmla="*/ 1084910 w 3689114"/>
              <a:gd name="connsiteY538" fmla="*/ 2296229 h 2607908"/>
              <a:gd name="connsiteX539" fmla="*/ 1095647 w 3689114"/>
              <a:gd name="connsiteY539" fmla="*/ 2285493 h 2607908"/>
              <a:gd name="connsiteX540" fmla="*/ 2478251 w 3689114"/>
              <a:gd name="connsiteY540" fmla="*/ 2284043 h 2607908"/>
              <a:gd name="connsiteX541" fmla="*/ 2490437 w 3689114"/>
              <a:gd name="connsiteY541" fmla="*/ 2296229 h 2607908"/>
              <a:gd name="connsiteX542" fmla="*/ 2478251 w 3689114"/>
              <a:gd name="connsiteY542" fmla="*/ 2308415 h 2607908"/>
              <a:gd name="connsiteX543" fmla="*/ 2466065 w 3689114"/>
              <a:gd name="connsiteY543" fmla="*/ 2296229 h 2607908"/>
              <a:gd name="connsiteX544" fmla="*/ 2478251 w 3689114"/>
              <a:gd name="connsiteY544" fmla="*/ 2284043 h 2607908"/>
              <a:gd name="connsiteX545" fmla="*/ 1210864 w 3689114"/>
              <a:gd name="connsiteY545" fmla="*/ 2284043 h 2607908"/>
              <a:gd name="connsiteX546" fmla="*/ 1223050 w 3689114"/>
              <a:gd name="connsiteY546" fmla="*/ 2296229 h 2607908"/>
              <a:gd name="connsiteX547" fmla="*/ 1210864 w 3689114"/>
              <a:gd name="connsiteY547" fmla="*/ 2308415 h 2607908"/>
              <a:gd name="connsiteX548" fmla="*/ 1198678 w 3689114"/>
              <a:gd name="connsiteY548" fmla="*/ 2296229 h 2607908"/>
              <a:gd name="connsiteX549" fmla="*/ 1210864 w 3689114"/>
              <a:gd name="connsiteY549" fmla="*/ 2284043 h 2607908"/>
              <a:gd name="connsiteX550" fmla="*/ 2363033 w 3689114"/>
              <a:gd name="connsiteY550" fmla="*/ 2282662 h 2607908"/>
              <a:gd name="connsiteX551" fmla="*/ 2376601 w 3689114"/>
              <a:gd name="connsiteY551" fmla="*/ 2296229 h 2607908"/>
              <a:gd name="connsiteX552" fmla="*/ 2363033 w 3689114"/>
              <a:gd name="connsiteY552" fmla="*/ 2309796 h 2607908"/>
              <a:gd name="connsiteX553" fmla="*/ 2349466 w 3689114"/>
              <a:gd name="connsiteY553" fmla="*/ 2296229 h 2607908"/>
              <a:gd name="connsiteX554" fmla="*/ 2363033 w 3689114"/>
              <a:gd name="connsiteY554" fmla="*/ 2282662 h 2607908"/>
              <a:gd name="connsiteX555" fmla="*/ 1326081 w 3689114"/>
              <a:gd name="connsiteY555" fmla="*/ 2282662 h 2607908"/>
              <a:gd name="connsiteX556" fmla="*/ 1339648 w 3689114"/>
              <a:gd name="connsiteY556" fmla="*/ 2296229 h 2607908"/>
              <a:gd name="connsiteX557" fmla="*/ 1326081 w 3689114"/>
              <a:gd name="connsiteY557" fmla="*/ 2309796 h 2607908"/>
              <a:gd name="connsiteX558" fmla="*/ 1312513 w 3689114"/>
              <a:gd name="connsiteY558" fmla="*/ 2296229 h 2607908"/>
              <a:gd name="connsiteX559" fmla="*/ 1326081 w 3689114"/>
              <a:gd name="connsiteY559" fmla="*/ 2282662 h 2607908"/>
              <a:gd name="connsiteX560" fmla="*/ 2247817 w 3689114"/>
              <a:gd name="connsiteY560" fmla="*/ 2281374 h 2607908"/>
              <a:gd name="connsiteX561" fmla="*/ 2262672 w 3689114"/>
              <a:gd name="connsiteY561" fmla="*/ 2296229 h 2607908"/>
              <a:gd name="connsiteX562" fmla="*/ 2247817 w 3689114"/>
              <a:gd name="connsiteY562" fmla="*/ 2311085 h 2607908"/>
              <a:gd name="connsiteX563" fmla="*/ 2232961 w 3689114"/>
              <a:gd name="connsiteY563" fmla="*/ 2296229 h 2607908"/>
              <a:gd name="connsiteX564" fmla="*/ 2247817 w 3689114"/>
              <a:gd name="connsiteY564" fmla="*/ 2281374 h 2607908"/>
              <a:gd name="connsiteX565" fmla="*/ 1441297 w 3689114"/>
              <a:gd name="connsiteY565" fmla="*/ 2281374 h 2607908"/>
              <a:gd name="connsiteX566" fmla="*/ 1456153 w 3689114"/>
              <a:gd name="connsiteY566" fmla="*/ 2296229 h 2607908"/>
              <a:gd name="connsiteX567" fmla="*/ 1441297 w 3689114"/>
              <a:gd name="connsiteY567" fmla="*/ 2311085 h 2607908"/>
              <a:gd name="connsiteX568" fmla="*/ 1426442 w 3689114"/>
              <a:gd name="connsiteY568" fmla="*/ 2296229 h 2607908"/>
              <a:gd name="connsiteX569" fmla="*/ 1441297 w 3689114"/>
              <a:gd name="connsiteY569" fmla="*/ 2281374 h 2607908"/>
              <a:gd name="connsiteX570" fmla="*/ 2132600 w 3689114"/>
              <a:gd name="connsiteY570" fmla="*/ 2280370 h 2607908"/>
              <a:gd name="connsiteX571" fmla="*/ 2148459 w 3689114"/>
              <a:gd name="connsiteY571" fmla="*/ 2296229 h 2607908"/>
              <a:gd name="connsiteX572" fmla="*/ 2132600 w 3689114"/>
              <a:gd name="connsiteY572" fmla="*/ 2312089 h 2607908"/>
              <a:gd name="connsiteX573" fmla="*/ 2116741 w 3689114"/>
              <a:gd name="connsiteY573" fmla="*/ 2296229 h 2607908"/>
              <a:gd name="connsiteX574" fmla="*/ 2132600 w 3689114"/>
              <a:gd name="connsiteY574" fmla="*/ 2280370 h 2607908"/>
              <a:gd name="connsiteX575" fmla="*/ 1556514 w 3689114"/>
              <a:gd name="connsiteY575" fmla="*/ 2280370 h 2607908"/>
              <a:gd name="connsiteX576" fmla="*/ 1572374 w 3689114"/>
              <a:gd name="connsiteY576" fmla="*/ 2296229 h 2607908"/>
              <a:gd name="connsiteX577" fmla="*/ 1556514 w 3689114"/>
              <a:gd name="connsiteY577" fmla="*/ 2312089 h 2607908"/>
              <a:gd name="connsiteX578" fmla="*/ 1540655 w 3689114"/>
              <a:gd name="connsiteY578" fmla="*/ 2296229 h 2607908"/>
              <a:gd name="connsiteX579" fmla="*/ 1556514 w 3689114"/>
              <a:gd name="connsiteY579" fmla="*/ 2280370 h 2607908"/>
              <a:gd name="connsiteX580" fmla="*/ 2017383 w 3689114"/>
              <a:gd name="connsiteY580" fmla="*/ 2279510 h 2607908"/>
              <a:gd name="connsiteX581" fmla="*/ 2034103 w 3689114"/>
              <a:gd name="connsiteY581" fmla="*/ 2296229 h 2607908"/>
              <a:gd name="connsiteX582" fmla="*/ 2017383 w 3689114"/>
              <a:gd name="connsiteY582" fmla="*/ 2312949 h 2607908"/>
              <a:gd name="connsiteX583" fmla="*/ 2000663 w 3689114"/>
              <a:gd name="connsiteY583" fmla="*/ 2296229 h 2607908"/>
              <a:gd name="connsiteX584" fmla="*/ 2017383 w 3689114"/>
              <a:gd name="connsiteY584" fmla="*/ 2279510 h 2607908"/>
              <a:gd name="connsiteX585" fmla="*/ 1671732 w 3689114"/>
              <a:gd name="connsiteY585" fmla="*/ 2279510 h 2607908"/>
              <a:gd name="connsiteX586" fmla="*/ 1688451 w 3689114"/>
              <a:gd name="connsiteY586" fmla="*/ 2296229 h 2607908"/>
              <a:gd name="connsiteX587" fmla="*/ 1671732 w 3689114"/>
              <a:gd name="connsiteY587" fmla="*/ 2312949 h 2607908"/>
              <a:gd name="connsiteX588" fmla="*/ 1655012 w 3689114"/>
              <a:gd name="connsiteY588" fmla="*/ 2296229 h 2607908"/>
              <a:gd name="connsiteX589" fmla="*/ 1671732 w 3689114"/>
              <a:gd name="connsiteY589" fmla="*/ 2279510 h 2607908"/>
              <a:gd name="connsiteX590" fmla="*/ 1902166 w 3689114"/>
              <a:gd name="connsiteY590" fmla="*/ 2279159 h 2607908"/>
              <a:gd name="connsiteX591" fmla="*/ 1919235 w 3689114"/>
              <a:gd name="connsiteY591" fmla="*/ 2296229 h 2607908"/>
              <a:gd name="connsiteX592" fmla="*/ 1902166 w 3689114"/>
              <a:gd name="connsiteY592" fmla="*/ 2313299 h 2607908"/>
              <a:gd name="connsiteX593" fmla="*/ 1885095 w 3689114"/>
              <a:gd name="connsiteY593" fmla="*/ 2296229 h 2607908"/>
              <a:gd name="connsiteX594" fmla="*/ 1902166 w 3689114"/>
              <a:gd name="connsiteY594" fmla="*/ 2279159 h 2607908"/>
              <a:gd name="connsiteX595" fmla="*/ 1786949 w 3689114"/>
              <a:gd name="connsiteY595" fmla="*/ 2279159 h 2607908"/>
              <a:gd name="connsiteX596" fmla="*/ 1804019 w 3689114"/>
              <a:gd name="connsiteY596" fmla="*/ 2296229 h 2607908"/>
              <a:gd name="connsiteX597" fmla="*/ 1786949 w 3689114"/>
              <a:gd name="connsiteY597" fmla="*/ 2313299 h 2607908"/>
              <a:gd name="connsiteX598" fmla="*/ 1769878 w 3689114"/>
              <a:gd name="connsiteY598" fmla="*/ 2296229 h 2607908"/>
              <a:gd name="connsiteX599" fmla="*/ 1786949 w 3689114"/>
              <a:gd name="connsiteY599" fmla="*/ 2279159 h 2607908"/>
              <a:gd name="connsiteX600" fmla="*/ 3572813 w 3689114"/>
              <a:gd name="connsiteY600" fmla="*/ 2195018 h 2607908"/>
              <a:gd name="connsiteX601" fmla="*/ 3574243 w 3689114"/>
              <a:gd name="connsiteY601" fmla="*/ 2196449 h 2607908"/>
              <a:gd name="connsiteX602" fmla="*/ 3572813 w 3689114"/>
              <a:gd name="connsiteY602" fmla="*/ 2197879 h 2607908"/>
              <a:gd name="connsiteX603" fmla="*/ 3571382 w 3689114"/>
              <a:gd name="connsiteY603" fmla="*/ 2196449 h 2607908"/>
              <a:gd name="connsiteX604" fmla="*/ 3572813 w 3689114"/>
              <a:gd name="connsiteY604" fmla="*/ 2195018 h 2607908"/>
              <a:gd name="connsiteX605" fmla="*/ 116302 w 3689114"/>
              <a:gd name="connsiteY605" fmla="*/ 2195018 h 2607908"/>
              <a:gd name="connsiteX606" fmla="*/ 117733 w 3689114"/>
              <a:gd name="connsiteY606" fmla="*/ 2196449 h 2607908"/>
              <a:gd name="connsiteX607" fmla="*/ 116302 w 3689114"/>
              <a:gd name="connsiteY607" fmla="*/ 2197879 h 2607908"/>
              <a:gd name="connsiteX608" fmla="*/ 114871 w 3689114"/>
              <a:gd name="connsiteY608" fmla="*/ 2196449 h 2607908"/>
              <a:gd name="connsiteX609" fmla="*/ 116302 w 3689114"/>
              <a:gd name="connsiteY609" fmla="*/ 2195018 h 2607908"/>
              <a:gd name="connsiteX610" fmla="*/ 3457596 w 3689114"/>
              <a:gd name="connsiteY610" fmla="*/ 2194318 h 2607908"/>
              <a:gd name="connsiteX611" fmla="*/ 3459725 w 3689114"/>
              <a:gd name="connsiteY611" fmla="*/ 2196448 h 2607908"/>
              <a:gd name="connsiteX612" fmla="*/ 3457596 w 3689114"/>
              <a:gd name="connsiteY612" fmla="*/ 2198578 h 2607908"/>
              <a:gd name="connsiteX613" fmla="*/ 3455466 w 3689114"/>
              <a:gd name="connsiteY613" fmla="*/ 2196448 h 2607908"/>
              <a:gd name="connsiteX614" fmla="*/ 3457596 w 3689114"/>
              <a:gd name="connsiteY614" fmla="*/ 2194318 h 2607908"/>
              <a:gd name="connsiteX615" fmla="*/ 231519 w 3689114"/>
              <a:gd name="connsiteY615" fmla="*/ 2194318 h 2607908"/>
              <a:gd name="connsiteX616" fmla="*/ 233649 w 3689114"/>
              <a:gd name="connsiteY616" fmla="*/ 2196448 h 2607908"/>
              <a:gd name="connsiteX617" fmla="*/ 231519 w 3689114"/>
              <a:gd name="connsiteY617" fmla="*/ 2198578 h 2607908"/>
              <a:gd name="connsiteX618" fmla="*/ 229389 w 3689114"/>
              <a:gd name="connsiteY618" fmla="*/ 2196448 h 2607908"/>
              <a:gd name="connsiteX619" fmla="*/ 231519 w 3689114"/>
              <a:gd name="connsiteY619" fmla="*/ 2194318 h 2607908"/>
              <a:gd name="connsiteX620" fmla="*/ 3342379 w 3689114"/>
              <a:gd name="connsiteY620" fmla="*/ 2193410 h 2607908"/>
              <a:gd name="connsiteX621" fmla="*/ 3345418 w 3689114"/>
              <a:gd name="connsiteY621" fmla="*/ 2196449 h 2607908"/>
              <a:gd name="connsiteX622" fmla="*/ 3342379 w 3689114"/>
              <a:gd name="connsiteY622" fmla="*/ 2199488 h 2607908"/>
              <a:gd name="connsiteX623" fmla="*/ 3339340 w 3689114"/>
              <a:gd name="connsiteY623" fmla="*/ 2196449 h 2607908"/>
              <a:gd name="connsiteX624" fmla="*/ 3342379 w 3689114"/>
              <a:gd name="connsiteY624" fmla="*/ 2193410 h 2607908"/>
              <a:gd name="connsiteX625" fmla="*/ 346736 w 3689114"/>
              <a:gd name="connsiteY625" fmla="*/ 2193410 h 2607908"/>
              <a:gd name="connsiteX626" fmla="*/ 349775 w 3689114"/>
              <a:gd name="connsiteY626" fmla="*/ 2196449 h 2607908"/>
              <a:gd name="connsiteX627" fmla="*/ 346736 w 3689114"/>
              <a:gd name="connsiteY627" fmla="*/ 2199488 h 2607908"/>
              <a:gd name="connsiteX628" fmla="*/ 343697 w 3689114"/>
              <a:gd name="connsiteY628" fmla="*/ 2196449 h 2607908"/>
              <a:gd name="connsiteX629" fmla="*/ 346736 w 3689114"/>
              <a:gd name="connsiteY629" fmla="*/ 2193410 h 2607908"/>
              <a:gd name="connsiteX630" fmla="*/ 3227161 w 3689114"/>
              <a:gd name="connsiteY630" fmla="*/ 2192431 h 2607908"/>
              <a:gd name="connsiteX631" fmla="*/ 3231178 w 3689114"/>
              <a:gd name="connsiteY631" fmla="*/ 2196448 h 2607908"/>
              <a:gd name="connsiteX632" fmla="*/ 3227161 w 3689114"/>
              <a:gd name="connsiteY632" fmla="*/ 2200466 h 2607908"/>
              <a:gd name="connsiteX633" fmla="*/ 3223144 w 3689114"/>
              <a:gd name="connsiteY633" fmla="*/ 2196448 h 2607908"/>
              <a:gd name="connsiteX634" fmla="*/ 3227161 w 3689114"/>
              <a:gd name="connsiteY634" fmla="*/ 2192431 h 2607908"/>
              <a:gd name="connsiteX635" fmla="*/ 461953 w 3689114"/>
              <a:gd name="connsiteY635" fmla="*/ 2192431 h 2607908"/>
              <a:gd name="connsiteX636" fmla="*/ 465971 w 3689114"/>
              <a:gd name="connsiteY636" fmla="*/ 2196448 h 2607908"/>
              <a:gd name="connsiteX637" fmla="*/ 461953 w 3689114"/>
              <a:gd name="connsiteY637" fmla="*/ 2200466 h 2607908"/>
              <a:gd name="connsiteX638" fmla="*/ 457937 w 3689114"/>
              <a:gd name="connsiteY638" fmla="*/ 2196448 h 2607908"/>
              <a:gd name="connsiteX639" fmla="*/ 461953 w 3689114"/>
              <a:gd name="connsiteY639" fmla="*/ 2192431 h 2607908"/>
              <a:gd name="connsiteX640" fmla="*/ 3111944 w 3689114"/>
              <a:gd name="connsiteY640" fmla="*/ 2191321 h 2607908"/>
              <a:gd name="connsiteX641" fmla="*/ 3117072 w 3689114"/>
              <a:gd name="connsiteY641" fmla="*/ 2196449 h 2607908"/>
              <a:gd name="connsiteX642" fmla="*/ 3111944 w 3689114"/>
              <a:gd name="connsiteY642" fmla="*/ 2201576 h 2607908"/>
              <a:gd name="connsiteX643" fmla="*/ 3106816 w 3689114"/>
              <a:gd name="connsiteY643" fmla="*/ 2196449 h 2607908"/>
              <a:gd name="connsiteX644" fmla="*/ 3111944 w 3689114"/>
              <a:gd name="connsiteY644" fmla="*/ 2191321 h 2607908"/>
              <a:gd name="connsiteX645" fmla="*/ 577170 w 3689114"/>
              <a:gd name="connsiteY645" fmla="*/ 2191321 h 2607908"/>
              <a:gd name="connsiteX646" fmla="*/ 582298 w 3689114"/>
              <a:gd name="connsiteY646" fmla="*/ 2196449 h 2607908"/>
              <a:gd name="connsiteX647" fmla="*/ 577170 w 3689114"/>
              <a:gd name="connsiteY647" fmla="*/ 2201576 h 2607908"/>
              <a:gd name="connsiteX648" fmla="*/ 572044 w 3689114"/>
              <a:gd name="connsiteY648" fmla="*/ 2196449 h 2607908"/>
              <a:gd name="connsiteX649" fmla="*/ 577170 w 3689114"/>
              <a:gd name="connsiteY649" fmla="*/ 2191321 h 2607908"/>
              <a:gd name="connsiteX650" fmla="*/ 2996727 w 3689114"/>
              <a:gd name="connsiteY650" fmla="*/ 2190079 h 2607908"/>
              <a:gd name="connsiteX651" fmla="*/ 3003097 w 3689114"/>
              <a:gd name="connsiteY651" fmla="*/ 2196448 h 2607908"/>
              <a:gd name="connsiteX652" fmla="*/ 2996727 w 3689114"/>
              <a:gd name="connsiteY652" fmla="*/ 2202818 h 2607908"/>
              <a:gd name="connsiteX653" fmla="*/ 2990358 w 3689114"/>
              <a:gd name="connsiteY653" fmla="*/ 2196448 h 2607908"/>
              <a:gd name="connsiteX654" fmla="*/ 2996727 w 3689114"/>
              <a:gd name="connsiteY654" fmla="*/ 2190079 h 2607908"/>
              <a:gd name="connsiteX655" fmla="*/ 692388 w 3689114"/>
              <a:gd name="connsiteY655" fmla="*/ 2190079 h 2607908"/>
              <a:gd name="connsiteX656" fmla="*/ 698757 w 3689114"/>
              <a:gd name="connsiteY656" fmla="*/ 2196448 h 2607908"/>
              <a:gd name="connsiteX657" fmla="*/ 692388 w 3689114"/>
              <a:gd name="connsiteY657" fmla="*/ 2202818 h 2607908"/>
              <a:gd name="connsiteX658" fmla="*/ 686019 w 3689114"/>
              <a:gd name="connsiteY658" fmla="*/ 2196448 h 2607908"/>
              <a:gd name="connsiteX659" fmla="*/ 692388 w 3689114"/>
              <a:gd name="connsiteY659" fmla="*/ 2190079 h 2607908"/>
              <a:gd name="connsiteX660" fmla="*/ 2881510 w 3689114"/>
              <a:gd name="connsiteY660" fmla="*/ 2188706 h 2607908"/>
              <a:gd name="connsiteX661" fmla="*/ 2889252 w 3689114"/>
              <a:gd name="connsiteY661" fmla="*/ 2196449 h 2607908"/>
              <a:gd name="connsiteX662" fmla="*/ 2881510 w 3689114"/>
              <a:gd name="connsiteY662" fmla="*/ 2204190 h 2607908"/>
              <a:gd name="connsiteX663" fmla="*/ 2873768 w 3689114"/>
              <a:gd name="connsiteY663" fmla="*/ 2196449 h 2607908"/>
              <a:gd name="connsiteX664" fmla="*/ 2881510 w 3689114"/>
              <a:gd name="connsiteY664" fmla="*/ 2188706 h 2607908"/>
              <a:gd name="connsiteX665" fmla="*/ 807604 w 3689114"/>
              <a:gd name="connsiteY665" fmla="*/ 2188706 h 2607908"/>
              <a:gd name="connsiteX666" fmla="*/ 815346 w 3689114"/>
              <a:gd name="connsiteY666" fmla="*/ 2196449 h 2607908"/>
              <a:gd name="connsiteX667" fmla="*/ 807604 w 3689114"/>
              <a:gd name="connsiteY667" fmla="*/ 2204190 h 2607908"/>
              <a:gd name="connsiteX668" fmla="*/ 799861 w 3689114"/>
              <a:gd name="connsiteY668" fmla="*/ 2196449 h 2607908"/>
              <a:gd name="connsiteX669" fmla="*/ 807604 w 3689114"/>
              <a:gd name="connsiteY669" fmla="*/ 2188706 h 2607908"/>
              <a:gd name="connsiteX670" fmla="*/ 2766293 w 3689114"/>
              <a:gd name="connsiteY670" fmla="*/ 2187204 h 2607908"/>
              <a:gd name="connsiteX671" fmla="*/ 2775538 w 3689114"/>
              <a:gd name="connsiteY671" fmla="*/ 2196449 h 2607908"/>
              <a:gd name="connsiteX672" fmla="*/ 2766293 w 3689114"/>
              <a:gd name="connsiteY672" fmla="*/ 2205694 h 2607908"/>
              <a:gd name="connsiteX673" fmla="*/ 2757048 w 3689114"/>
              <a:gd name="connsiteY673" fmla="*/ 2196449 h 2607908"/>
              <a:gd name="connsiteX674" fmla="*/ 2766293 w 3689114"/>
              <a:gd name="connsiteY674" fmla="*/ 2187204 h 2607908"/>
              <a:gd name="connsiteX675" fmla="*/ 922821 w 3689114"/>
              <a:gd name="connsiteY675" fmla="*/ 2187204 h 2607908"/>
              <a:gd name="connsiteX676" fmla="*/ 932066 w 3689114"/>
              <a:gd name="connsiteY676" fmla="*/ 2196449 h 2607908"/>
              <a:gd name="connsiteX677" fmla="*/ 922821 w 3689114"/>
              <a:gd name="connsiteY677" fmla="*/ 2205694 h 2607908"/>
              <a:gd name="connsiteX678" fmla="*/ 913576 w 3689114"/>
              <a:gd name="connsiteY678" fmla="*/ 2196449 h 2607908"/>
              <a:gd name="connsiteX679" fmla="*/ 922821 w 3689114"/>
              <a:gd name="connsiteY679" fmla="*/ 2187204 h 2607908"/>
              <a:gd name="connsiteX680" fmla="*/ 2651076 w 3689114"/>
              <a:gd name="connsiteY680" fmla="*/ 2185712 h 2607908"/>
              <a:gd name="connsiteX681" fmla="*/ 2661813 w 3689114"/>
              <a:gd name="connsiteY681" fmla="*/ 2196448 h 2607908"/>
              <a:gd name="connsiteX682" fmla="*/ 2651076 w 3689114"/>
              <a:gd name="connsiteY682" fmla="*/ 2207185 h 2607908"/>
              <a:gd name="connsiteX683" fmla="*/ 2640340 w 3689114"/>
              <a:gd name="connsiteY683" fmla="*/ 2196448 h 2607908"/>
              <a:gd name="connsiteX684" fmla="*/ 2651076 w 3689114"/>
              <a:gd name="connsiteY684" fmla="*/ 2185712 h 2607908"/>
              <a:gd name="connsiteX685" fmla="*/ 1038037 w 3689114"/>
              <a:gd name="connsiteY685" fmla="*/ 2185712 h 2607908"/>
              <a:gd name="connsiteX686" fmla="*/ 1048774 w 3689114"/>
              <a:gd name="connsiteY686" fmla="*/ 2196448 h 2607908"/>
              <a:gd name="connsiteX687" fmla="*/ 1038037 w 3689114"/>
              <a:gd name="connsiteY687" fmla="*/ 2207185 h 2607908"/>
              <a:gd name="connsiteX688" fmla="*/ 1027301 w 3689114"/>
              <a:gd name="connsiteY688" fmla="*/ 2196448 h 2607908"/>
              <a:gd name="connsiteX689" fmla="*/ 1038037 w 3689114"/>
              <a:gd name="connsiteY689" fmla="*/ 2185712 h 2607908"/>
              <a:gd name="connsiteX690" fmla="*/ 2535860 w 3689114"/>
              <a:gd name="connsiteY690" fmla="*/ 2184112 h 2607908"/>
              <a:gd name="connsiteX691" fmla="*/ 2548195 w 3689114"/>
              <a:gd name="connsiteY691" fmla="*/ 2196449 h 2607908"/>
              <a:gd name="connsiteX692" fmla="*/ 2535860 w 3689114"/>
              <a:gd name="connsiteY692" fmla="*/ 2208784 h 2607908"/>
              <a:gd name="connsiteX693" fmla="*/ 2523524 w 3689114"/>
              <a:gd name="connsiteY693" fmla="*/ 2196449 h 2607908"/>
              <a:gd name="connsiteX694" fmla="*/ 2535860 w 3689114"/>
              <a:gd name="connsiteY694" fmla="*/ 2184112 h 2607908"/>
              <a:gd name="connsiteX695" fmla="*/ 1153255 w 3689114"/>
              <a:gd name="connsiteY695" fmla="*/ 2184112 h 2607908"/>
              <a:gd name="connsiteX696" fmla="*/ 1165591 w 3689114"/>
              <a:gd name="connsiteY696" fmla="*/ 2196449 h 2607908"/>
              <a:gd name="connsiteX697" fmla="*/ 1153255 w 3689114"/>
              <a:gd name="connsiteY697" fmla="*/ 2208784 h 2607908"/>
              <a:gd name="connsiteX698" fmla="*/ 1140919 w 3689114"/>
              <a:gd name="connsiteY698" fmla="*/ 2196449 h 2607908"/>
              <a:gd name="connsiteX699" fmla="*/ 1153255 w 3689114"/>
              <a:gd name="connsiteY699" fmla="*/ 2184112 h 2607908"/>
              <a:gd name="connsiteX700" fmla="*/ 2420643 w 3689114"/>
              <a:gd name="connsiteY700" fmla="*/ 2182564 h 2607908"/>
              <a:gd name="connsiteX701" fmla="*/ 2434527 w 3689114"/>
              <a:gd name="connsiteY701" fmla="*/ 2196448 h 2607908"/>
              <a:gd name="connsiteX702" fmla="*/ 2420643 w 3689114"/>
              <a:gd name="connsiteY702" fmla="*/ 2210333 h 2607908"/>
              <a:gd name="connsiteX703" fmla="*/ 2406758 w 3689114"/>
              <a:gd name="connsiteY703" fmla="*/ 2196448 h 2607908"/>
              <a:gd name="connsiteX704" fmla="*/ 2420643 w 3689114"/>
              <a:gd name="connsiteY704" fmla="*/ 2182564 h 2607908"/>
              <a:gd name="connsiteX705" fmla="*/ 1268472 w 3689114"/>
              <a:gd name="connsiteY705" fmla="*/ 2182564 h 2607908"/>
              <a:gd name="connsiteX706" fmla="*/ 1282356 w 3689114"/>
              <a:gd name="connsiteY706" fmla="*/ 2196448 h 2607908"/>
              <a:gd name="connsiteX707" fmla="*/ 1268472 w 3689114"/>
              <a:gd name="connsiteY707" fmla="*/ 2210333 h 2607908"/>
              <a:gd name="connsiteX708" fmla="*/ 1254588 w 3689114"/>
              <a:gd name="connsiteY708" fmla="*/ 2196448 h 2607908"/>
              <a:gd name="connsiteX709" fmla="*/ 1268472 w 3689114"/>
              <a:gd name="connsiteY709" fmla="*/ 2182564 h 2607908"/>
              <a:gd name="connsiteX710" fmla="*/ 2305425 w 3689114"/>
              <a:gd name="connsiteY710" fmla="*/ 2181095 h 2607908"/>
              <a:gd name="connsiteX711" fmla="*/ 2320778 w 3689114"/>
              <a:gd name="connsiteY711" fmla="*/ 2196448 h 2607908"/>
              <a:gd name="connsiteX712" fmla="*/ 2305425 w 3689114"/>
              <a:gd name="connsiteY712" fmla="*/ 2211801 h 2607908"/>
              <a:gd name="connsiteX713" fmla="*/ 2290072 w 3689114"/>
              <a:gd name="connsiteY713" fmla="*/ 2196448 h 2607908"/>
              <a:gd name="connsiteX714" fmla="*/ 2305425 w 3689114"/>
              <a:gd name="connsiteY714" fmla="*/ 2181095 h 2607908"/>
              <a:gd name="connsiteX715" fmla="*/ 1383689 w 3689114"/>
              <a:gd name="connsiteY715" fmla="*/ 2181095 h 2607908"/>
              <a:gd name="connsiteX716" fmla="*/ 1399043 w 3689114"/>
              <a:gd name="connsiteY716" fmla="*/ 2196448 h 2607908"/>
              <a:gd name="connsiteX717" fmla="*/ 1383689 w 3689114"/>
              <a:gd name="connsiteY717" fmla="*/ 2211801 h 2607908"/>
              <a:gd name="connsiteX718" fmla="*/ 1368336 w 3689114"/>
              <a:gd name="connsiteY718" fmla="*/ 2196448 h 2607908"/>
              <a:gd name="connsiteX719" fmla="*/ 1383689 w 3689114"/>
              <a:gd name="connsiteY719" fmla="*/ 2181095 h 2607908"/>
              <a:gd name="connsiteX720" fmla="*/ 2190208 w 3689114"/>
              <a:gd name="connsiteY720" fmla="*/ 2179729 h 2607908"/>
              <a:gd name="connsiteX721" fmla="*/ 2206928 w 3689114"/>
              <a:gd name="connsiteY721" fmla="*/ 2196449 h 2607908"/>
              <a:gd name="connsiteX722" fmla="*/ 2190208 w 3689114"/>
              <a:gd name="connsiteY722" fmla="*/ 2213169 h 2607908"/>
              <a:gd name="connsiteX723" fmla="*/ 2173488 w 3689114"/>
              <a:gd name="connsiteY723" fmla="*/ 2196449 h 2607908"/>
              <a:gd name="connsiteX724" fmla="*/ 2190208 w 3689114"/>
              <a:gd name="connsiteY724" fmla="*/ 2179729 h 2607908"/>
              <a:gd name="connsiteX725" fmla="*/ 1498906 w 3689114"/>
              <a:gd name="connsiteY725" fmla="*/ 2179729 h 2607908"/>
              <a:gd name="connsiteX726" fmla="*/ 1515626 w 3689114"/>
              <a:gd name="connsiteY726" fmla="*/ 2196449 h 2607908"/>
              <a:gd name="connsiteX727" fmla="*/ 1498906 w 3689114"/>
              <a:gd name="connsiteY727" fmla="*/ 2213169 h 2607908"/>
              <a:gd name="connsiteX728" fmla="*/ 1482186 w 3689114"/>
              <a:gd name="connsiteY728" fmla="*/ 2196449 h 2607908"/>
              <a:gd name="connsiteX729" fmla="*/ 1498906 w 3689114"/>
              <a:gd name="connsiteY729" fmla="*/ 2179729 h 2607908"/>
              <a:gd name="connsiteX730" fmla="*/ 2074992 w 3689114"/>
              <a:gd name="connsiteY730" fmla="*/ 2178667 h 2607908"/>
              <a:gd name="connsiteX731" fmla="*/ 2092773 w 3689114"/>
              <a:gd name="connsiteY731" fmla="*/ 2196449 h 2607908"/>
              <a:gd name="connsiteX732" fmla="*/ 2074992 w 3689114"/>
              <a:gd name="connsiteY732" fmla="*/ 2214230 h 2607908"/>
              <a:gd name="connsiteX733" fmla="*/ 2057209 w 3689114"/>
              <a:gd name="connsiteY733" fmla="*/ 2196449 h 2607908"/>
              <a:gd name="connsiteX734" fmla="*/ 2074992 w 3689114"/>
              <a:gd name="connsiteY734" fmla="*/ 2178667 h 2607908"/>
              <a:gd name="connsiteX735" fmla="*/ 1614123 w 3689114"/>
              <a:gd name="connsiteY735" fmla="*/ 2178667 h 2607908"/>
              <a:gd name="connsiteX736" fmla="*/ 1631905 w 3689114"/>
              <a:gd name="connsiteY736" fmla="*/ 2196449 h 2607908"/>
              <a:gd name="connsiteX737" fmla="*/ 1614123 w 3689114"/>
              <a:gd name="connsiteY737" fmla="*/ 2214230 h 2607908"/>
              <a:gd name="connsiteX738" fmla="*/ 1596341 w 3689114"/>
              <a:gd name="connsiteY738" fmla="*/ 2196449 h 2607908"/>
              <a:gd name="connsiteX739" fmla="*/ 1614123 w 3689114"/>
              <a:gd name="connsiteY739" fmla="*/ 2178667 h 2607908"/>
              <a:gd name="connsiteX740" fmla="*/ 1959774 w 3689114"/>
              <a:gd name="connsiteY740" fmla="*/ 2178123 h 2607908"/>
              <a:gd name="connsiteX741" fmla="*/ 1978099 w 3689114"/>
              <a:gd name="connsiteY741" fmla="*/ 2196448 h 2607908"/>
              <a:gd name="connsiteX742" fmla="*/ 1959774 w 3689114"/>
              <a:gd name="connsiteY742" fmla="*/ 2214773 h 2607908"/>
              <a:gd name="connsiteX743" fmla="*/ 1941449 w 3689114"/>
              <a:gd name="connsiteY743" fmla="*/ 2196448 h 2607908"/>
              <a:gd name="connsiteX744" fmla="*/ 1959774 w 3689114"/>
              <a:gd name="connsiteY744" fmla="*/ 2178123 h 2607908"/>
              <a:gd name="connsiteX745" fmla="*/ 1729340 w 3689114"/>
              <a:gd name="connsiteY745" fmla="*/ 2178123 h 2607908"/>
              <a:gd name="connsiteX746" fmla="*/ 1747664 w 3689114"/>
              <a:gd name="connsiteY746" fmla="*/ 2196448 h 2607908"/>
              <a:gd name="connsiteX747" fmla="*/ 1729340 w 3689114"/>
              <a:gd name="connsiteY747" fmla="*/ 2214773 h 2607908"/>
              <a:gd name="connsiteX748" fmla="*/ 1711015 w 3689114"/>
              <a:gd name="connsiteY748" fmla="*/ 2196448 h 2607908"/>
              <a:gd name="connsiteX749" fmla="*/ 1729340 w 3689114"/>
              <a:gd name="connsiteY749" fmla="*/ 2178123 h 2607908"/>
              <a:gd name="connsiteX750" fmla="*/ 1844558 w 3689114"/>
              <a:gd name="connsiteY750" fmla="*/ 2177757 h 2607908"/>
              <a:gd name="connsiteX751" fmla="*/ 1863248 w 3689114"/>
              <a:gd name="connsiteY751" fmla="*/ 2196449 h 2607908"/>
              <a:gd name="connsiteX752" fmla="*/ 1844558 w 3689114"/>
              <a:gd name="connsiteY752" fmla="*/ 2215140 h 2607908"/>
              <a:gd name="connsiteX753" fmla="*/ 1825866 w 3689114"/>
              <a:gd name="connsiteY753" fmla="*/ 2196449 h 2607908"/>
              <a:gd name="connsiteX754" fmla="*/ 1844558 w 3689114"/>
              <a:gd name="connsiteY754" fmla="*/ 2177757 h 2607908"/>
              <a:gd name="connsiteX755" fmla="*/ 3630421 w 3689114"/>
              <a:gd name="connsiteY755" fmla="*/ 2095440 h 2607908"/>
              <a:gd name="connsiteX756" fmla="*/ 3631649 w 3689114"/>
              <a:gd name="connsiteY756" fmla="*/ 2096667 h 2607908"/>
              <a:gd name="connsiteX757" fmla="*/ 3630421 w 3689114"/>
              <a:gd name="connsiteY757" fmla="*/ 2097894 h 2607908"/>
              <a:gd name="connsiteX758" fmla="*/ 3629193 w 3689114"/>
              <a:gd name="connsiteY758" fmla="*/ 2096667 h 2607908"/>
              <a:gd name="connsiteX759" fmla="*/ 3630421 w 3689114"/>
              <a:gd name="connsiteY759" fmla="*/ 2095440 h 2607908"/>
              <a:gd name="connsiteX760" fmla="*/ 58694 w 3689114"/>
              <a:gd name="connsiteY760" fmla="*/ 2095440 h 2607908"/>
              <a:gd name="connsiteX761" fmla="*/ 59922 w 3689114"/>
              <a:gd name="connsiteY761" fmla="*/ 2096667 h 2607908"/>
              <a:gd name="connsiteX762" fmla="*/ 58694 w 3689114"/>
              <a:gd name="connsiteY762" fmla="*/ 2097894 h 2607908"/>
              <a:gd name="connsiteX763" fmla="*/ 57466 w 3689114"/>
              <a:gd name="connsiteY763" fmla="*/ 2096667 h 2607908"/>
              <a:gd name="connsiteX764" fmla="*/ 58694 w 3689114"/>
              <a:gd name="connsiteY764" fmla="*/ 2095440 h 2607908"/>
              <a:gd name="connsiteX765" fmla="*/ 3515204 w 3689114"/>
              <a:gd name="connsiteY765" fmla="*/ 2094786 h 2607908"/>
              <a:gd name="connsiteX766" fmla="*/ 3517086 w 3689114"/>
              <a:gd name="connsiteY766" fmla="*/ 2096668 h 2607908"/>
              <a:gd name="connsiteX767" fmla="*/ 3515204 w 3689114"/>
              <a:gd name="connsiteY767" fmla="*/ 2098549 h 2607908"/>
              <a:gd name="connsiteX768" fmla="*/ 3513323 w 3689114"/>
              <a:gd name="connsiteY768" fmla="*/ 2096668 h 2607908"/>
              <a:gd name="connsiteX769" fmla="*/ 3515204 w 3689114"/>
              <a:gd name="connsiteY769" fmla="*/ 2094786 h 2607908"/>
              <a:gd name="connsiteX770" fmla="*/ 173910 w 3689114"/>
              <a:gd name="connsiteY770" fmla="*/ 2094786 h 2607908"/>
              <a:gd name="connsiteX771" fmla="*/ 175792 w 3689114"/>
              <a:gd name="connsiteY771" fmla="*/ 2096668 h 2607908"/>
              <a:gd name="connsiteX772" fmla="*/ 173910 w 3689114"/>
              <a:gd name="connsiteY772" fmla="*/ 2098549 h 2607908"/>
              <a:gd name="connsiteX773" fmla="*/ 172029 w 3689114"/>
              <a:gd name="connsiteY773" fmla="*/ 2096668 h 2607908"/>
              <a:gd name="connsiteX774" fmla="*/ 173910 w 3689114"/>
              <a:gd name="connsiteY774" fmla="*/ 2094786 h 2607908"/>
              <a:gd name="connsiteX775" fmla="*/ 3399987 w 3689114"/>
              <a:gd name="connsiteY775" fmla="*/ 2093925 h 2607908"/>
              <a:gd name="connsiteX776" fmla="*/ 3402730 w 3689114"/>
              <a:gd name="connsiteY776" fmla="*/ 2096668 h 2607908"/>
              <a:gd name="connsiteX777" fmla="*/ 3399987 w 3689114"/>
              <a:gd name="connsiteY777" fmla="*/ 2099410 h 2607908"/>
              <a:gd name="connsiteX778" fmla="*/ 3397245 w 3689114"/>
              <a:gd name="connsiteY778" fmla="*/ 2096668 h 2607908"/>
              <a:gd name="connsiteX779" fmla="*/ 3399987 w 3689114"/>
              <a:gd name="connsiteY779" fmla="*/ 2093925 h 2607908"/>
              <a:gd name="connsiteX780" fmla="*/ 289128 w 3689114"/>
              <a:gd name="connsiteY780" fmla="*/ 2093925 h 2607908"/>
              <a:gd name="connsiteX781" fmla="*/ 291870 w 3689114"/>
              <a:gd name="connsiteY781" fmla="*/ 2096668 h 2607908"/>
              <a:gd name="connsiteX782" fmla="*/ 289128 w 3689114"/>
              <a:gd name="connsiteY782" fmla="*/ 2099410 h 2607908"/>
              <a:gd name="connsiteX783" fmla="*/ 286385 w 3689114"/>
              <a:gd name="connsiteY783" fmla="*/ 2096668 h 2607908"/>
              <a:gd name="connsiteX784" fmla="*/ 289128 w 3689114"/>
              <a:gd name="connsiteY784" fmla="*/ 2093925 h 2607908"/>
              <a:gd name="connsiteX785" fmla="*/ 3284770 w 3689114"/>
              <a:gd name="connsiteY785" fmla="*/ 2092907 h 2607908"/>
              <a:gd name="connsiteX786" fmla="*/ 3288530 w 3689114"/>
              <a:gd name="connsiteY786" fmla="*/ 2096667 h 2607908"/>
              <a:gd name="connsiteX787" fmla="*/ 3284770 w 3689114"/>
              <a:gd name="connsiteY787" fmla="*/ 2100428 h 2607908"/>
              <a:gd name="connsiteX788" fmla="*/ 3281009 w 3689114"/>
              <a:gd name="connsiteY788" fmla="*/ 2096667 h 2607908"/>
              <a:gd name="connsiteX789" fmla="*/ 3284770 w 3689114"/>
              <a:gd name="connsiteY789" fmla="*/ 2092907 h 2607908"/>
              <a:gd name="connsiteX790" fmla="*/ 404345 w 3689114"/>
              <a:gd name="connsiteY790" fmla="*/ 2092907 h 2607908"/>
              <a:gd name="connsiteX791" fmla="*/ 408105 w 3689114"/>
              <a:gd name="connsiteY791" fmla="*/ 2096667 h 2607908"/>
              <a:gd name="connsiteX792" fmla="*/ 404345 w 3689114"/>
              <a:gd name="connsiteY792" fmla="*/ 2100428 h 2607908"/>
              <a:gd name="connsiteX793" fmla="*/ 400585 w 3689114"/>
              <a:gd name="connsiteY793" fmla="*/ 2096667 h 2607908"/>
              <a:gd name="connsiteX794" fmla="*/ 404345 w 3689114"/>
              <a:gd name="connsiteY794" fmla="*/ 2092907 h 2607908"/>
              <a:gd name="connsiteX795" fmla="*/ 3169553 w 3689114"/>
              <a:gd name="connsiteY795" fmla="*/ 2091830 h 2607908"/>
              <a:gd name="connsiteX796" fmla="*/ 3174391 w 3689114"/>
              <a:gd name="connsiteY796" fmla="*/ 2096668 h 2607908"/>
              <a:gd name="connsiteX797" fmla="*/ 3169553 w 3689114"/>
              <a:gd name="connsiteY797" fmla="*/ 2101505 h 2607908"/>
              <a:gd name="connsiteX798" fmla="*/ 3164715 w 3689114"/>
              <a:gd name="connsiteY798" fmla="*/ 2096668 h 2607908"/>
              <a:gd name="connsiteX799" fmla="*/ 3169553 w 3689114"/>
              <a:gd name="connsiteY799" fmla="*/ 2091830 h 2607908"/>
              <a:gd name="connsiteX800" fmla="*/ 519562 w 3689114"/>
              <a:gd name="connsiteY800" fmla="*/ 2091830 h 2607908"/>
              <a:gd name="connsiteX801" fmla="*/ 524400 w 3689114"/>
              <a:gd name="connsiteY801" fmla="*/ 2096668 h 2607908"/>
              <a:gd name="connsiteX802" fmla="*/ 519562 w 3689114"/>
              <a:gd name="connsiteY802" fmla="*/ 2101505 h 2607908"/>
              <a:gd name="connsiteX803" fmla="*/ 514725 w 3689114"/>
              <a:gd name="connsiteY803" fmla="*/ 2096668 h 2607908"/>
              <a:gd name="connsiteX804" fmla="*/ 519562 w 3689114"/>
              <a:gd name="connsiteY804" fmla="*/ 2091830 h 2607908"/>
              <a:gd name="connsiteX805" fmla="*/ 3054336 w 3689114"/>
              <a:gd name="connsiteY805" fmla="*/ 2090514 h 2607908"/>
              <a:gd name="connsiteX806" fmla="*/ 3060489 w 3689114"/>
              <a:gd name="connsiteY806" fmla="*/ 2096667 h 2607908"/>
              <a:gd name="connsiteX807" fmla="*/ 3054336 w 3689114"/>
              <a:gd name="connsiteY807" fmla="*/ 2102821 h 2607908"/>
              <a:gd name="connsiteX808" fmla="*/ 3048182 w 3689114"/>
              <a:gd name="connsiteY808" fmla="*/ 2096667 h 2607908"/>
              <a:gd name="connsiteX809" fmla="*/ 3054336 w 3689114"/>
              <a:gd name="connsiteY809" fmla="*/ 2090514 h 2607908"/>
              <a:gd name="connsiteX810" fmla="*/ 634779 w 3689114"/>
              <a:gd name="connsiteY810" fmla="*/ 2090514 h 2607908"/>
              <a:gd name="connsiteX811" fmla="*/ 640932 w 3689114"/>
              <a:gd name="connsiteY811" fmla="*/ 2096667 h 2607908"/>
              <a:gd name="connsiteX812" fmla="*/ 634779 w 3689114"/>
              <a:gd name="connsiteY812" fmla="*/ 2102821 h 2607908"/>
              <a:gd name="connsiteX813" fmla="*/ 628626 w 3689114"/>
              <a:gd name="connsiteY813" fmla="*/ 2096667 h 2607908"/>
              <a:gd name="connsiteX814" fmla="*/ 634779 w 3689114"/>
              <a:gd name="connsiteY814" fmla="*/ 2090514 h 2607908"/>
              <a:gd name="connsiteX815" fmla="*/ 2939119 w 3689114"/>
              <a:gd name="connsiteY815" fmla="*/ 2089163 h 2607908"/>
              <a:gd name="connsiteX816" fmla="*/ 2946623 w 3689114"/>
              <a:gd name="connsiteY816" fmla="*/ 2096667 h 2607908"/>
              <a:gd name="connsiteX817" fmla="*/ 2939119 w 3689114"/>
              <a:gd name="connsiteY817" fmla="*/ 2104172 h 2607908"/>
              <a:gd name="connsiteX818" fmla="*/ 2931614 w 3689114"/>
              <a:gd name="connsiteY818" fmla="*/ 2096667 h 2607908"/>
              <a:gd name="connsiteX819" fmla="*/ 2939119 w 3689114"/>
              <a:gd name="connsiteY819" fmla="*/ 2089163 h 2607908"/>
              <a:gd name="connsiteX820" fmla="*/ 749995 w 3689114"/>
              <a:gd name="connsiteY820" fmla="*/ 2089163 h 2607908"/>
              <a:gd name="connsiteX821" fmla="*/ 757499 w 3689114"/>
              <a:gd name="connsiteY821" fmla="*/ 2096667 h 2607908"/>
              <a:gd name="connsiteX822" fmla="*/ 749995 w 3689114"/>
              <a:gd name="connsiteY822" fmla="*/ 2104172 h 2607908"/>
              <a:gd name="connsiteX823" fmla="*/ 742491 w 3689114"/>
              <a:gd name="connsiteY823" fmla="*/ 2096667 h 2607908"/>
              <a:gd name="connsiteX824" fmla="*/ 749995 w 3689114"/>
              <a:gd name="connsiteY824" fmla="*/ 2089163 h 2607908"/>
              <a:gd name="connsiteX825" fmla="*/ 2823902 w 3689114"/>
              <a:gd name="connsiteY825" fmla="*/ 2087682 h 2607908"/>
              <a:gd name="connsiteX826" fmla="*/ 2832888 w 3689114"/>
              <a:gd name="connsiteY826" fmla="*/ 2096667 h 2607908"/>
              <a:gd name="connsiteX827" fmla="*/ 2823902 w 3689114"/>
              <a:gd name="connsiteY827" fmla="*/ 2105653 h 2607908"/>
              <a:gd name="connsiteX828" fmla="*/ 2814917 w 3689114"/>
              <a:gd name="connsiteY828" fmla="*/ 2096667 h 2607908"/>
              <a:gd name="connsiteX829" fmla="*/ 2823902 w 3689114"/>
              <a:gd name="connsiteY829" fmla="*/ 2087682 h 2607908"/>
              <a:gd name="connsiteX830" fmla="*/ 865213 w 3689114"/>
              <a:gd name="connsiteY830" fmla="*/ 2087682 h 2607908"/>
              <a:gd name="connsiteX831" fmla="*/ 874198 w 3689114"/>
              <a:gd name="connsiteY831" fmla="*/ 2096667 h 2607908"/>
              <a:gd name="connsiteX832" fmla="*/ 865213 w 3689114"/>
              <a:gd name="connsiteY832" fmla="*/ 2105653 h 2607908"/>
              <a:gd name="connsiteX833" fmla="*/ 856227 w 3689114"/>
              <a:gd name="connsiteY833" fmla="*/ 2096667 h 2607908"/>
              <a:gd name="connsiteX834" fmla="*/ 865213 w 3689114"/>
              <a:gd name="connsiteY834" fmla="*/ 2087682 h 2607908"/>
              <a:gd name="connsiteX835" fmla="*/ 2708685 w 3689114"/>
              <a:gd name="connsiteY835" fmla="*/ 2086071 h 2607908"/>
              <a:gd name="connsiteX836" fmla="*/ 2719281 w 3689114"/>
              <a:gd name="connsiteY836" fmla="*/ 2096667 h 2607908"/>
              <a:gd name="connsiteX837" fmla="*/ 2708685 w 3689114"/>
              <a:gd name="connsiteY837" fmla="*/ 2107264 h 2607908"/>
              <a:gd name="connsiteX838" fmla="*/ 2698089 w 3689114"/>
              <a:gd name="connsiteY838" fmla="*/ 2096667 h 2607908"/>
              <a:gd name="connsiteX839" fmla="*/ 2708685 w 3689114"/>
              <a:gd name="connsiteY839" fmla="*/ 2086071 h 2607908"/>
              <a:gd name="connsiteX840" fmla="*/ 980429 w 3689114"/>
              <a:gd name="connsiteY840" fmla="*/ 2086071 h 2607908"/>
              <a:gd name="connsiteX841" fmla="*/ 991025 w 3689114"/>
              <a:gd name="connsiteY841" fmla="*/ 2096667 h 2607908"/>
              <a:gd name="connsiteX842" fmla="*/ 980429 w 3689114"/>
              <a:gd name="connsiteY842" fmla="*/ 2107264 h 2607908"/>
              <a:gd name="connsiteX843" fmla="*/ 969833 w 3689114"/>
              <a:gd name="connsiteY843" fmla="*/ 2096667 h 2607908"/>
              <a:gd name="connsiteX844" fmla="*/ 980429 w 3689114"/>
              <a:gd name="connsiteY844" fmla="*/ 2086071 h 2607908"/>
              <a:gd name="connsiteX845" fmla="*/ 2593468 w 3689114"/>
              <a:gd name="connsiteY845" fmla="*/ 2084482 h 2607908"/>
              <a:gd name="connsiteX846" fmla="*/ 2605654 w 3689114"/>
              <a:gd name="connsiteY846" fmla="*/ 2096668 h 2607908"/>
              <a:gd name="connsiteX847" fmla="*/ 2593468 w 3689114"/>
              <a:gd name="connsiteY847" fmla="*/ 2108854 h 2607908"/>
              <a:gd name="connsiteX848" fmla="*/ 2581282 w 3689114"/>
              <a:gd name="connsiteY848" fmla="*/ 2096668 h 2607908"/>
              <a:gd name="connsiteX849" fmla="*/ 2593468 w 3689114"/>
              <a:gd name="connsiteY849" fmla="*/ 2084482 h 2607908"/>
              <a:gd name="connsiteX850" fmla="*/ 1095647 w 3689114"/>
              <a:gd name="connsiteY850" fmla="*/ 2084482 h 2607908"/>
              <a:gd name="connsiteX851" fmla="*/ 1107832 w 3689114"/>
              <a:gd name="connsiteY851" fmla="*/ 2096668 h 2607908"/>
              <a:gd name="connsiteX852" fmla="*/ 1095647 w 3689114"/>
              <a:gd name="connsiteY852" fmla="*/ 2108854 h 2607908"/>
              <a:gd name="connsiteX853" fmla="*/ 1083461 w 3689114"/>
              <a:gd name="connsiteY853" fmla="*/ 2096668 h 2607908"/>
              <a:gd name="connsiteX854" fmla="*/ 1095647 w 3689114"/>
              <a:gd name="connsiteY854" fmla="*/ 2084482 h 2607908"/>
              <a:gd name="connsiteX855" fmla="*/ 2478250 w 3689114"/>
              <a:gd name="connsiteY855" fmla="*/ 2082784 h 2607908"/>
              <a:gd name="connsiteX856" fmla="*/ 2492135 w 3689114"/>
              <a:gd name="connsiteY856" fmla="*/ 2096667 h 2607908"/>
              <a:gd name="connsiteX857" fmla="*/ 2478250 w 3689114"/>
              <a:gd name="connsiteY857" fmla="*/ 2110552 h 2607908"/>
              <a:gd name="connsiteX858" fmla="*/ 2464366 w 3689114"/>
              <a:gd name="connsiteY858" fmla="*/ 2096667 h 2607908"/>
              <a:gd name="connsiteX859" fmla="*/ 2478250 w 3689114"/>
              <a:gd name="connsiteY859" fmla="*/ 2082784 h 2607908"/>
              <a:gd name="connsiteX860" fmla="*/ 1210863 w 3689114"/>
              <a:gd name="connsiteY860" fmla="*/ 2082784 h 2607908"/>
              <a:gd name="connsiteX861" fmla="*/ 1224748 w 3689114"/>
              <a:gd name="connsiteY861" fmla="*/ 2096667 h 2607908"/>
              <a:gd name="connsiteX862" fmla="*/ 1210863 w 3689114"/>
              <a:gd name="connsiteY862" fmla="*/ 2110552 h 2607908"/>
              <a:gd name="connsiteX863" fmla="*/ 1196980 w 3689114"/>
              <a:gd name="connsiteY863" fmla="*/ 2096667 h 2607908"/>
              <a:gd name="connsiteX864" fmla="*/ 1210863 w 3689114"/>
              <a:gd name="connsiteY864" fmla="*/ 2082784 h 2607908"/>
              <a:gd name="connsiteX865" fmla="*/ 2363034 w 3689114"/>
              <a:gd name="connsiteY865" fmla="*/ 2081146 h 2607908"/>
              <a:gd name="connsiteX866" fmla="*/ 2378555 w 3689114"/>
              <a:gd name="connsiteY866" fmla="*/ 2096667 h 2607908"/>
              <a:gd name="connsiteX867" fmla="*/ 2363034 w 3689114"/>
              <a:gd name="connsiteY867" fmla="*/ 2112188 h 2607908"/>
              <a:gd name="connsiteX868" fmla="*/ 2347513 w 3689114"/>
              <a:gd name="connsiteY868" fmla="*/ 2096667 h 2607908"/>
              <a:gd name="connsiteX869" fmla="*/ 2363034 w 3689114"/>
              <a:gd name="connsiteY869" fmla="*/ 2081146 h 2607908"/>
              <a:gd name="connsiteX870" fmla="*/ 1326080 w 3689114"/>
              <a:gd name="connsiteY870" fmla="*/ 2081146 h 2607908"/>
              <a:gd name="connsiteX871" fmla="*/ 1341602 w 3689114"/>
              <a:gd name="connsiteY871" fmla="*/ 2096667 h 2607908"/>
              <a:gd name="connsiteX872" fmla="*/ 1326080 w 3689114"/>
              <a:gd name="connsiteY872" fmla="*/ 2112188 h 2607908"/>
              <a:gd name="connsiteX873" fmla="*/ 1310559 w 3689114"/>
              <a:gd name="connsiteY873" fmla="*/ 2096667 h 2607908"/>
              <a:gd name="connsiteX874" fmla="*/ 1326080 w 3689114"/>
              <a:gd name="connsiteY874" fmla="*/ 2081146 h 2607908"/>
              <a:gd name="connsiteX875" fmla="*/ 2247817 w 3689114"/>
              <a:gd name="connsiteY875" fmla="*/ 2079597 h 2607908"/>
              <a:gd name="connsiteX876" fmla="*/ 2264887 w 3689114"/>
              <a:gd name="connsiteY876" fmla="*/ 2096668 h 2607908"/>
              <a:gd name="connsiteX877" fmla="*/ 2247817 w 3689114"/>
              <a:gd name="connsiteY877" fmla="*/ 2113738 h 2607908"/>
              <a:gd name="connsiteX878" fmla="*/ 2230746 w 3689114"/>
              <a:gd name="connsiteY878" fmla="*/ 2096668 h 2607908"/>
              <a:gd name="connsiteX879" fmla="*/ 2247817 w 3689114"/>
              <a:gd name="connsiteY879" fmla="*/ 2079597 h 2607908"/>
              <a:gd name="connsiteX880" fmla="*/ 1441298 w 3689114"/>
              <a:gd name="connsiteY880" fmla="*/ 2079597 h 2607908"/>
              <a:gd name="connsiteX881" fmla="*/ 1458368 w 3689114"/>
              <a:gd name="connsiteY881" fmla="*/ 2096668 h 2607908"/>
              <a:gd name="connsiteX882" fmla="*/ 1441298 w 3689114"/>
              <a:gd name="connsiteY882" fmla="*/ 2113738 h 2607908"/>
              <a:gd name="connsiteX883" fmla="*/ 1424228 w 3689114"/>
              <a:gd name="connsiteY883" fmla="*/ 2096668 h 2607908"/>
              <a:gd name="connsiteX884" fmla="*/ 1441298 w 3689114"/>
              <a:gd name="connsiteY884" fmla="*/ 2079597 h 2607908"/>
              <a:gd name="connsiteX885" fmla="*/ 2132600 w 3689114"/>
              <a:gd name="connsiteY885" fmla="*/ 2078160 h 2607908"/>
              <a:gd name="connsiteX886" fmla="*/ 2151107 w 3689114"/>
              <a:gd name="connsiteY886" fmla="*/ 2096668 h 2607908"/>
              <a:gd name="connsiteX887" fmla="*/ 2132600 w 3689114"/>
              <a:gd name="connsiteY887" fmla="*/ 2115176 h 2607908"/>
              <a:gd name="connsiteX888" fmla="*/ 2114092 w 3689114"/>
              <a:gd name="connsiteY888" fmla="*/ 2096668 h 2607908"/>
              <a:gd name="connsiteX889" fmla="*/ 2132600 w 3689114"/>
              <a:gd name="connsiteY889" fmla="*/ 2078160 h 2607908"/>
              <a:gd name="connsiteX890" fmla="*/ 1556514 w 3689114"/>
              <a:gd name="connsiteY890" fmla="*/ 2078160 h 2607908"/>
              <a:gd name="connsiteX891" fmla="*/ 1575022 w 3689114"/>
              <a:gd name="connsiteY891" fmla="*/ 2096668 h 2607908"/>
              <a:gd name="connsiteX892" fmla="*/ 1556514 w 3689114"/>
              <a:gd name="connsiteY892" fmla="*/ 2115176 h 2607908"/>
              <a:gd name="connsiteX893" fmla="*/ 1538007 w 3689114"/>
              <a:gd name="connsiteY893" fmla="*/ 2096668 h 2607908"/>
              <a:gd name="connsiteX894" fmla="*/ 1556514 w 3689114"/>
              <a:gd name="connsiteY894" fmla="*/ 2078160 h 2607908"/>
              <a:gd name="connsiteX895" fmla="*/ 2017383 w 3689114"/>
              <a:gd name="connsiteY895" fmla="*/ 2077233 h 2607908"/>
              <a:gd name="connsiteX896" fmla="*/ 2036817 w 3689114"/>
              <a:gd name="connsiteY896" fmla="*/ 2096667 h 2607908"/>
              <a:gd name="connsiteX897" fmla="*/ 2017383 w 3689114"/>
              <a:gd name="connsiteY897" fmla="*/ 2116102 h 2607908"/>
              <a:gd name="connsiteX898" fmla="*/ 1997948 w 3689114"/>
              <a:gd name="connsiteY898" fmla="*/ 2096667 h 2607908"/>
              <a:gd name="connsiteX899" fmla="*/ 2017383 w 3689114"/>
              <a:gd name="connsiteY899" fmla="*/ 2077233 h 2607908"/>
              <a:gd name="connsiteX900" fmla="*/ 1671732 w 3689114"/>
              <a:gd name="connsiteY900" fmla="*/ 2077233 h 2607908"/>
              <a:gd name="connsiteX901" fmla="*/ 1691166 w 3689114"/>
              <a:gd name="connsiteY901" fmla="*/ 2096667 h 2607908"/>
              <a:gd name="connsiteX902" fmla="*/ 1671732 w 3689114"/>
              <a:gd name="connsiteY902" fmla="*/ 2116102 h 2607908"/>
              <a:gd name="connsiteX903" fmla="*/ 1652297 w 3689114"/>
              <a:gd name="connsiteY903" fmla="*/ 2096667 h 2607908"/>
              <a:gd name="connsiteX904" fmla="*/ 1671732 w 3689114"/>
              <a:gd name="connsiteY904" fmla="*/ 2077233 h 2607908"/>
              <a:gd name="connsiteX905" fmla="*/ 1902166 w 3689114"/>
              <a:gd name="connsiteY905" fmla="*/ 2076666 h 2607908"/>
              <a:gd name="connsiteX906" fmla="*/ 1922167 w 3689114"/>
              <a:gd name="connsiteY906" fmla="*/ 2096667 h 2607908"/>
              <a:gd name="connsiteX907" fmla="*/ 1902166 w 3689114"/>
              <a:gd name="connsiteY907" fmla="*/ 2116669 h 2607908"/>
              <a:gd name="connsiteX908" fmla="*/ 1882164 w 3689114"/>
              <a:gd name="connsiteY908" fmla="*/ 2096667 h 2607908"/>
              <a:gd name="connsiteX909" fmla="*/ 1902166 w 3689114"/>
              <a:gd name="connsiteY909" fmla="*/ 2076666 h 2607908"/>
              <a:gd name="connsiteX910" fmla="*/ 1786949 w 3689114"/>
              <a:gd name="connsiteY910" fmla="*/ 2076666 h 2607908"/>
              <a:gd name="connsiteX911" fmla="*/ 1806950 w 3689114"/>
              <a:gd name="connsiteY911" fmla="*/ 2096667 h 2607908"/>
              <a:gd name="connsiteX912" fmla="*/ 1786949 w 3689114"/>
              <a:gd name="connsiteY912" fmla="*/ 2116669 h 2607908"/>
              <a:gd name="connsiteX913" fmla="*/ 1766947 w 3689114"/>
              <a:gd name="connsiteY913" fmla="*/ 2096667 h 2607908"/>
              <a:gd name="connsiteX914" fmla="*/ 1786949 w 3689114"/>
              <a:gd name="connsiteY914" fmla="*/ 2076666 h 2607908"/>
              <a:gd name="connsiteX915" fmla="*/ 3572813 w 3689114"/>
              <a:gd name="connsiteY915" fmla="*/ 1995238 h 2607908"/>
              <a:gd name="connsiteX916" fmla="*/ 3574461 w 3689114"/>
              <a:gd name="connsiteY916" fmla="*/ 1996887 h 2607908"/>
              <a:gd name="connsiteX917" fmla="*/ 3572813 w 3689114"/>
              <a:gd name="connsiteY917" fmla="*/ 1998536 h 2607908"/>
              <a:gd name="connsiteX918" fmla="*/ 3571164 w 3689114"/>
              <a:gd name="connsiteY918" fmla="*/ 1996887 h 2607908"/>
              <a:gd name="connsiteX919" fmla="*/ 3572813 w 3689114"/>
              <a:gd name="connsiteY919" fmla="*/ 1995238 h 2607908"/>
              <a:gd name="connsiteX920" fmla="*/ 116302 w 3689114"/>
              <a:gd name="connsiteY920" fmla="*/ 1995238 h 2607908"/>
              <a:gd name="connsiteX921" fmla="*/ 117951 w 3689114"/>
              <a:gd name="connsiteY921" fmla="*/ 1996887 h 2607908"/>
              <a:gd name="connsiteX922" fmla="*/ 116302 w 3689114"/>
              <a:gd name="connsiteY922" fmla="*/ 1998536 h 2607908"/>
              <a:gd name="connsiteX923" fmla="*/ 114654 w 3689114"/>
              <a:gd name="connsiteY923" fmla="*/ 1996887 h 2607908"/>
              <a:gd name="connsiteX924" fmla="*/ 116302 w 3689114"/>
              <a:gd name="connsiteY924" fmla="*/ 1995238 h 2607908"/>
              <a:gd name="connsiteX925" fmla="*/ 3457596 w 3689114"/>
              <a:gd name="connsiteY925" fmla="*/ 1994494 h 2607908"/>
              <a:gd name="connsiteX926" fmla="*/ 3459989 w 3689114"/>
              <a:gd name="connsiteY926" fmla="*/ 1996887 h 2607908"/>
              <a:gd name="connsiteX927" fmla="*/ 3457596 w 3689114"/>
              <a:gd name="connsiteY927" fmla="*/ 1999279 h 2607908"/>
              <a:gd name="connsiteX928" fmla="*/ 3455203 w 3689114"/>
              <a:gd name="connsiteY928" fmla="*/ 1996887 h 2607908"/>
              <a:gd name="connsiteX929" fmla="*/ 3457596 w 3689114"/>
              <a:gd name="connsiteY929" fmla="*/ 1994494 h 2607908"/>
              <a:gd name="connsiteX930" fmla="*/ 231519 w 3689114"/>
              <a:gd name="connsiteY930" fmla="*/ 1994494 h 2607908"/>
              <a:gd name="connsiteX931" fmla="*/ 233912 w 3689114"/>
              <a:gd name="connsiteY931" fmla="*/ 1996887 h 2607908"/>
              <a:gd name="connsiteX932" fmla="*/ 231519 w 3689114"/>
              <a:gd name="connsiteY932" fmla="*/ 1999279 h 2607908"/>
              <a:gd name="connsiteX933" fmla="*/ 229126 w 3689114"/>
              <a:gd name="connsiteY933" fmla="*/ 1996887 h 2607908"/>
              <a:gd name="connsiteX934" fmla="*/ 231519 w 3689114"/>
              <a:gd name="connsiteY934" fmla="*/ 1994494 h 2607908"/>
              <a:gd name="connsiteX935" fmla="*/ 3342378 w 3689114"/>
              <a:gd name="connsiteY935" fmla="*/ 1993537 h 2607908"/>
              <a:gd name="connsiteX936" fmla="*/ 3345729 w 3689114"/>
              <a:gd name="connsiteY936" fmla="*/ 1996887 h 2607908"/>
              <a:gd name="connsiteX937" fmla="*/ 3342378 w 3689114"/>
              <a:gd name="connsiteY937" fmla="*/ 2000237 h 2607908"/>
              <a:gd name="connsiteX938" fmla="*/ 3339028 w 3689114"/>
              <a:gd name="connsiteY938" fmla="*/ 1996887 h 2607908"/>
              <a:gd name="connsiteX939" fmla="*/ 3342378 w 3689114"/>
              <a:gd name="connsiteY939" fmla="*/ 1993537 h 2607908"/>
              <a:gd name="connsiteX940" fmla="*/ 346736 w 3689114"/>
              <a:gd name="connsiteY940" fmla="*/ 1993537 h 2607908"/>
              <a:gd name="connsiteX941" fmla="*/ 350087 w 3689114"/>
              <a:gd name="connsiteY941" fmla="*/ 1996887 h 2607908"/>
              <a:gd name="connsiteX942" fmla="*/ 346736 w 3689114"/>
              <a:gd name="connsiteY942" fmla="*/ 2000237 h 2607908"/>
              <a:gd name="connsiteX943" fmla="*/ 343386 w 3689114"/>
              <a:gd name="connsiteY943" fmla="*/ 1996887 h 2607908"/>
              <a:gd name="connsiteX944" fmla="*/ 346736 w 3689114"/>
              <a:gd name="connsiteY944" fmla="*/ 1993537 h 2607908"/>
              <a:gd name="connsiteX945" fmla="*/ 3227161 w 3689114"/>
              <a:gd name="connsiteY945" fmla="*/ 1992423 h 2607908"/>
              <a:gd name="connsiteX946" fmla="*/ 3231625 w 3689114"/>
              <a:gd name="connsiteY946" fmla="*/ 1996887 h 2607908"/>
              <a:gd name="connsiteX947" fmla="*/ 3227161 w 3689114"/>
              <a:gd name="connsiteY947" fmla="*/ 2001350 h 2607908"/>
              <a:gd name="connsiteX948" fmla="*/ 3222697 w 3689114"/>
              <a:gd name="connsiteY948" fmla="*/ 1996887 h 2607908"/>
              <a:gd name="connsiteX949" fmla="*/ 3227161 w 3689114"/>
              <a:gd name="connsiteY949" fmla="*/ 1992423 h 2607908"/>
              <a:gd name="connsiteX950" fmla="*/ 461953 w 3689114"/>
              <a:gd name="connsiteY950" fmla="*/ 1992423 h 2607908"/>
              <a:gd name="connsiteX951" fmla="*/ 466416 w 3689114"/>
              <a:gd name="connsiteY951" fmla="*/ 1996887 h 2607908"/>
              <a:gd name="connsiteX952" fmla="*/ 461953 w 3689114"/>
              <a:gd name="connsiteY952" fmla="*/ 2001350 h 2607908"/>
              <a:gd name="connsiteX953" fmla="*/ 457489 w 3689114"/>
              <a:gd name="connsiteY953" fmla="*/ 1996887 h 2607908"/>
              <a:gd name="connsiteX954" fmla="*/ 461953 w 3689114"/>
              <a:gd name="connsiteY954" fmla="*/ 1992423 h 2607908"/>
              <a:gd name="connsiteX955" fmla="*/ 3111945 w 3689114"/>
              <a:gd name="connsiteY955" fmla="*/ 1991155 h 2607908"/>
              <a:gd name="connsiteX956" fmla="*/ 3117677 w 3689114"/>
              <a:gd name="connsiteY956" fmla="*/ 1996887 h 2607908"/>
              <a:gd name="connsiteX957" fmla="*/ 3111945 w 3689114"/>
              <a:gd name="connsiteY957" fmla="*/ 2002619 h 2607908"/>
              <a:gd name="connsiteX958" fmla="*/ 3106213 w 3689114"/>
              <a:gd name="connsiteY958" fmla="*/ 1996887 h 2607908"/>
              <a:gd name="connsiteX959" fmla="*/ 3111945 w 3689114"/>
              <a:gd name="connsiteY959" fmla="*/ 1991155 h 2607908"/>
              <a:gd name="connsiteX960" fmla="*/ 577171 w 3689114"/>
              <a:gd name="connsiteY960" fmla="*/ 1991155 h 2607908"/>
              <a:gd name="connsiteX961" fmla="*/ 582903 w 3689114"/>
              <a:gd name="connsiteY961" fmla="*/ 1996887 h 2607908"/>
              <a:gd name="connsiteX962" fmla="*/ 577171 w 3689114"/>
              <a:gd name="connsiteY962" fmla="*/ 2002619 h 2607908"/>
              <a:gd name="connsiteX963" fmla="*/ 571439 w 3689114"/>
              <a:gd name="connsiteY963" fmla="*/ 1996887 h 2607908"/>
              <a:gd name="connsiteX964" fmla="*/ 577171 w 3689114"/>
              <a:gd name="connsiteY964" fmla="*/ 1991155 h 2607908"/>
              <a:gd name="connsiteX965" fmla="*/ 2996727 w 3689114"/>
              <a:gd name="connsiteY965" fmla="*/ 1989847 h 2607908"/>
              <a:gd name="connsiteX966" fmla="*/ 3003767 w 3689114"/>
              <a:gd name="connsiteY966" fmla="*/ 1996887 h 2607908"/>
              <a:gd name="connsiteX967" fmla="*/ 2996727 w 3689114"/>
              <a:gd name="connsiteY967" fmla="*/ 2003926 h 2607908"/>
              <a:gd name="connsiteX968" fmla="*/ 2989688 w 3689114"/>
              <a:gd name="connsiteY968" fmla="*/ 1996887 h 2607908"/>
              <a:gd name="connsiteX969" fmla="*/ 2996727 w 3689114"/>
              <a:gd name="connsiteY969" fmla="*/ 1989847 h 2607908"/>
              <a:gd name="connsiteX970" fmla="*/ 692388 w 3689114"/>
              <a:gd name="connsiteY970" fmla="*/ 1989847 h 2607908"/>
              <a:gd name="connsiteX971" fmla="*/ 699428 w 3689114"/>
              <a:gd name="connsiteY971" fmla="*/ 1996887 h 2607908"/>
              <a:gd name="connsiteX972" fmla="*/ 692388 w 3689114"/>
              <a:gd name="connsiteY972" fmla="*/ 2003926 h 2607908"/>
              <a:gd name="connsiteX973" fmla="*/ 685348 w 3689114"/>
              <a:gd name="connsiteY973" fmla="*/ 1996887 h 2607908"/>
              <a:gd name="connsiteX974" fmla="*/ 692388 w 3689114"/>
              <a:gd name="connsiteY974" fmla="*/ 1989847 h 2607908"/>
              <a:gd name="connsiteX975" fmla="*/ 2881510 w 3689114"/>
              <a:gd name="connsiteY975" fmla="*/ 1988409 h 2607908"/>
              <a:gd name="connsiteX976" fmla="*/ 2889987 w 3689114"/>
              <a:gd name="connsiteY976" fmla="*/ 1996887 h 2607908"/>
              <a:gd name="connsiteX977" fmla="*/ 2881510 w 3689114"/>
              <a:gd name="connsiteY977" fmla="*/ 2005363 h 2607908"/>
              <a:gd name="connsiteX978" fmla="*/ 2873033 w 3689114"/>
              <a:gd name="connsiteY978" fmla="*/ 1996887 h 2607908"/>
              <a:gd name="connsiteX979" fmla="*/ 2881510 w 3689114"/>
              <a:gd name="connsiteY979" fmla="*/ 1988409 h 2607908"/>
              <a:gd name="connsiteX980" fmla="*/ 807604 w 3689114"/>
              <a:gd name="connsiteY980" fmla="*/ 1988409 h 2607908"/>
              <a:gd name="connsiteX981" fmla="*/ 816081 w 3689114"/>
              <a:gd name="connsiteY981" fmla="*/ 1996887 h 2607908"/>
              <a:gd name="connsiteX982" fmla="*/ 807604 w 3689114"/>
              <a:gd name="connsiteY982" fmla="*/ 2005363 h 2607908"/>
              <a:gd name="connsiteX983" fmla="*/ 799126 w 3689114"/>
              <a:gd name="connsiteY983" fmla="*/ 1996887 h 2607908"/>
              <a:gd name="connsiteX984" fmla="*/ 807604 w 3689114"/>
              <a:gd name="connsiteY984" fmla="*/ 1988409 h 2607908"/>
              <a:gd name="connsiteX985" fmla="*/ 2766293 w 3689114"/>
              <a:gd name="connsiteY985" fmla="*/ 1986705 h 2607908"/>
              <a:gd name="connsiteX986" fmla="*/ 2776474 w 3689114"/>
              <a:gd name="connsiteY986" fmla="*/ 1996887 h 2607908"/>
              <a:gd name="connsiteX987" fmla="*/ 2766293 w 3689114"/>
              <a:gd name="connsiteY987" fmla="*/ 2007068 h 2607908"/>
              <a:gd name="connsiteX988" fmla="*/ 2756112 w 3689114"/>
              <a:gd name="connsiteY988" fmla="*/ 1996887 h 2607908"/>
              <a:gd name="connsiteX989" fmla="*/ 2766293 w 3689114"/>
              <a:gd name="connsiteY989" fmla="*/ 1986705 h 2607908"/>
              <a:gd name="connsiteX990" fmla="*/ 922821 w 3689114"/>
              <a:gd name="connsiteY990" fmla="*/ 1986705 h 2607908"/>
              <a:gd name="connsiteX991" fmla="*/ 933002 w 3689114"/>
              <a:gd name="connsiteY991" fmla="*/ 1996887 h 2607908"/>
              <a:gd name="connsiteX992" fmla="*/ 922821 w 3689114"/>
              <a:gd name="connsiteY992" fmla="*/ 2007068 h 2607908"/>
              <a:gd name="connsiteX993" fmla="*/ 912639 w 3689114"/>
              <a:gd name="connsiteY993" fmla="*/ 1996887 h 2607908"/>
              <a:gd name="connsiteX994" fmla="*/ 922821 w 3689114"/>
              <a:gd name="connsiteY994" fmla="*/ 1986705 h 2607908"/>
              <a:gd name="connsiteX995" fmla="*/ 2651076 w 3689114"/>
              <a:gd name="connsiteY995" fmla="*/ 1985145 h 2607908"/>
              <a:gd name="connsiteX996" fmla="*/ 2662818 w 3689114"/>
              <a:gd name="connsiteY996" fmla="*/ 1996887 h 2607908"/>
              <a:gd name="connsiteX997" fmla="*/ 2651076 w 3689114"/>
              <a:gd name="connsiteY997" fmla="*/ 2008629 h 2607908"/>
              <a:gd name="connsiteX998" fmla="*/ 2639335 w 3689114"/>
              <a:gd name="connsiteY998" fmla="*/ 1996887 h 2607908"/>
              <a:gd name="connsiteX999" fmla="*/ 2651076 w 3689114"/>
              <a:gd name="connsiteY999" fmla="*/ 1985145 h 2607908"/>
              <a:gd name="connsiteX1000" fmla="*/ 1038038 w 3689114"/>
              <a:gd name="connsiteY1000" fmla="*/ 1985145 h 2607908"/>
              <a:gd name="connsiteX1001" fmla="*/ 1049780 w 3689114"/>
              <a:gd name="connsiteY1001" fmla="*/ 1996887 h 2607908"/>
              <a:gd name="connsiteX1002" fmla="*/ 1038038 w 3689114"/>
              <a:gd name="connsiteY1002" fmla="*/ 2008629 h 2607908"/>
              <a:gd name="connsiteX1003" fmla="*/ 1026296 w 3689114"/>
              <a:gd name="connsiteY1003" fmla="*/ 1996887 h 2607908"/>
              <a:gd name="connsiteX1004" fmla="*/ 1038038 w 3689114"/>
              <a:gd name="connsiteY1004" fmla="*/ 1985145 h 2607908"/>
              <a:gd name="connsiteX1005" fmla="*/ 2535860 w 3689114"/>
              <a:gd name="connsiteY1005" fmla="*/ 1983319 h 2607908"/>
              <a:gd name="connsiteX1006" fmla="*/ 2549427 w 3689114"/>
              <a:gd name="connsiteY1006" fmla="*/ 1996887 h 2607908"/>
              <a:gd name="connsiteX1007" fmla="*/ 2535860 w 3689114"/>
              <a:gd name="connsiteY1007" fmla="*/ 2010454 h 2607908"/>
              <a:gd name="connsiteX1008" fmla="*/ 2522292 w 3689114"/>
              <a:gd name="connsiteY1008" fmla="*/ 1996887 h 2607908"/>
              <a:gd name="connsiteX1009" fmla="*/ 2535860 w 3689114"/>
              <a:gd name="connsiteY1009" fmla="*/ 1983319 h 2607908"/>
              <a:gd name="connsiteX1010" fmla="*/ 1153255 w 3689114"/>
              <a:gd name="connsiteY1010" fmla="*/ 1983319 h 2607908"/>
              <a:gd name="connsiteX1011" fmla="*/ 1166822 w 3689114"/>
              <a:gd name="connsiteY1011" fmla="*/ 1996887 h 2607908"/>
              <a:gd name="connsiteX1012" fmla="*/ 1153255 w 3689114"/>
              <a:gd name="connsiteY1012" fmla="*/ 2010454 h 2607908"/>
              <a:gd name="connsiteX1013" fmla="*/ 1139688 w 3689114"/>
              <a:gd name="connsiteY1013" fmla="*/ 1996887 h 2607908"/>
              <a:gd name="connsiteX1014" fmla="*/ 1153255 w 3689114"/>
              <a:gd name="connsiteY1014" fmla="*/ 1983319 h 2607908"/>
              <a:gd name="connsiteX1015" fmla="*/ 2420642 w 3689114"/>
              <a:gd name="connsiteY1015" fmla="*/ 1981533 h 2607908"/>
              <a:gd name="connsiteX1016" fmla="*/ 2435995 w 3689114"/>
              <a:gd name="connsiteY1016" fmla="*/ 1996887 h 2607908"/>
              <a:gd name="connsiteX1017" fmla="*/ 2420642 w 3689114"/>
              <a:gd name="connsiteY1017" fmla="*/ 2012240 h 2607908"/>
              <a:gd name="connsiteX1018" fmla="*/ 2405289 w 3689114"/>
              <a:gd name="connsiteY1018" fmla="*/ 1996887 h 2607908"/>
              <a:gd name="connsiteX1019" fmla="*/ 2420642 w 3689114"/>
              <a:gd name="connsiteY1019" fmla="*/ 1981533 h 2607908"/>
              <a:gd name="connsiteX1020" fmla="*/ 1268472 w 3689114"/>
              <a:gd name="connsiteY1020" fmla="*/ 1981533 h 2607908"/>
              <a:gd name="connsiteX1021" fmla="*/ 1283826 w 3689114"/>
              <a:gd name="connsiteY1021" fmla="*/ 1996887 h 2607908"/>
              <a:gd name="connsiteX1022" fmla="*/ 1268472 w 3689114"/>
              <a:gd name="connsiteY1022" fmla="*/ 2012240 h 2607908"/>
              <a:gd name="connsiteX1023" fmla="*/ 1253119 w 3689114"/>
              <a:gd name="connsiteY1023" fmla="*/ 1996887 h 2607908"/>
              <a:gd name="connsiteX1024" fmla="*/ 1268472 w 3689114"/>
              <a:gd name="connsiteY1024" fmla="*/ 1981533 h 2607908"/>
              <a:gd name="connsiteX1025" fmla="*/ 2305426 w 3689114"/>
              <a:gd name="connsiteY1025" fmla="*/ 1979816 h 2607908"/>
              <a:gd name="connsiteX1026" fmla="*/ 2322496 w 3689114"/>
              <a:gd name="connsiteY1026" fmla="*/ 1996887 h 2607908"/>
              <a:gd name="connsiteX1027" fmla="*/ 2305426 w 3689114"/>
              <a:gd name="connsiteY1027" fmla="*/ 2013956 h 2607908"/>
              <a:gd name="connsiteX1028" fmla="*/ 2288355 w 3689114"/>
              <a:gd name="connsiteY1028" fmla="*/ 1996887 h 2607908"/>
              <a:gd name="connsiteX1029" fmla="*/ 2305426 w 3689114"/>
              <a:gd name="connsiteY1029" fmla="*/ 1979816 h 2607908"/>
              <a:gd name="connsiteX1030" fmla="*/ 1383689 w 3689114"/>
              <a:gd name="connsiteY1030" fmla="*/ 1979816 h 2607908"/>
              <a:gd name="connsiteX1031" fmla="*/ 1400759 w 3689114"/>
              <a:gd name="connsiteY1031" fmla="*/ 1996887 h 2607908"/>
              <a:gd name="connsiteX1032" fmla="*/ 1383689 w 3689114"/>
              <a:gd name="connsiteY1032" fmla="*/ 2013956 h 2607908"/>
              <a:gd name="connsiteX1033" fmla="*/ 1366619 w 3689114"/>
              <a:gd name="connsiteY1033" fmla="*/ 1996887 h 2607908"/>
              <a:gd name="connsiteX1034" fmla="*/ 1383689 w 3689114"/>
              <a:gd name="connsiteY1034" fmla="*/ 1979816 h 2607908"/>
              <a:gd name="connsiteX1035" fmla="*/ 2190209 w 3689114"/>
              <a:gd name="connsiteY1035" fmla="*/ 1978195 h 2607908"/>
              <a:gd name="connsiteX1036" fmla="*/ 2208900 w 3689114"/>
              <a:gd name="connsiteY1036" fmla="*/ 1996887 h 2607908"/>
              <a:gd name="connsiteX1037" fmla="*/ 2190209 w 3689114"/>
              <a:gd name="connsiteY1037" fmla="*/ 2015577 h 2607908"/>
              <a:gd name="connsiteX1038" fmla="*/ 2171517 w 3689114"/>
              <a:gd name="connsiteY1038" fmla="*/ 1996887 h 2607908"/>
              <a:gd name="connsiteX1039" fmla="*/ 2190209 w 3689114"/>
              <a:gd name="connsiteY1039" fmla="*/ 1978195 h 2607908"/>
              <a:gd name="connsiteX1040" fmla="*/ 1498906 w 3689114"/>
              <a:gd name="connsiteY1040" fmla="*/ 1978195 h 2607908"/>
              <a:gd name="connsiteX1041" fmla="*/ 1517597 w 3689114"/>
              <a:gd name="connsiteY1041" fmla="*/ 1996887 h 2607908"/>
              <a:gd name="connsiteX1042" fmla="*/ 1498906 w 3689114"/>
              <a:gd name="connsiteY1042" fmla="*/ 2015577 h 2607908"/>
              <a:gd name="connsiteX1043" fmla="*/ 1480215 w 3689114"/>
              <a:gd name="connsiteY1043" fmla="*/ 1996887 h 2607908"/>
              <a:gd name="connsiteX1044" fmla="*/ 1498906 w 3689114"/>
              <a:gd name="connsiteY1044" fmla="*/ 1978195 h 2607908"/>
              <a:gd name="connsiteX1045" fmla="*/ 2074992 w 3689114"/>
              <a:gd name="connsiteY1045" fmla="*/ 1976885 h 2607908"/>
              <a:gd name="connsiteX1046" fmla="*/ 2094993 w 3689114"/>
              <a:gd name="connsiteY1046" fmla="*/ 1996887 h 2607908"/>
              <a:gd name="connsiteX1047" fmla="*/ 2074992 w 3689114"/>
              <a:gd name="connsiteY1047" fmla="*/ 2016888 h 2607908"/>
              <a:gd name="connsiteX1048" fmla="*/ 2054990 w 3689114"/>
              <a:gd name="connsiteY1048" fmla="*/ 1996887 h 2607908"/>
              <a:gd name="connsiteX1049" fmla="*/ 2074992 w 3689114"/>
              <a:gd name="connsiteY1049" fmla="*/ 1976885 h 2607908"/>
              <a:gd name="connsiteX1050" fmla="*/ 1614123 w 3689114"/>
              <a:gd name="connsiteY1050" fmla="*/ 1976885 h 2607908"/>
              <a:gd name="connsiteX1051" fmla="*/ 1634125 w 3689114"/>
              <a:gd name="connsiteY1051" fmla="*/ 1996887 h 2607908"/>
              <a:gd name="connsiteX1052" fmla="*/ 1614123 w 3689114"/>
              <a:gd name="connsiteY1052" fmla="*/ 2016888 h 2607908"/>
              <a:gd name="connsiteX1053" fmla="*/ 1594122 w 3689114"/>
              <a:gd name="connsiteY1053" fmla="*/ 1996887 h 2607908"/>
              <a:gd name="connsiteX1054" fmla="*/ 1614123 w 3689114"/>
              <a:gd name="connsiteY1054" fmla="*/ 1976885 h 2607908"/>
              <a:gd name="connsiteX1055" fmla="*/ 1959774 w 3689114"/>
              <a:gd name="connsiteY1055" fmla="*/ 1976117 h 2607908"/>
              <a:gd name="connsiteX1056" fmla="*/ 1980544 w 3689114"/>
              <a:gd name="connsiteY1056" fmla="*/ 1996887 h 2607908"/>
              <a:gd name="connsiteX1057" fmla="*/ 1959774 w 3689114"/>
              <a:gd name="connsiteY1057" fmla="*/ 2017656 h 2607908"/>
              <a:gd name="connsiteX1058" fmla="*/ 1939005 w 3689114"/>
              <a:gd name="connsiteY1058" fmla="*/ 1996887 h 2607908"/>
              <a:gd name="connsiteX1059" fmla="*/ 1959774 w 3689114"/>
              <a:gd name="connsiteY1059" fmla="*/ 1976117 h 2607908"/>
              <a:gd name="connsiteX1060" fmla="*/ 1729340 w 3689114"/>
              <a:gd name="connsiteY1060" fmla="*/ 1976117 h 2607908"/>
              <a:gd name="connsiteX1061" fmla="*/ 1750110 w 3689114"/>
              <a:gd name="connsiteY1061" fmla="*/ 1996887 h 2607908"/>
              <a:gd name="connsiteX1062" fmla="*/ 1729340 w 3689114"/>
              <a:gd name="connsiteY1062" fmla="*/ 2017656 h 2607908"/>
              <a:gd name="connsiteX1063" fmla="*/ 1708571 w 3689114"/>
              <a:gd name="connsiteY1063" fmla="*/ 1996887 h 2607908"/>
              <a:gd name="connsiteX1064" fmla="*/ 1729340 w 3689114"/>
              <a:gd name="connsiteY1064" fmla="*/ 1976117 h 2607908"/>
              <a:gd name="connsiteX1065" fmla="*/ 1844558 w 3689114"/>
              <a:gd name="connsiteY1065" fmla="*/ 1975923 h 2607908"/>
              <a:gd name="connsiteX1066" fmla="*/ 1865521 w 3689114"/>
              <a:gd name="connsiteY1066" fmla="*/ 1996887 h 2607908"/>
              <a:gd name="connsiteX1067" fmla="*/ 1844558 w 3689114"/>
              <a:gd name="connsiteY1067" fmla="*/ 2017850 h 2607908"/>
              <a:gd name="connsiteX1068" fmla="*/ 1823594 w 3689114"/>
              <a:gd name="connsiteY1068" fmla="*/ 1996887 h 2607908"/>
              <a:gd name="connsiteX1069" fmla="*/ 1844558 w 3689114"/>
              <a:gd name="connsiteY1069" fmla="*/ 1975923 h 2607908"/>
              <a:gd name="connsiteX1070" fmla="*/ 3630421 w 3689114"/>
              <a:gd name="connsiteY1070" fmla="*/ 1895779 h 2607908"/>
              <a:gd name="connsiteX1071" fmla="*/ 3631748 w 3689114"/>
              <a:gd name="connsiteY1071" fmla="*/ 1897106 h 2607908"/>
              <a:gd name="connsiteX1072" fmla="*/ 3630421 w 3689114"/>
              <a:gd name="connsiteY1072" fmla="*/ 1898433 h 2607908"/>
              <a:gd name="connsiteX1073" fmla="*/ 3629094 w 3689114"/>
              <a:gd name="connsiteY1073" fmla="*/ 1897106 h 2607908"/>
              <a:gd name="connsiteX1074" fmla="*/ 3630421 w 3689114"/>
              <a:gd name="connsiteY1074" fmla="*/ 1895779 h 2607908"/>
              <a:gd name="connsiteX1075" fmla="*/ 58694 w 3689114"/>
              <a:gd name="connsiteY1075" fmla="*/ 1895779 h 2607908"/>
              <a:gd name="connsiteX1076" fmla="*/ 60021 w 3689114"/>
              <a:gd name="connsiteY1076" fmla="*/ 1897106 h 2607908"/>
              <a:gd name="connsiteX1077" fmla="*/ 58694 w 3689114"/>
              <a:gd name="connsiteY1077" fmla="*/ 1898433 h 2607908"/>
              <a:gd name="connsiteX1078" fmla="*/ 57367 w 3689114"/>
              <a:gd name="connsiteY1078" fmla="*/ 1897106 h 2607908"/>
              <a:gd name="connsiteX1079" fmla="*/ 58694 w 3689114"/>
              <a:gd name="connsiteY1079" fmla="*/ 1895779 h 2607908"/>
              <a:gd name="connsiteX1080" fmla="*/ 3515203 w 3689114"/>
              <a:gd name="connsiteY1080" fmla="*/ 1895039 h 2607908"/>
              <a:gd name="connsiteX1081" fmla="*/ 3517270 w 3689114"/>
              <a:gd name="connsiteY1081" fmla="*/ 1897106 h 2607908"/>
              <a:gd name="connsiteX1082" fmla="*/ 3515203 w 3689114"/>
              <a:gd name="connsiteY1082" fmla="*/ 1899172 h 2607908"/>
              <a:gd name="connsiteX1083" fmla="*/ 3513137 w 3689114"/>
              <a:gd name="connsiteY1083" fmla="*/ 1897106 h 2607908"/>
              <a:gd name="connsiteX1084" fmla="*/ 3515203 w 3689114"/>
              <a:gd name="connsiteY1084" fmla="*/ 1895039 h 2607908"/>
              <a:gd name="connsiteX1085" fmla="*/ 173910 w 3689114"/>
              <a:gd name="connsiteY1085" fmla="*/ 1895039 h 2607908"/>
              <a:gd name="connsiteX1086" fmla="*/ 175978 w 3689114"/>
              <a:gd name="connsiteY1086" fmla="*/ 1897106 h 2607908"/>
              <a:gd name="connsiteX1087" fmla="*/ 173910 w 3689114"/>
              <a:gd name="connsiteY1087" fmla="*/ 1899172 h 2607908"/>
              <a:gd name="connsiteX1088" fmla="*/ 171845 w 3689114"/>
              <a:gd name="connsiteY1088" fmla="*/ 1897106 h 2607908"/>
              <a:gd name="connsiteX1089" fmla="*/ 173910 w 3689114"/>
              <a:gd name="connsiteY1089" fmla="*/ 1895039 h 2607908"/>
              <a:gd name="connsiteX1090" fmla="*/ 3399988 w 3689114"/>
              <a:gd name="connsiteY1090" fmla="*/ 1894217 h 2607908"/>
              <a:gd name="connsiteX1091" fmla="*/ 3402877 w 3689114"/>
              <a:gd name="connsiteY1091" fmla="*/ 1897106 h 2607908"/>
              <a:gd name="connsiteX1092" fmla="*/ 3399988 w 3689114"/>
              <a:gd name="connsiteY1092" fmla="*/ 1899994 h 2607908"/>
              <a:gd name="connsiteX1093" fmla="*/ 3397098 w 3689114"/>
              <a:gd name="connsiteY1093" fmla="*/ 1897106 h 2607908"/>
              <a:gd name="connsiteX1094" fmla="*/ 3399988 w 3689114"/>
              <a:gd name="connsiteY1094" fmla="*/ 1894217 h 2607908"/>
              <a:gd name="connsiteX1095" fmla="*/ 289128 w 3689114"/>
              <a:gd name="connsiteY1095" fmla="*/ 1894217 h 2607908"/>
              <a:gd name="connsiteX1096" fmla="*/ 292016 w 3689114"/>
              <a:gd name="connsiteY1096" fmla="*/ 1897106 h 2607908"/>
              <a:gd name="connsiteX1097" fmla="*/ 289128 w 3689114"/>
              <a:gd name="connsiteY1097" fmla="*/ 1899994 h 2607908"/>
              <a:gd name="connsiteX1098" fmla="*/ 286239 w 3689114"/>
              <a:gd name="connsiteY1098" fmla="*/ 1897106 h 2607908"/>
              <a:gd name="connsiteX1099" fmla="*/ 289128 w 3689114"/>
              <a:gd name="connsiteY1099" fmla="*/ 1894217 h 2607908"/>
              <a:gd name="connsiteX1100" fmla="*/ 3284770 w 3689114"/>
              <a:gd name="connsiteY1100" fmla="*/ 1893088 h 2607908"/>
              <a:gd name="connsiteX1101" fmla="*/ 3288787 w 3689114"/>
              <a:gd name="connsiteY1101" fmla="*/ 1897105 h 2607908"/>
              <a:gd name="connsiteX1102" fmla="*/ 3284770 w 3689114"/>
              <a:gd name="connsiteY1102" fmla="*/ 1901123 h 2607908"/>
              <a:gd name="connsiteX1103" fmla="*/ 3280753 w 3689114"/>
              <a:gd name="connsiteY1103" fmla="*/ 1897105 h 2607908"/>
              <a:gd name="connsiteX1104" fmla="*/ 3284770 w 3689114"/>
              <a:gd name="connsiteY1104" fmla="*/ 1893088 h 2607908"/>
              <a:gd name="connsiteX1105" fmla="*/ 404345 w 3689114"/>
              <a:gd name="connsiteY1105" fmla="*/ 1893088 h 2607908"/>
              <a:gd name="connsiteX1106" fmla="*/ 408362 w 3689114"/>
              <a:gd name="connsiteY1106" fmla="*/ 1897105 h 2607908"/>
              <a:gd name="connsiteX1107" fmla="*/ 404345 w 3689114"/>
              <a:gd name="connsiteY1107" fmla="*/ 1901123 h 2607908"/>
              <a:gd name="connsiteX1108" fmla="*/ 400328 w 3689114"/>
              <a:gd name="connsiteY1108" fmla="*/ 1897105 h 2607908"/>
              <a:gd name="connsiteX1109" fmla="*/ 404345 w 3689114"/>
              <a:gd name="connsiteY1109" fmla="*/ 1893088 h 2607908"/>
              <a:gd name="connsiteX1110" fmla="*/ 3169553 w 3689114"/>
              <a:gd name="connsiteY1110" fmla="*/ 1891978 h 2607908"/>
              <a:gd name="connsiteX1111" fmla="*/ 3174680 w 3689114"/>
              <a:gd name="connsiteY1111" fmla="*/ 1897106 h 2607908"/>
              <a:gd name="connsiteX1112" fmla="*/ 3169553 w 3689114"/>
              <a:gd name="connsiteY1112" fmla="*/ 1902233 h 2607908"/>
              <a:gd name="connsiteX1113" fmla="*/ 3164425 w 3689114"/>
              <a:gd name="connsiteY1113" fmla="*/ 1897106 h 2607908"/>
              <a:gd name="connsiteX1114" fmla="*/ 3169553 w 3689114"/>
              <a:gd name="connsiteY1114" fmla="*/ 1891978 h 2607908"/>
              <a:gd name="connsiteX1115" fmla="*/ 519562 w 3689114"/>
              <a:gd name="connsiteY1115" fmla="*/ 1891978 h 2607908"/>
              <a:gd name="connsiteX1116" fmla="*/ 524690 w 3689114"/>
              <a:gd name="connsiteY1116" fmla="*/ 1897106 h 2607908"/>
              <a:gd name="connsiteX1117" fmla="*/ 519562 w 3689114"/>
              <a:gd name="connsiteY1117" fmla="*/ 1902233 h 2607908"/>
              <a:gd name="connsiteX1118" fmla="*/ 514434 w 3689114"/>
              <a:gd name="connsiteY1118" fmla="*/ 1897106 h 2607908"/>
              <a:gd name="connsiteX1119" fmla="*/ 519562 w 3689114"/>
              <a:gd name="connsiteY1119" fmla="*/ 1891978 h 2607908"/>
              <a:gd name="connsiteX1120" fmla="*/ 3054336 w 3689114"/>
              <a:gd name="connsiteY1120" fmla="*/ 1890627 h 2607908"/>
              <a:gd name="connsiteX1121" fmla="*/ 3060814 w 3689114"/>
              <a:gd name="connsiteY1121" fmla="*/ 1897106 h 2607908"/>
              <a:gd name="connsiteX1122" fmla="*/ 3054336 w 3689114"/>
              <a:gd name="connsiteY1122" fmla="*/ 1903585 h 2607908"/>
              <a:gd name="connsiteX1123" fmla="*/ 3047856 w 3689114"/>
              <a:gd name="connsiteY1123" fmla="*/ 1897106 h 2607908"/>
              <a:gd name="connsiteX1124" fmla="*/ 3054336 w 3689114"/>
              <a:gd name="connsiteY1124" fmla="*/ 1890627 h 2607908"/>
              <a:gd name="connsiteX1125" fmla="*/ 634779 w 3689114"/>
              <a:gd name="connsiteY1125" fmla="*/ 1890627 h 2607908"/>
              <a:gd name="connsiteX1126" fmla="*/ 641257 w 3689114"/>
              <a:gd name="connsiteY1126" fmla="*/ 1897106 h 2607908"/>
              <a:gd name="connsiteX1127" fmla="*/ 634779 w 3689114"/>
              <a:gd name="connsiteY1127" fmla="*/ 1903585 h 2607908"/>
              <a:gd name="connsiteX1128" fmla="*/ 628301 w 3689114"/>
              <a:gd name="connsiteY1128" fmla="*/ 1897106 h 2607908"/>
              <a:gd name="connsiteX1129" fmla="*/ 634779 w 3689114"/>
              <a:gd name="connsiteY1129" fmla="*/ 1890627 h 2607908"/>
              <a:gd name="connsiteX1130" fmla="*/ 2939119 w 3689114"/>
              <a:gd name="connsiteY1130" fmla="*/ 1889244 h 2607908"/>
              <a:gd name="connsiteX1131" fmla="*/ 2946982 w 3689114"/>
              <a:gd name="connsiteY1131" fmla="*/ 1897106 h 2607908"/>
              <a:gd name="connsiteX1132" fmla="*/ 2939119 w 3689114"/>
              <a:gd name="connsiteY1132" fmla="*/ 1904969 h 2607908"/>
              <a:gd name="connsiteX1133" fmla="*/ 2931256 w 3689114"/>
              <a:gd name="connsiteY1133" fmla="*/ 1897106 h 2607908"/>
              <a:gd name="connsiteX1134" fmla="*/ 2939119 w 3689114"/>
              <a:gd name="connsiteY1134" fmla="*/ 1889244 h 2607908"/>
              <a:gd name="connsiteX1135" fmla="*/ 749995 w 3689114"/>
              <a:gd name="connsiteY1135" fmla="*/ 1889244 h 2607908"/>
              <a:gd name="connsiteX1136" fmla="*/ 757857 w 3689114"/>
              <a:gd name="connsiteY1136" fmla="*/ 1897106 h 2607908"/>
              <a:gd name="connsiteX1137" fmla="*/ 749995 w 3689114"/>
              <a:gd name="connsiteY1137" fmla="*/ 1904969 h 2607908"/>
              <a:gd name="connsiteX1138" fmla="*/ 742133 w 3689114"/>
              <a:gd name="connsiteY1138" fmla="*/ 1897106 h 2607908"/>
              <a:gd name="connsiteX1139" fmla="*/ 749995 w 3689114"/>
              <a:gd name="connsiteY1139" fmla="*/ 1889244 h 2607908"/>
              <a:gd name="connsiteX1140" fmla="*/ 2823902 w 3689114"/>
              <a:gd name="connsiteY1140" fmla="*/ 1887598 h 2607908"/>
              <a:gd name="connsiteX1141" fmla="*/ 2833410 w 3689114"/>
              <a:gd name="connsiteY1141" fmla="*/ 1897106 h 2607908"/>
              <a:gd name="connsiteX1142" fmla="*/ 2823902 w 3689114"/>
              <a:gd name="connsiteY1142" fmla="*/ 1906614 h 2607908"/>
              <a:gd name="connsiteX1143" fmla="*/ 2814394 w 3689114"/>
              <a:gd name="connsiteY1143" fmla="*/ 1897106 h 2607908"/>
              <a:gd name="connsiteX1144" fmla="*/ 2823902 w 3689114"/>
              <a:gd name="connsiteY1144" fmla="*/ 1887598 h 2607908"/>
              <a:gd name="connsiteX1145" fmla="*/ 865213 w 3689114"/>
              <a:gd name="connsiteY1145" fmla="*/ 1887598 h 2607908"/>
              <a:gd name="connsiteX1146" fmla="*/ 874720 w 3689114"/>
              <a:gd name="connsiteY1146" fmla="*/ 1897106 h 2607908"/>
              <a:gd name="connsiteX1147" fmla="*/ 865213 w 3689114"/>
              <a:gd name="connsiteY1147" fmla="*/ 1906614 h 2607908"/>
              <a:gd name="connsiteX1148" fmla="*/ 855705 w 3689114"/>
              <a:gd name="connsiteY1148" fmla="*/ 1897106 h 2607908"/>
              <a:gd name="connsiteX1149" fmla="*/ 865213 w 3689114"/>
              <a:gd name="connsiteY1149" fmla="*/ 1887598 h 2607908"/>
              <a:gd name="connsiteX1150" fmla="*/ 2708684 w 3689114"/>
              <a:gd name="connsiteY1150" fmla="*/ 1885944 h 2607908"/>
              <a:gd name="connsiteX1151" fmla="*/ 2719847 w 3689114"/>
              <a:gd name="connsiteY1151" fmla="*/ 1897105 h 2607908"/>
              <a:gd name="connsiteX1152" fmla="*/ 2708684 w 3689114"/>
              <a:gd name="connsiteY1152" fmla="*/ 1908267 h 2607908"/>
              <a:gd name="connsiteX1153" fmla="*/ 2697523 w 3689114"/>
              <a:gd name="connsiteY1153" fmla="*/ 1897105 h 2607908"/>
              <a:gd name="connsiteX1154" fmla="*/ 2708684 w 3689114"/>
              <a:gd name="connsiteY1154" fmla="*/ 1885944 h 2607908"/>
              <a:gd name="connsiteX1155" fmla="*/ 980429 w 3689114"/>
              <a:gd name="connsiteY1155" fmla="*/ 1885944 h 2607908"/>
              <a:gd name="connsiteX1156" fmla="*/ 991591 w 3689114"/>
              <a:gd name="connsiteY1156" fmla="*/ 1897105 h 2607908"/>
              <a:gd name="connsiteX1157" fmla="*/ 980429 w 3689114"/>
              <a:gd name="connsiteY1157" fmla="*/ 1908267 h 2607908"/>
              <a:gd name="connsiteX1158" fmla="*/ 969268 w 3689114"/>
              <a:gd name="connsiteY1158" fmla="*/ 1897105 h 2607908"/>
              <a:gd name="connsiteX1159" fmla="*/ 980429 w 3689114"/>
              <a:gd name="connsiteY1159" fmla="*/ 1885944 h 2607908"/>
              <a:gd name="connsiteX1160" fmla="*/ 2593467 w 3689114"/>
              <a:gd name="connsiteY1160" fmla="*/ 1884006 h 2607908"/>
              <a:gd name="connsiteX1161" fmla="*/ 2606567 w 3689114"/>
              <a:gd name="connsiteY1161" fmla="*/ 1897105 h 2607908"/>
              <a:gd name="connsiteX1162" fmla="*/ 2593467 w 3689114"/>
              <a:gd name="connsiteY1162" fmla="*/ 1910205 h 2607908"/>
              <a:gd name="connsiteX1163" fmla="*/ 2580369 w 3689114"/>
              <a:gd name="connsiteY1163" fmla="*/ 1897105 h 2607908"/>
              <a:gd name="connsiteX1164" fmla="*/ 2593467 w 3689114"/>
              <a:gd name="connsiteY1164" fmla="*/ 1884006 h 2607908"/>
              <a:gd name="connsiteX1165" fmla="*/ 1095646 w 3689114"/>
              <a:gd name="connsiteY1165" fmla="*/ 1884006 h 2607908"/>
              <a:gd name="connsiteX1166" fmla="*/ 1108746 w 3689114"/>
              <a:gd name="connsiteY1166" fmla="*/ 1897105 h 2607908"/>
              <a:gd name="connsiteX1167" fmla="*/ 1095646 w 3689114"/>
              <a:gd name="connsiteY1167" fmla="*/ 1910205 h 2607908"/>
              <a:gd name="connsiteX1168" fmla="*/ 1082548 w 3689114"/>
              <a:gd name="connsiteY1168" fmla="*/ 1897105 h 2607908"/>
              <a:gd name="connsiteX1169" fmla="*/ 1095646 w 3689114"/>
              <a:gd name="connsiteY1169" fmla="*/ 1884006 h 2607908"/>
              <a:gd name="connsiteX1170" fmla="*/ 2478251 w 3689114"/>
              <a:gd name="connsiteY1170" fmla="*/ 1882250 h 2607908"/>
              <a:gd name="connsiteX1171" fmla="*/ 2493107 w 3689114"/>
              <a:gd name="connsiteY1171" fmla="*/ 1897106 h 2607908"/>
              <a:gd name="connsiteX1172" fmla="*/ 2478251 w 3689114"/>
              <a:gd name="connsiteY1172" fmla="*/ 1911962 h 2607908"/>
              <a:gd name="connsiteX1173" fmla="*/ 2463395 w 3689114"/>
              <a:gd name="connsiteY1173" fmla="*/ 1897106 h 2607908"/>
              <a:gd name="connsiteX1174" fmla="*/ 2478251 w 3689114"/>
              <a:gd name="connsiteY1174" fmla="*/ 1882250 h 2607908"/>
              <a:gd name="connsiteX1175" fmla="*/ 1210863 w 3689114"/>
              <a:gd name="connsiteY1175" fmla="*/ 1882250 h 2607908"/>
              <a:gd name="connsiteX1176" fmla="*/ 1225719 w 3689114"/>
              <a:gd name="connsiteY1176" fmla="*/ 1897106 h 2607908"/>
              <a:gd name="connsiteX1177" fmla="*/ 1210863 w 3689114"/>
              <a:gd name="connsiteY1177" fmla="*/ 1911962 h 2607908"/>
              <a:gd name="connsiteX1178" fmla="*/ 1196008 w 3689114"/>
              <a:gd name="connsiteY1178" fmla="*/ 1897106 h 2607908"/>
              <a:gd name="connsiteX1179" fmla="*/ 1210863 w 3689114"/>
              <a:gd name="connsiteY1179" fmla="*/ 1882250 h 2607908"/>
              <a:gd name="connsiteX1180" fmla="*/ 2363034 w 3689114"/>
              <a:gd name="connsiteY1180" fmla="*/ 1880386 h 2607908"/>
              <a:gd name="connsiteX1181" fmla="*/ 2379754 w 3689114"/>
              <a:gd name="connsiteY1181" fmla="*/ 1897106 h 2607908"/>
              <a:gd name="connsiteX1182" fmla="*/ 2363034 w 3689114"/>
              <a:gd name="connsiteY1182" fmla="*/ 1913826 h 2607908"/>
              <a:gd name="connsiteX1183" fmla="*/ 2346314 w 3689114"/>
              <a:gd name="connsiteY1183" fmla="*/ 1897106 h 2607908"/>
              <a:gd name="connsiteX1184" fmla="*/ 2363034 w 3689114"/>
              <a:gd name="connsiteY1184" fmla="*/ 1880386 h 2607908"/>
              <a:gd name="connsiteX1185" fmla="*/ 1326080 w 3689114"/>
              <a:gd name="connsiteY1185" fmla="*/ 1880386 h 2607908"/>
              <a:gd name="connsiteX1186" fmla="*/ 1342800 w 3689114"/>
              <a:gd name="connsiteY1186" fmla="*/ 1897106 h 2607908"/>
              <a:gd name="connsiteX1187" fmla="*/ 1326080 w 3689114"/>
              <a:gd name="connsiteY1187" fmla="*/ 1913826 h 2607908"/>
              <a:gd name="connsiteX1188" fmla="*/ 1309360 w 3689114"/>
              <a:gd name="connsiteY1188" fmla="*/ 1897106 h 2607908"/>
              <a:gd name="connsiteX1189" fmla="*/ 1326080 w 3689114"/>
              <a:gd name="connsiteY1189" fmla="*/ 1880386 h 2607908"/>
              <a:gd name="connsiteX1190" fmla="*/ 2247817 w 3689114"/>
              <a:gd name="connsiteY1190" fmla="*/ 1878598 h 2607908"/>
              <a:gd name="connsiteX1191" fmla="*/ 2266325 w 3689114"/>
              <a:gd name="connsiteY1191" fmla="*/ 1897106 h 2607908"/>
              <a:gd name="connsiteX1192" fmla="*/ 2247817 w 3689114"/>
              <a:gd name="connsiteY1192" fmla="*/ 1915614 h 2607908"/>
              <a:gd name="connsiteX1193" fmla="*/ 2229309 w 3689114"/>
              <a:gd name="connsiteY1193" fmla="*/ 1897106 h 2607908"/>
              <a:gd name="connsiteX1194" fmla="*/ 2247817 w 3689114"/>
              <a:gd name="connsiteY1194" fmla="*/ 1878598 h 2607908"/>
              <a:gd name="connsiteX1195" fmla="*/ 1441297 w 3689114"/>
              <a:gd name="connsiteY1195" fmla="*/ 1878598 h 2607908"/>
              <a:gd name="connsiteX1196" fmla="*/ 1459804 w 3689114"/>
              <a:gd name="connsiteY1196" fmla="*/ 1897106 h 2607908"/>
              <a:gd name="connsiteX1197" fmla="*/ 1441297 w 3689114"/>
              <a:gd name="connsiteY1197" fmla="*/ 1915614 h 2607908"/>
              <a:gd name="connsiteX1198" fmla="*/ 1422790 w 3689114"/>
              <a:gd name="connsiteY1198" fmla="*/ 1897106 h 2607908"/>
              <a:gd name="connsiteX1199" fmla="*/ 1441297 w 3689114"/>
              <a:gd name="connsiteY1199" fmla="*/ 1878598 h 2607908"/>
              <a:gd name="connsiteX1200" fmla="*/ 2132600 w 3689114"/>
              <a:gd name="connsiteY1200" fmla="*/ 1877294 h 2607908"/>
              <a:gd name="connsiteX1201" fmla="*/ 2152411 w 3689114"/>
              <a:gd name="connsiteY1201" fmla="*/ 1897106 h 2607908"/>
              <a:gd name="connsiteX1202" fmla="*/ 2132600 w 3689114"/>
              <a:gd name="connsiteY1202" fmla="*/ 1916917 h 2607908"/>
              <a:gd name="connsiteX1203" fmla="*/ 2112788 w 3689114"/>
              <a:gd name="connsiteY1203" fmla="*/ 1897106 h 2607908"/>
              <a:gd name="connsiteX1204" fmla="*/ 2132600 w 3689114"/>
              <a:gd name="connsiteY1204" fmla="*/ 1877294 h 2607908"/>
              <a:gd name="connsiteX1205" fmla="*/ 1556515 w 3689114"/>
              <a:gd name="connsiteY1205" fmla="*/ 1877294 h 2607908"/>
              <a:gd name="connsiteX1206" fmla="*/ 1576326 w 3689114"/>
              <a:gd name="connsiteY1206" fmla="*/ 1897106 h 2607908"/>
              <a:gd name="connsiteX1207" fmla="*/ 1556515 w 3689114"/>
              <a:gd name="connsiteY1207" fmla="*/ 1916917 h 2607908"/>
              <a:gd name="connsiteX1208" fmla="*/ 1536703 w 3689114"/>
              <a:gd name="connsiteY1208" fmla="*/ 1897106 h 2607908"/>
              <a:gd name="connsiteX1209" fmla="*/ 1556515 w 3689114"/>
              <a:gd name="connsiteY1209" fmla="*/ 1877294 h 2607908"/>
              <a:gd name="connsiteX1210" fmla="*/ 2017383 w 3689114"/>
              <a:gd name="connsiteY1210" fmla="*/ 1876142 h 2607908"/>
              <a:gd name="connsiteX1211" fmla="*/ 2038347 w 3689114"/>
              <a:gd name="connsiteY1211" fmla="*/ 1897106 h 2607908"/>
              <a:gd name="connsiteX1212" fmla="*/ 2017383 w 3689114"/>
              <a:gd name="connsiteY1212" fmla="*/ 1918070 h 2607908"/>
              <a:gd name="connsiteX1213" fmla="*/ 1996419 w 3689114"/>
              <a:gd name="connsiteY1213" fmla="*/ 1897106 h 2607908"/>
              <a:gd name="connsiteX1214" fmla="*/ 2017383 w 3689114"/>
              <a:gd name="connsiteY1214" fmla="*/ 1876142 h 2607908"/>
              <a:gd name="connsiteX1215" fmla="*/ 1671732 w 3689114"/>
              <a:gd name="connsiteY1215" fmla="*/ 1876142 h 2607908"/>
              <a:gd name="connsiteX1216" fmla="*/ 1692695 w 3689114"/>
              <a:gd name="connsiteY1216" fmla="*/ 1897106 h 2607908"/>
              <a:gd name="connsiteX1217" fmla="*/ 1671732 w 3689114"/>
              <a:gd name="connsiteY1217" fmla="*/ 1918070 h 2607908"/>
              <a:gd name="connsiteX1218" fmla="*/ 1650768 w 3689114"/>
              <a:gd name="connsiteY1218" fmla="*/ 1897106 h 2607908"/>
              <a:gd name="connsiteX1219" fmla="*/ 1671732 w 3689114"/>
              <a:gd name="connsiteY1219" fmla="*/ 1876142 h 2607908"/>
              <a:gd name="connsiteX1220" fmla="*/ 1902166 w 3689114"/>
              <a:gd name="connsiteY1220" fmla="*/ 1875554 h 2607908"/>
              <a:gd name="connsiteX1221" fmla="*/ 1923717 w 3689114"/>
              <a:gd name="connsiteY1221" fmla="*/ 1897106 h 2607908"/>
              <a:gd name="connsiteX1222" fmla="*/ 1902166 w 3689114"/>
              <a:gd name="connsiteY1222" fmla="*/ 1918657 h 2607908"/>
              <a:gd name="connsiteX1223" fmla="*/ 1880614 w 3689114"/>
              <a:gd name="connsiteY1223" fmla="*/ 1897106 h 2607908"/>
              <a:gd name="connsiteX1224" fmla="*/ 1902166 w 3689114"/>
              <a:gd name="connsiteY1224" fmla="*/ 1875554 h 2607908"/>
              <a:gd name="connsiteX1225" fmla="*/ 1786949 w 3689114"/>
              <a:gd name="connsiteY1225" fmla="*/ 1875554 h 2607908"/>
              <a:gd name="connsiteX1226" fmla="*/ 1808500 w 3689114"/>
              <a:gd name="connsiteY1226" fmla="*/ 1897106 h 2607908"/>
              <a:gd name="connsiteX1227" fmla="*/ 1786949 w 3689114"/>
              <a:gd name="connsiteY1227" fmla="*/ 1918657 h 2607908"/>
              <a:gd name="connsiteX1228" fmla="*/ 1765397 w 3689114"/>
              <a:gd name="connsiteY1228" fmla="*/ 1897106 h 2607908"/>
              <a:gd name="connsiteX1229" fmla="*/ 1786949 w 3689114"/>
              <a:gd name="connsiteY1229" fmla="*/ 1875554 h 2607908"/>
              <a:gd name="connsiteX1230" fmla="*/ 3688029 w 3689114"/>
              <a:gd name="connsiteY1230" fmla="*/ 1796248 h 2607908"/>
              <a:gd name="connsiteX1231" fmla="*/ 3689114 w 3689114"/>
              <a:gd name="connsiteY1231" fmla="*/ 1797333 h 2607908"/>
              <a:gd name="connsiteX1232" fmla="*/ 3688029 w 3689114"/>
              <a:gd name="connsiteY1232" fmla="*/ 1798416 h 2607908"/>
              <a:gd name="connsiteX1233" fmla="*/ 3686944 w 3689114"/>
              <a:gd name="connsiteY1233" fmla="*/ 1797333 h 2607908"/>
              <a:gd name="connsiteX1234" fmla="*/ 3688029 w 3689114"/>
              <a:gd name="connsiteY1234" fmla="*/ 1796248 h 2607908"/>
              <a:gd name="connsiteX1235" fmla="*/ 1085 w 3689114"/>
              <a:gd name="connsiteY1235" fmla="*/ 1796248 h 2607908"/>
              <a:gd name="connsiteX1236" fmla="*/ 2170 w 3689114"/>
              <a:gd name="connsiteY1236" fmla="*/ 1797333 h 2607908"/>
              <a:gd name="connsiteX1237" fmla="*/ 1085 w 3689114"/>
              <a:gd name="connsiteY1237" fmla="*/ 1798416 h 2607908"/>
              <a:gd name="connsiteX1238" fmla="*/ 0 w 3689114"/>
              <a:gd name="connsiteY1238" fmla="*/ 1797333 h 2607908"/>
              <a:gd name="connsiteX1239" fmla="*/ 1085 w 3689114"/>
              <a:gd name="connsiteY1239" fmla="*/ 1796248 h 2607908"/>
              <a:gd name="connsiteX1240" fmla="*/ 3572813 w 3689114"/>
              <a:gd name="connsiteY1240" fmla="*/ 1795630 h 2607908"/>
              <a:gd name="connsiteX1241" fmla="*/ 3574518 w 3689114"/>
              <a:gd name="connsiteY1241" fmla="*/ 1797333 h 2607908"/>
              <a:gd name="connsiteX1242" fmla="*/ 3572813 w 3689114"/>
              <a:gd name="connsiteY1242" fmla="*/ 1799035 h 2607908"/>
              <a:gd name="connsiteX1243" fmla="*/ 3571107 w 3689114"/>
              <a:gd name="connsiteY1243" fmla="*/ 1797333 h 2607908"/>
              <a:gd name="connsiteX1244" fmla="*/ 3572813 w 3689114"/>
              <a:gd name="connsiteY1244" fmla="*/ 1795630 h 2607908"/>
              <a:gd name="connsiteX1245" fmla="*/ 116302 w 3689114"/>
              <a:gd name="connsiteY1245" fmla="*/ 1795630 h 2607908"/>
              <a:gd name="connsiteX1246" fmla="*/ 118008 w 3689114"/>
              <a:gd name="connsiteY1246" fmla="*/ 1797333 h 2607908"/>
              <a:gd name="connsiteX1247" fmla="*/ 116302 w 3689114"/>
              <a:gd name="connsiteY1247" fmla="*/ 1799035 h 2607908"/>
              <a:gd name="connsiteX1248" fmla="*/ 114597 w 3689114"/>
              <a:gd name="connsiteY1248" fmla="*/ 1797333 h 2607908"/>
              <a:gd name="connsiteX1249" fmla="*/ 116302 w 3689114"/>
              <a:gd name="connsiteY1249" fmla="*/ 1795630 h 2607908"/>
              <a:gd name="connsiteX1250" fmla="*/ 3457595 w 3689114"/>
              <a:gd name="connsiteY1250" fmla="*/ 1794876 h 2607908"/>
              <a:gd name="connsiteX1251" fmla="*/ 3460056 w 3689114"/>
              <a:gd name="connsiteY1251" fmla="*/ 1797333 h 2607908"/>
              <a:gd name="connsiteX1252" fmla="*/ 3457595 w 3689114"/>
              <a:gd name="connsiteY1252" fmla="*/ 1799793 h 2607908"/>
              <a:gd name="connsiteX1253" fmla="*/ 3455134 w 3689114"/>
              <a:gd name="connsiteY1253" fmla="*/ 1797333 h 2607908"/>
              <a:gd name="connsiteX1254" fmla="*/ 3457595 w 3689114"/>
              <a:gd name="connsiteY1254" fmla="*/ 1794876 h 2607908"/>
              <a:gd name="connsiteX1255" fmla="*/ 231519 w 3689114"/>
              <a:gd name="connsiteY1255" fmla="*/ 1794876 h 2607908"/>
              <a:gd name="connsiteX1256" fmla="*/ 233981 w 3689114"/>
              <a:gd name="connsiteY1256" fmla="*/ 1797333 h 2607908"/>
              <a:gd name="connsiteX1257" fmla="*/ 231519 w 3689114"/>
              <a:gd name="connsiteY1257" fmla="*/ 1799793 h 2607908"/>
              <a:gd name="connsiteX1258" fmla="*/ 229059 w 3689114"/>
              <a:gd name="connsiteY1258" fmla="*/ 1797333 h 2607908"/>
              <a:gd name="connsiteX1259" fmla="*/ 231519 w 3689114"/>
              <a:gd name="connsiteY1259" fmla="*/ 1794876 h 2607908"/>
              <a:gd name="connsiteX1260" fmla="*/ 3342378 w 3689114"/>
              <a:gd name="connsiteY1260" fmla="*/ 1793826 h 2607908"/>
              <a:gd name="connsiteX1261" fmla="*/ 3345890 w 3689114"/>
              <a:gd name="connsiteY1261" fmla="*/ 1797333 h 2607908"/>
              <a:gd name="connsiteX1262" fmla="*/ 3342378 w 3689114"/>
              <a:gd name="connsiteY1262" fmla="*/ 1800840 h 2607908"/>
              <a:gd name="connsiteX1263" fmla="*/ 3338867 w 3689114"/>
              <a:gd name="connsiteY1263" fmla="*/ 1797333 h 2607908"/>
              <a:gd name="connsiteX1264" fmla="*/ 3342378 w 3689114"/>
              <a:gd name="connsiteY1264" fmla="*/ 1793826 h 2607908"/>
              <a:gd name="connsiteX1265" fmla="*/ 346737 w 3689114"/>
              <a:gd name="connsiteY1265" fmla="*/ 1793826 h 2607908"/>
              <a:gd name="connsiteX1266" fmla="*/ 350248 w 3689114"/>
              <a:gd name="connsiteY1266" fmla="*/ 1797333 h 2607908"/>
              <a:gd name="connsiteX1267" fmla="*/ 346737 w 3689114"/>
              <a:gd name="connsiteY1267" fmla="*/ 1800840 h 2607908"/>
              <a:gd name="connsiteX1268" fmla="*/ 343225 w 3689114"/>
              <a:gd name="connsiteY1268" fmla="*/ 1797333 h 2607908"/>
              <a:gd name="connsiteX1269" fmla="*/ 346737 w 3689114"/>
              <a:gd name="connsiteY1269" fmla="*/ 1793826 h 2607908"/>
              <a:gd name="connsiteX1270" fmla="*/ 3227162 w 3689114"/>
              <a:gd name="connsiteY1270" fmla="*/ 1792778 h 2607908"/>
              <a:gd name="connsiteX1271" fmla="*/ 3231718 w 3689114"/>
              <a:gd name="connsiteY1271" fmla="*/ 1797333 h 2607908"/>
              <a:gd name="connsiteX1272" fmla="*/ 3227162 w 3689114"/>
              <a:gd name="connsiteY1272" fmla="*/ 1801887 h 2607908"/>
              <a:gd name="connsiteX1273" fmla="*/ 3222606 w 3689114"/>
              <a:gd name="connsiteY1273" fmla="*/ 1797333 h 2607908"/>
              <a:gd name="connsiteX1274" fmla="*/ 3227162 w 3689114"/>
              <a:gd name="connsiteY1274" fmla="*/ 1792778 h 2607908"/>
              <a:gd name="connsiteX1275" fmla="*/ 461953 w 3689114"/>
              <a:gd name="connsiteY1275" fmla="*/ 1792778 h 2607908"/>
              <a:gd name="connsiteX1276" fmla="*/ 466510 w 3689114"/>
              <a:gd name="connsiteY1276" fmla="*/ 1797333 h 2607908"/>
              <a:gd name="connsiteX1277" fmla="*/ 461953 w 3689114"/>
              <a:gd name="connsiteY1277" fmla="*/ 1801887 h 2607908"/>
              <a:gd name="connsiteX1278" fmla="*/ 457398 w 3689114"/>
              <a:gd name="connsiteY1278" fmla="*/ 1797333 h 2607908"/>
              <a:gd name="connsiteX1279" fmla="*/ 461953 w 3689114"/>
              <a:gd name="connsiteY1279" fmla="*/ 1792778 h 2607908"/>
              <a:gd name="connsiteX1280" fmla="*/ 3111944 w 3689114"/>
              <a:gd name="connsiteY1280" fmla="*/ 1791500 h 2607908"/>
              <a:gd name="connsiteX1281" fmla="*/ 3117780 w 3689114"/>
              <a:gd name="connsiteY1281" fmla="*/ 1797333 h 2607908"/>
              <a:gd name="connsiteX1282" fmla="*/ 3111944 w 3689114"/>
              <a:gd name="connsiteY1282" fmla="*/ 1803166 h 2607908"/>
              <a:gd name="connsiteX1283" fmla="*/ 3106107 w 3689114"/>
              <a:gd name="connsiteY1283" fmla="*/ 1797333 h 2607908"/>
              <a:gd name="connsiteX1284" fmla="*/ 3111944 w 3689114"/>
              <a:gd name="connsiteY1284" fmla="*/ 1791500 h 2607908"/>
              <a:gd name="connsiteX1285" fmla="*/ 577170 w 3689114"/>
              <a:gd name="connsiteY1285" fmla="*/ 1791500 h 2607908"/>
              <a:gd name="connsiteX1286" fmla="*/ 583007 w 3689114"/>
              <a:gd name="connsiteY1286" fmla="*/ 1797333 h 2607908"/>
              <a:gd name="connsiteX1287" fmla="*/ 577170 w 3689114"/>
              <a:gd name="connsiteY1287" fmla="*/ 1803166 h 2607908"/>
              <a:gd name="connsiteX1288" fmla="*/ 571334 w 3689114"/>
              <a:gd name="connsiteY1288" fmla="*/ 1797333 h 2607908"/>
              <a:gd name="connsiteX1289" fmla="*/ 577170 w 3689114"/>
              <a:gd name="connsiteY1289" fmla="*/ 1791500 h 2607908"/>
              <a:gd name="connsiteX1290" fmla="*/ 2996727 w 3689114"/>
              <a:gd name="connsiteY1290" fmla="*/ 1790066 h 2607908"/>
              <a:gd name="connsiteX1291" fmla="*/ 3003997 w 3689114"/>
              <a:gd name="connsiteY1291" fmla="*/ 1797333 h 2607908"/>
              <a:gd name="connsiteX1292" fmla="*/ 2996727 w 3689114"/>
              <a:gd name="connsiteY1292" fmla="*/ 1804599 h 2607908"/>
              <a:gd name="connsiteX1293" fmla="*/ 2989457 w 3689114"/>
              <a:gd name="connsiteY1293" fmla="*/ 1797333 h 2607908"/>
              <a:gd name="connsiteX1294" fmla="*/ 2996727 w 3689114"/>
              <a:gd name="connsiteY1294" fmla="*/ 1790066 h 2607908"/>
              <a:gd name="connsiteX1295" fmla="*/ 692388 w 3689114"/>
              <a:gd name="connsiteY1295" fmla="*/ 1790066 h 2607908"/>
              <a:gd name="connsiteX1296" fmla="*/ 699657 w 3689114"/>
              <a:gd name="connsiteY1296" fmla="*/ 1797333 h 2607908"/>
              <a:gd name="connsiteX1297" fmla="*/ 692388 w 3689114"/>
              <a:gd name="connsiteY1297" fmla="*/ 1804599 h 2607908"/>
              <a:gd name="connsiteX1298" fmla="*/ 685118 w 3689114"/>
              <a:gd name="connsiteY1298" fmla="*/ 1797333 h 2607908"/>
              <a:gd name="connsiteX1299" fmla="*/ 692388 w 3689114"/>
              <a:gd name="connsiteY1299" fmla="*/ 1790066 h 2607908"/>
              <a:gd name="connsiteX1300" fmla="*/ 2881510 w 3689114"/>
              <a:gd name="connsiteY1300" fmla="*/ 1788607 h 2607908"/>
              <a:gd name="connsiteX1301" fmla="*/ 2890240 w 3689114"/>
              <a:gd name="connsiteY1301" fmla="*/ 1797333 h 2607908"/>
              <a:gd name="connsiteX1302" fmla="*/ 2881510 w 3689114"/>
              <a:gd name="connsiteY1302" fmla="*/ 1806058 h 2607908"/>
              <a:gd name="connsiteX1303" fmla="*/ 2872781 w 3689114"/>
              <a:gd name="connsiteY1303" fmla="*/ 1797333 h 2607908"/>
              <a:gd name="connsiteX1304" fmla="*/ 2881510 w 3689114"/>
              <a:gd name="connsiteY1304" fmla="*/ 1788607 h 2607908"/>
              <a:gd name="connsiteX1305" fmla="*/ 807604 w 3689114"/>
              <a:gd name="connsiteY1305" fmla="*/ 1788607 h 2607908"/>
              <a:gd name="connsiteX1306" fmla="*/ 816334 w 3689114"/>
              <a:gd name="connsiteY1306" fmla="*/ 1797333 h 2607908"/>
              <a:gd name="connsiteX1307" fmla="*/ 807604 w 3689114"/>
              <a:gd name="connsiteY1307" fmla="*/ 1806058 h 2607908"/>
              <a:gd name="connsiteX1308" fmla="*/ 798874 w 3689114"/>
              <a:gd name="connsiteY1308" fmla="*/ 1797333 h 2607908"/>
              <a:gd name="connsiteX1309" fmla="*/ 807604 w 3689114"/>
              <a:gd name="connsiteY1309" fmla="*/ 1788607 h 2607908"/>
              <a:gd name="connsiteX1310" fmla="*/ 2766293 w 3689114"/>
              <a:gd name="connsiteY1310" fmla="*/ 1786880 h 2607908"/>
              <a:gd name="connsiteX1311" fmla="*/ 2776750 w 3689114"/>
              <a:gd name="connsiteY1311" fmla="*/ 1797333 h 2607908"/>
              <a:gd name="connsiteX1312" fmla="*/ 2766293 w 3689114"/>
              <a:gd name="connsiteY1312" fmla="*/ 1807785 h 2607908"/>
              <a:gd name="connsiteX1313" fmla="*/ 2755836 w 3689114"/>
              <a:gd name="connsiteY1313" fmla="*/ 1797333 h 2607908"/>
              <a:gd name="connsiteX1314" fmla="*/ 2766293 w 3689114"/>
              <a:gd name="connsiteY1314" fmla="*/ 1786880 h 2607908"/>
              <a:gd name="connsiteX1315" fmla="*/ 922821 w 3689114"/>
              <a:gd name="connsiteY1315" fmla="*/ 1786880 h 2607908"/>
              <a:gd name="connsiteX1316" fmla="*/ 933278 w 3689114"/>
              <a:gd name="connsiteY1316" fmla="*/ 1797333 h 2607908"/>
              <a:gd name="connsiteX1317" fmla="*/ 922821 w 3689114"/>
              <a:gd name="connsiteY1317" fmla="*/ 1807785 h 2607908"/>
              <a:gd name="connsiteX1318" fmla="*/ 912364 w 3689114"/>
              <a:gd name="connsiteY1318" fmla="*/ 1797333 h 2607908"/>
              <a:gd name="connsiteX1319" fmla="*/ 922821 w 3689114"/>
              <a:gd name="connsiteY1319" fmla="*/ 1786880 h 2607908"/>
              <a:gd name="connsiteX1320" fmla="*/ 2651076 w 3689114"/>
              <a:gd name="connsiteY1320" fmla="*/ 1785151 h 2607908"/>
              <a:gd name="connsiteX1321" fmla="*/ 2663262 w 3689114"/>
              <a:gd name="connsiteY1321" fmla="*/ 1797333 h 2607908"/>
              <a:gd name="connsiteX1322" fmla="*/ 2651076 w 3689114"/>
              <a:gd name="connsiteY1322" fmla="*/ 1809515 h 2607908"/>
              <a:gd name="connsiteX1323" fmla="*/ 2638890 w 3689114"/>
              <a:gd name="connsiteY1323" fmla="*/ 1797333 h 2607908"/>
              <a:gd name="connsiteX1324" fmla="*/ 2651076 w 3689114"/>
              <a:gd name="connsiteY1324" fmla="*/ 1785151 h 2607908"/>
              <a:gd name="connsiteX1325" fmla="*/ 1038038 w 3689114"/>
              <a:gd name="connsiteY1325" fmla="*/ 1785151 h 2607908"/>
              <a:gd name="connsiteX1326" fmla="*/ 1050224 w 3689114"/>
              <a:gd name="connsiteY1326" fmla="*/ 1797333 h 2607908"/>
              <a:gd name="connsiteX1327" fmla="*/ 1038038 w 3689114"/>
              <a:gd name="connsiteY1327" fmla="*/ 1809515 h 2607908"/>
              <a:gd name="connsiteX1328" fmla="*/ 1025852 w 3689114"/>
              <a:gd name="connsiteY1328" fmla="*/ 1797333 h 2607908"/>
              <a:gd name="connsiteX1329" fmla="*/ 1038038 w 3689114"/>
              <a:gd name="connsiteY1329" fmla="*/ 1785151 h 2607908"/>
              <a:gd name="connsiteX1330" fmla="*/ 2535860 w 3689114"/>
              <a:gd name="connsiteY1330" fmla="*/ 1783294 h 2607908"/>
              <a:gd name="connsiteX1331" fmla="*/ 2549903 w 3689114"/>
              <a:gd name="connsiteY1331" fmla="*/ 1797333 h 2607908"/>
              <a:gd name="connsiteX1332" fmla="*/ 2535860 w 3689114"/>
              <a:gd name="connsiteY1332" fmla="*/ 1811373 h 2607908"/>
              <a:gd name="connsiteX1333" fmla="*/ 2521816 w 3689114"/>
              <a:gd name="connsiteY1333" fmla="*/ 1797333 h 2607908"/>
              <a:gd name="connsiteX1334" fmla="*/ 2535860 w 3689114"/>
              <a:gd name="connsiteY1334" fmla="*/ 1783294 h 2607908"/>
              <a:gd name="connsiteX1335" fmla="*/ 1153255 w 3689114"/>
              <a:gd name="connsiteY1335" fmla="*/ 1783294 h 2607908"/>
              <a:gd name="connsiteX1336" fmla="*/ 1167298 w 3689114"/>
              <a:gd name="connsiteY1336" fmla="*/ 1797333 h 2607908"/>
              <a:gd name="connsiteX1337" fmla="*/ 1153255 w 3689114"/>
              <a:gd name="connsiteY1337" fmla="*/ 1811373 h 2607908"/>
              <a:gd name="connsiteX1338" fmla="*/ 1139211 w 3689114"/>
              <a:gd name="connsiteY1338" fmla="*/ 1797333 h 2607908"/>
              <a:gd name="connsiteX1339" fmla="*/ 1153255 w 3689114"/>
              <a:gd name="connsiteY1339" fmla="*/ 1783294 h 2607908"/>
              <a:gd name="connsiteX1340" fmla="*/ 2420642 w 3689114"/>
              <a:gd name="connsiteY1340" fmla="*/ 1781476 h 2607908"/>
              <a:gd name="connsiteX1341" fmla="*/ 2436501 w 3689114"/>
              <a:gd name="connsiteY1341" fmla="*/ 1797333 h 2607908"/>
              <a:gd name="connsiteX1342" fmla="*/ 2420642 w 3689114"/>
              <a:gd name="connsiteY1342" fmla="*/ 1813189 h 2607908"/>
              <a:gd name="connsiteX1343" fmla="*/ 2404783 w 3689114"/>
              <a:gd name="connsiteY1343" fmla="*/ 1797333 h 2607908"/>
              <a:gd name="connsiteX1344" fmla="*/ 2420642 w 3689114"/>
              <a:gd name="connsiteY1344" fmla="*/ 1781476 h 2607908"/>
              <a:gd name="connsiteX1345" fmla="*/ 1268472 w 3689114"/>
              <a:gd name="connsiteY1345" fmla="*/ 1781476 h 2607908"/>
              <a:gd name="connsiteX1346" fmla="*/ 1284331 w 3689114"/>
              <a:gd name="connsiteY1346" fmla="*/ 1797333 h 2607908"/>
              <a:gd name="connsiteX1347" fmla="*/ 1268472 w 3689114"/>
              <a:gd name="connsiteY1347" fmla="*/ 1813189 h 2607908"/>
              <a:gd name="connsiteX1348" fmla="*/ 1252613 w 3689114"/>
              <a:gd name="connsiteY1348" fmla="*/ 1797333 h 2607908"/>
              <a:gd name="connsiteX1349" fmla="*/ 1268472 w 3689114"/>
              <a:gd name="connsiteY1349" fmla="*/ 1781476 h 2607908"/>
              <a:gd name="connsiteX1350" fmla="*/ 2305426 w 3689114"/>
              <a:gd name="connsiteY1350" fmla="*/ 1779554 h 2607908"/>
              <a:gd name="connsiteX1351" fmla="*/ 2323207 w 3689114"/>
              <a:gd name="connsiteY1351" fmla="*/ 1797333 h 2607908"/>
              <a:gd name="connsiteX1352" fmla="*/ 2305426 w 3689114"/>
              <a:gd name="connsiteY1352" fmla="*/ 1815110 h 2607908"/>
              <a:gd name="connsiteX1353" fmla="*/ 2287644 w 3689114"/>
              <a:gd name="connsiteY1353" fmla="*/ 1797333 h 2607908"/>
              <a:gd name="connsiteX1354" fmla="*/ 2305426 w 3689114"/>
              <a:gd name="connsiteY1354" fmla="*/ 1779554 h 2607908"/>
              <a:gd name="connsiteX1355" fmla="*/ 1383689 w 3689114"/>
              <a:gd name="connsiteY1355" fmla="*/ 1779554 h 2607908"/>
              <a:gd name="connsiteX1356" fmla="*/ 1401471 w 3689114"/>
              <a:gd name="connsiteY1356" fmla="*/ 1797333 h 2607908"/>
              <a:gd name="connsiteX1357" fmla="*/ 1383689 w 3689114"/>
              <a:gd name="connsiteY1357" fmla="*/ 1815110 h 2607908"/>
              <a:gd name="connsiteX1358" fmla="*/ 1365907 w 3689114"/>
              <a:gd name="connsiteY1358" fmla="*/ 1797333 h 2607908"/>
              <a:gd name="connsiteX1359" fmla="*/ 1383689 w 3689114"/>
              <a:gd name="connsiteY1359" fmla="*/ 1779554 h 2607908"/>
              <a:gd name="connsiteX1360" fmla="*/ 2190209 w 3689114"/>
              <a:gd name="connsiteY1360" fmla="*/ 1777904 h 2607908"/>
              <a:gd name="connsiteX1361" fmla="*/ 2209643 w 3689114"/>
              <a:gd name="connsiteY1361" fmla="*/ 1797333 h 2607908"/>
              <a:gd name="connsiteX1362" fmla="*/ 2190209 w 3689114"/>
              <a:gd name="connsiteY1362" fmla="*/ 1816766 h 2607908"/>
              <a:gd name="connsiteX1363" fmla="*/ 2170774 w 3689114"/>
              <a:gd name="connsiteY1363" fmla="*/ 1797333 h 2607908"/>
              <a:gd name="connsiteX1364" fmla="*/ 2190209 w 3689114"/>
              <a:gd name="connsiteY1364" fmla="*/ 1777904 h 2607908"/>
              <a:gd name="connsiteX1365" fmla="*/ 1498906 w 3689114"/>
              <a:gd name="connsiteY1365" fmla="*/ 1777904 h 2607908"/>
              <a:gd name="connsiteX1366" fmla="*/ 1518341 w 3689114"/>
              <a:gd name="connsiteY1366" fmla="*/ 1797333 h 2607908"/>
              <a:gd name="connsiteX1367" fmla="*/ 1498906 w 3689114"/>
              <a:gd name="connsiteY1367" fmla="*/ 1816766 h 2607908"/>
              <a:gd name="connsiteX1368" fmla="*/ 1479472 w 3689114"/>
              <a:gd name="connsiteY1368" fmla="*/ 1797333 h 2607908"/>
              <a:gd name="connsiteX1369" fmla="*/ 1498906 w 3689114"/>
              <a:gd name="connsiteY1369" fmla="*/ 1777904 h 2607908"/>
              <a:gd name="connsiteX1370" fmla="*/ 2074992 w 3689114"/>
              <a:gd name="connsiteY1370" fmla="*/ 1776569 h 2607908"/>
              <a:gd name="connsiteX1371" fmla="*/ 2095761 w 3689114"/>
              <a:gd name="connsiteY1371" fmla="*/ 1797333 h 2607908"/>
              <a:gd name="connsiteX1372" fmla="*/ 2074992 w 3689114"/>
              <a:gd name="connsiteY1372" fmla="*/ 1818098 h 2607908"/>
              <a:gd name="connsiteX1373" fmla="*/ 2054222 w 3689114"/>
              <a:gd name="connsiteY1373" fmla="*/ 1797333 h 2607908"/>
              <a:gd name="connsiteX1374" fmla="*/ 2074992 w 3689114"/>
              <a:gd name="connsiteY1374" fmla="*/ 1776569 h 2607908"/>
              <a:gd name="connsiteX1375" fmla="*/ 1614123 w 3689114"/>
              <a:gd name="connsiteY1375" fmla="*/ 1776569 h 2607908"/>
              <a:gd name="connsiteX1376" fmla="*/ 1634892 w 3689114"/>
              <a:gd name="connsiteY1376" fmla="*/ 1797333 h 2607908"/>
              <a:gd name="connsiteX1377" fmla="*/ 1614123 w 3689114"/>
              <a:gd name="connsiteY1377" fmla="*/ 1818098 h 2607908"/>
              <a:gd name="connsiteX1378" fmla="*/ 1593354 w 3689114"/>
              <a:gd name="connsiteY1378" fmla="*/ 1797333 h 2607908"/>
              <a:gd name="connsiteX1379" fmla="*/ 1614123 w 3689114"/>
              <a:gd name="connsiteY1379" fmla="*/ 1776569 h 2607908"/>
              <a:gd name="connsiteX1380" fmla="*/ 1959774 w 3689114"/>
              <a:gd name="connsiteY1380" fmla="*/ 1775787 h 2607908"/>
              <a:gd name="connsiteX1381" fmla="*/ 1981326 w 3689114"/>
              <a:gd name="connsiteY1381" fmla="*/ 1797333 h 2607908"/>
              <a:gd name="connsiteX1382" fmla="*/ 1959774 w 3689114"/>
              <a:gd name="connsiteY1382" fmla="*/ 1818880 h 2607908"/>
              <a:gd name="connsiteX1383" fmla="*/ 1938223 w 3689114"/>
              <a:gd name="connsiteY1383" fmla="*/ 1797333 h 2607908"/>
              <a:gd name="connsiteX1384" fmla="*/ 1959774 w 3689114"/>
              <a:gd name="connsiteY1384" fmla="*/ 1775787 h 2607908"/>
              <a:gd name="connsiteX1385" fmla="*/ 1729340 w 3689114"/>
              <a:gd name="connsiteY1385" fmla="*/ 1775787 h 2607908"/>
              <a:gd name="connsiteX1386" fmla="*/ 1750892 w 3689114"/>
              <a:gd name="connsiteY1386" fmla="*/ 1797333 h 2607908"/>
              <a:gd name="connsiteX1387" fmla="*/ 1729340 w 3689114"/>
              <a:gd name="connsiteY1387" fmla="*/ 1818880 h 2607908"/>
              <a:gd name="connsiteX1388" fmla="*/ 1707788 w 3689114"/>
              <a:gd name="connsiteY1388" fmla="*/ 1797333 h 2607908"/>
              <a:gd name="connsiteX1389" fmla="*/ 1729340 w 3689114"/>
              <a:gd name="connsiteY1389" fmla="*/ 1775787 h 2607908"/>
              <a:gd name="connsiteX1390" fmla="*/ 1844558 w 3689114"/>
              <a:gd name="connsiteY1390" fmla="*/ 1775392 h 2607908"/>
              <a:gd name="connsiteX1391" fmla="*/ 1866506 w 3689114"/>
              <a:gd name="connsiteY1391" fmla="*/ 1797333 h 2607908"/>
              <a:gd name="connsiteX1392" fmla="*/ 1844558 w 3689114"/>
              <a:gd name="connsiteY1392" fmla="*/ 1819279 h 2607908"/>
              <a:gd name="connsiteX1393" fmla="*/ 1822609 w 3689114"/>
              <a:gd name="connsiteY1393" fmla="*/ 1797333 h 2607908"/>
              <a:gd name="connsiteX1394" fmla="*/ 1844558 w 3689114"/>
              <a:gd name="connsiteY1394" fmla="*/ 1775392 h 2607908"/>
              <a:gd name="connsiteX1395" fmla="*/ 3630421 w 3689114"/>
              <a:gd name="connsiteY1395" fmla="*/ 1696240 h 2607908"/>
              <a:gd name="connsiteX1396" fmla="*/ 3631748 w 3689114"/>
              <a:gd name="connsiteY1396" fmla="*/ 1697568 h 2607908"/>
              <a:gd name="connsiteX1397" fmla="*/ 3630421 w 3689114"/>
              <a:gd name="connsiteY1397" fmla="*/ 1698895 h 2607908"/>
              <a:gd name="connsiteX1398" fmla="*/ 3629094 w 3689114"/>
              <a:gd name="connsiteY1398" fmla="*/ 1697568 h 2607908"/>
              <a:gd name="connsiteX1399" fmla="*/ 3630421 w 3689114"/>
              <a:gd name="connsiteY1399" fmla="*/ 1696240 h 2607908"/>
              <a:gd name="connsiteX1400" fmla="*/ 58694 w 3689114"/>
              <a:gd name="connsiteY1400" fmla="*/ 1696240 h 2607908"/>
              <a:gd name="connsiteX1401" fmla="*/ 60021 w 3689114"/>
              <a:gd name="connsiteY1401" fmla="*/ 1697568 h 2607908"/>
              <a:gd name="connsiteX1402" fmla="*/ 58694 w 3689114"/>
              <a:gd name="connsiteY1402" fmla="*/ 1698895 h 2607908"/>
              <a:gd name="connsiteX1403" fmla="*/ 57367 w 3689114"/>
              <a:gd name="connsiteY1403" fmla="*/ 1697568 h 2607908"/>
              <a:gd name="connsiteX1404" fmla="*/ 58694 w 3689114"/>
              <a:gd name="connsiteY1404" fmla="*/ 1696240 h 2607908"/>
              <a:gd name="connsiteX1405" fmla="*/ 3515203 w 3689114"/>
              <a:gd name="connsiteY1405" fmla="*/ 1695499 h 2607908"/>
              <a:gd name="connsiteX1406" fmla="*/ 3517270 w 3689114"/>
              <a:gd name="connsiteY1406" fmla="*/ 1697568 h 2607908"/>
              <a:gd name="connsiteX1407" fmla="*/ 3515203 w 3689114"/>
              <a:gd name="connsiteY1407" fmla="*/ 1699633 h 2607908"/>
              <a:gd name="connsiteX1408" fmla="*/ 3513137 w 3689114"/>
              <a:gd name="connsiteY1408" fmla="*/ 1697568 h 2607908"/>
              <a:gd name="connsiteX1409" fmla="*/ 3515203 w 3689114"/>
              <a:gd name="connsiteY1409" fmla="*/ 1695499 h 2607908"/>
              <a:gd name="connsiteX1410" fmla="*/ 173910 w 3689114"/>
              <a:gd name="connsiteY1410" fmla="*/ 1695499 h 2607908"/>
              <a:gd name="connsiteX1411" fmla="*/ 175978 w 3689114"/>
              <a:gd name="connsiteY1411" fmla="*/ 1697568 h 2607908"/>
              <a:gd name="connsiteX1412" fmla="*/ 173910 w 3689114"/>
              <a:gd name="connsiteY1412" fmla="*/ 1699633 h 2607908"/>
              <a:gd name="connsiteX1413" fmla="*/ 171845 w 3689114"/>
              <a:gd name="connsiteY1413" fmla="*/ 1697568 h 2607908"/>
              <a:gd name="connsiteX1414" fmla="*/ 173910 w 3689114"/>
              <a:gd name="connsiteY1414" fmla="*/ 1695499 h 2607908"/>
              <a:gd name="connsiteX1415" fmla="*/ 3399988 w 3689114"/>
              <a:gd name="connsiteY1415" fmla="*/ 1694680 h 2607908"/>
              <a:gd name="connsiteX1416" fmla="*/ 3402877 w 3689114"/>
              <a:gd name="connsiteY1416" fmla="*/ 1697568 h 2607908"/>
              <a:gd name="connsiteX1417" fmla="*/ 3399988 w 3689114"/>
              <a:gd name="connsiteY1417" fmla="*/ 1700456 h 2607908"/>
              <a:gd name="connsiteX1418" fmla="*/ 3397098 w 3689114"/>
              <a:gd name="connsiteY1418" fmla="*/ 1697568 h 2607908"/>
              <a:gd name="connsiteX1419" fmla="*/ 3399988 w 3689114"/>
              <a:gd name="connsiteY1419" fmla="*/ 1694680 h 2607908"/>
              <a:gd name="connsiteX1420" fmla="*/ 289128 w 3689114"/>
              <a:gd name="connsiteY1420" fmla="*/ 1694680 h 2607908"/>
              <a:gd name="connsiteX1421" fmla="*/ 292016 w 3689114"/>
              <a:gd name="connsiteY1421" fmla="*/ 1697568 h 2607908"/>
              <a:gd name="connsiteX1422" fmla="*/ 289128 w 3689114"/>
              <a:gd name="connsiteY1422" fmla="*/ 1700456 h 2607908"/>
              <a:gd name="connsiteX1423" fmla="*/ 286239 w 3689114"/>
              <a:gd name="connsiteY1423" fmla="*/ 1697568 h 2607908"/>
              <a:gd name="connsiteX1424" fmla="*/ 289128 w 3689114"/>
              <a:gd name="connsiteY1424" fmla="*/ 1694680 h 2607908"/>
              <a:gd name="connsiteX1425" fmla="*/ 3284770 w 3689114"/>
              <a:gd name="connsiteY1425" fmla="*/ 1693550 h 2607908"/>
              <a:gd name="connsiteX1426" fmla="*/ 3288787 w 3689114"/>
              <a:gd name="connsiteY1426" fmla="*/ 1697568 h 2607908"/>
              <a:gd name="connsiteX1427" fmla="*/ 3284770 w 3689114"/>
              <a:gd name="connsiteY1427" fmla="*/ 1701585 h 2607908"/>
              <a:gd name="connsiteX1428" fmla="*/ 3280753 w 3689114"/>
              <a:gd name="connsiteY1428" fmla="*/ 1697568 h 2607908"/>
              <a:gd name="connsiteX1429" fmla="*/ 3284770 w 3689114"/>
              <a:gd name="connsiteY1429" fmla="*/ 1693550 h 2607908"/>
              <a:gd name="connsiteX1430" fmla="*/ 404345 w 3689114"/>
              <a:gd name="connsiteY1430" fmla="*/ 1693550 h 2607908"/>
              <a:gd name="connsiteX1431" fmla="*/ 408362 w 3689114"/>
              <a:gd name="connsiteY1431" fmla="*/ 1697568 h 2607908"/>
              <a:gd name="connsiteX1432" fmla="*/ 404345 w 3689114"/>
              <a:gd name="connsiteY1432" fmla="*/ 1701585 h 2607908"/>
              <a:gd name="connsiteX1433" fmla="*/ 400328 w 3689114"/>
              <a:gd name="connsiteY1433" fmla="*/ 1697568 h 2607908"/>
              <a:gd name="connsiteX1434" fmla="*/ 404345 w 3689114"/>
              <a:gd name="connsiteY1434" fmla="*/ 1693550 h 2607908"/>
              <a:gd name="connsiteX1435" fmla="*/ 3169553 w 3689114"/>
              <a:gd name="connsiteY1435" fmla="*/ 1692439 h 2607908"/>
              <a:gd name="connsiteX1436" fmla="*/ 3174680 w 3689114"/>
              <a:gd name="connsiteY1436" fmla="*/ 1697568 h 2607908"/>
              <a:gd name="connsiteX1437" fmla="*/ 3169553 w 3689114"/>
              <a:gd name="connsiteY1437" fmla="*/ 1702695 h 2607908"/>
              <a:gd name="connsiteX1438" fmla="*/ 3164425 w 3689114"/>
              <a:gd name="connsiteY1438" fmla="*/ 1697568 h 2607908"/>
              <a:gd name="connsiteX1439" fmla="*/ 3169553 w 3689114"/>
              <a:gd name="connsiteY1439" fmla="*/ 1692439 h 2607908"/>
              <a:gd name="connsiteX1440" fmla="*/ 519562 w 3689114"/>
              <a:gd name="connsiteY1440" fmla="*/ 1692439 h 2607908"/>
              <a:gd name="connsiteX1441" fmla="*/ 524690 w 3689114"/>
              <a:gd name="connsiteY1441" fmla="*/ 1697568 h 2607908"/>
              <a:gd name="connsiteX1442" fmla="*/ 519562 w 3689114"/>
              <a:gd name="connsiteY1442" fmla="*/ 1702695 h 2607908"/>
              <a:gd name="connsiteX1443" fmla="*/ 514434 w 3689114"/>
              <a:gd name="connsiteY1443" fmla="*/ 1697568 h 2607908"/>
              <a:gd name="connsiteX1444" fmla="*/ 519562 w 3689114"/>
              <a:gd name="connsiteY1444" fmla="*/ 1692439 h 2607908"/>
              <a:gd name="connsiteX1445" fmla="*/ 3054336 w 3689114"/>
              <a:gd name="connsiteY1445" fmla="*/ 1691089 h 2607908"/>
              <a:gd name="connsiteX1446" fmla="*/ 3060814 w 3689114"/>
              <a:gd name="connsiteY1446" fmla="*/ 1697568 h 2607908"/>
              <a:gd name="connsiteX1447" fmla="*/ 3054336 w 3689114"/>
              <a:gd name="connsiteY1447" fmla="*/ 1704044 h 2607908"/>
              <a:gd name="connsiteX1448" fmla="*/ 3047856 w 3689114"/>
              <a:gd name="connsiteY1448" fmla="*/ 1697568 h 2607908"/>
              <a:gd name="connsiteX1449" fmla="*/ 3054336 w 3689114"/>
              <a:gd name="connsiteY1449" fmla="*/ 1691089 h 2607908"/>
              <a:gd name="connsiteX1450" fmla="*/ 634779 w 3689114"/>
              <a:gd name="connsiteY1450" fmla="*/ 1691089 h 2607908"/>
              <a:gd name="connsiteX1451" fmla="*/ 641257 w 3689114"/>
              <a:gd name="connsiteY1451" fmla="*/ 1697568 h 2607908"/>
              <a:gd name="connsiteX1452" fmla="*/ 634779 w 3689114"/>
              <a:gd name="connsiteY1452" fmla="*/ 1704044 h 2607908"/>
              <a:gd name="connsiteX1453" fmla="*/ 628301 w 3689114"/>
              <a:gd name="connsiteY1453" fmla="*/ 1697568 h 2607908"/>
              <a:gd name="connsiteX1454" fmla="*/ 634779 w 3689114"/>
              <a:gd name="connsiteY1454" fmla="*/ 1691089 h 2607908"/>
              <a:gd name="connsiteX1455" fmla="*/ 2939119 w 3689114"/>
              <a:gd name="connsiteY1455" fmla="*/ 1689706 h 2607908"/>
              <a:gd name="connsiteX1456" fmla="*/ 2946982 w 3689114"/>
              <a:gd name="connsiteY1456" fmla="*/ 1697568 h 2607908"/>
              <a:gd name="connsiteX1457" fmla="*/ 2939119 w 3689114"/>
              <a:gd name="connsiteY1457" fmla="*/ 1705428 h 2607908"/>
              <a:gd name="connsiteX1458" fmla="*/ 2931256 w 3689114"/>
              <a:gd name="connsiteY1458" fmla="*/ 1697568 h 2607908"/>
              <a:gd name="connsiteX1459" fmla="*/ 2939119 w 3689114"/>
              <a:gd name="connsiteY1459" fmla="*/ 1689706 h 2607908"/>
              <a:gd name="connsiteX1460" fmla="*/ 749995 w 3689114"/>
              <a:gd name="connsiteY1460" fmla="*/ 1689706 h 2607908"/>
              <a:gd name="connsiteX1461" fmla="*/ 757857 w 3689114"/>
              <a:gd name="connsiteY1461" fmla="*/ 1697568 h 2607908"/>
              <a:gd name="connsiteX1462" fmla="*/ 749995 w 3689114"/>
              <a:gd name="connsiteY1462" fmla="*/ 1705428 h 2607908"/>
              <a:gd name="connsiteX1463" fmla="*/ 742133 w 3689114"/>
              <a:gd name="connsiteY1463" fmla="*/ 1697568 h 2607908"/>
              <a:gd name="connsiteX1464" fmla="*/ 749995 w 3689114"/>
              <a:gd name="connsiteY1464" fmla="*/ 1689706 h 2607908"/>
              <a:gd name="connsiteX1465" fmla="*/ 2823902 w 3689114"/>
              <a:gd name="connsiteY1465" fmla="*/ 1688060 h 2607908"/>
              <a:gd name="connsiteX1466" fmla="*/ 2833410 w 3689114"/>
              <a:gd name="connsiteY1466" fmla="*/ 1697568 h 2607908"/>
              <a:gd name="connsiteX1467" fmla="*/ 2823902 w 3689114"/>
              <a:gd name="connsiteY1467" fmla="*/ 1707075 h 2607908"/>
              <a:gd name="connsiteX1468" fmla="*/ 2814394 w 3689114"/>
              <a:gd name="connsiteY1468" fmla="*/ 1697568 h 2607908"/>
              <a:gd name="connsiteX1469" fmla="*/ 2823902 w 3689114"/>
              <a:gd name="connsiteY1469" fmla="*/ 1688060 h 2607908"/>
              <a:gd name="connsiteX1470" fmla="*/ 865213 w 3689114"/>
              <a:gd name="connsiteY1470" fmla="*/ 1688060 h 2607908"/>
              <a:gd name="connsiteX1471" fmla="*/ 874720 w 3689114"/>
              <a:gd name="connsiteY1471" fmla="*/ 1697568 h 2607908"/>
              <a:gd name="connsiteX1472" fmla="*/ 865213 w 3689114"/>
              <a:gd name="connsiteY1472" fmla="*/ 1707075 h 2607908"/>
              <a:gd name="connsiteX1473" fmla="*/ 855705 w 3689114"/>
              <a:gd name="connsiteY1473" fmla="*/ 1697568 h 2607908"/>
              <a:gd name="connsiteX1474" fmla="*/ 865213 w 3689114"/>
              <a:gd name="connsiteY1474" fmla="*/ 1688060 h 2607908"/>
              <a:gd name="connsiteX1475" fmla="*/ 2708684 w 3689114"/>
              <a:gd name="connsiteY1475" fmla="*/ 1686406 h 2607908"/>
              <a:gd name="connsiteX1476" fmla="*/ 2719847 w 3689114"/>
              <a:gd name="connsiteY1476" fmla="*/ 1697568 h 2607908"/>
              <a:gd name="connsiteX1477" fmla="*/ 2708684 w 3689114"/>
              <a:gd name="connsiteY1477" fmla="*/ 1708729 h 2607908"/>
              <a:gd name="connsiteX1478" fmla="*/ 2697523 w 3689114"/>
              <a:gd name="connsiteY1478" fmla="*/ 1697568 h 2607908"/>
              <a:gd name="connsiteX1479" fmla="*/ 2708684 w 3689114"/>
              <a:gd name="connsiteY1479" fmla="*/ 1686406 h 2607908"/>
              <a:gd name="connsiteX1480" fmla="*/ 980429 w 3689114"/>
              <a:gd name="connsiteY1480" fmla="*/ 1686406 h 2607908"/>
              <a:gd name="connsiteX1481" fmla="*/ 991591 w 3689114"/>
              <a:gd name="connsiteY1481" fmla="*/ 1697568 h 2607908"/>
              <a:gd name="connsiteX1482" fmla="*/ 980429 w 3689114"/>
              <a:gd name="connsiteY1482" fmla="*/ 1708729 h 2607908"/>
              <a:gd name="connsiteX1483" fmla="*/ 969268 w 3689114"/>
              <a:gd name="connsiteY1483" fmla="*/ 1697568 h 2607908"/>
              <a:gd name="connsiteX1484" fmla="*/ 980429 w 3689114"/>
              <a:gd name="connsiteY1484" fmla="*/ 1686406 h 2607908"/>
              <a:gd name="connsiteX1485" fmla="*/ 2593467 w 3689114"/>
              <a:gd name="connsiteY1485" fmla="*/ 1684472 h 2607908"/>
              <a:gd name="connsiteX1486" fmla="*/ 2606567 w 3689114"/>
              <a:gd name="connsiteY1486" fmla="*/ 1697568 h 2607908"/>
              <a:gd name="connsiteX1487" fmla="*/ 2593467 w 3689114"/>
              <a:gd name="connsiteY1487" fmla="*/ 1710663 h 2607908"/>
              <a:gd name="connsiteX1488" fmla="*/ 2580369 w 3689114"/>
              <a:gd name="connsiteY1488" fmla="*/ 1697568 h 2607908"/>
              <a:gd name="connsiteX1489" fmla="*/ 2593467 w 3689114"/>
              <a:gd name="connsiteY1489" fmla="*/ 1684472 h 2607908"/>
              <a:gd name="connsiteX1490" fmla="*/ 1095646 w 3689114"/>
              <a:gd name="connsiteY1490" fmla="*/ 1684472 h 2607908"/>
              <a:gd name="connsiteX1491" fmla="*/ 1108746 w 3689114"/>
              <a:gd name="connsiteY1491" fmla="*/ 1697568 h 2607908"/>
              <a:gd name="connsiteX1492" fmla="*/ 1095646 w 3689114"/>
              <a:gd name="connsiteY1492" fmla="*/ 1710663 h 2607908"/>
              <a:gd name="connsiteX1493" fmla="*/ 1082548 w 3689114"/>
              <a:gd name="connsiteY1493" fmla="*/ 1697568 h 2607908"/>
              <a:gd name="connsiteX1494" fmla="*/ 1095646 w 3689114"/>
              <a:gd name="connsiteY1494" fmla="*/ 1684472 h 2607908"/>
              <a:gd name="connsiteX1495" fmla="*/ 2478251 w 3689114"/>
              <a:gd name="connsiteY1495" fmla="*/ 1682713 h 2607908"/>
              <a:gd name="connsiteX1496" fmla="*/ 2493107 w 3689114"/>
              <a:gd name="connsiteY1496" fmla="*/ 1697568 h 2607908"/>
              <a:gd name="connsiteX1497" fmla="*/ 2478251 w 3689114"/>
              <a:gd name="connsiteY1497" fmla="*/ 1712418 h 2607908"/>
              <a:gd name="connsiteX1498" fmla="*/ 2463395 w 3689114"/>
              <a:gd name="connsiteY1498" fmla="*/ 1697568 h 2607908"/>
              <a:gd name="connsiteX1499" fmla="*/ 2478251 w 3689114"/>
              <a:gd name="connsiteY1499" fmla="*/ 1682713 h 2607908"/>
              <a:gd name="connsiteX1500" fmla="*/ 1210863 w 3689114"/>
              <a:gd name="connsiteY1500" fmla="*/ 1682713 h 2607908"/>
              <a:gd name="connsiteX1501" fmla="*/ 1225719 w 3689114"/>
              <a:gd name="connsiteY1501" fmla="*/ 1697568 h 2607908"/>
              <a:gd name="connsiteX1502" fmla="*/ 1210863 w 3689114"/>
              <a:gd name="connsiteY1502" fmla="*/ 1712418 h 2607908"/>
              <a:gd name="connsiteX1503" fmla="*/ 1196008 w 3689114"/>
              <a:gd name="connsiteY1503" fmla="*/ 1697568 h 2607908"/>
              <a:gd name="connsiteX1504" fmla="*/ 1210863 w 3689114"/>
              <a:gd name="connsiteY1504" fmla="*/ 1682713 h 2607908"/>
              <a:gd name="connsiteX1505" fmla="*/ 2363034 w 3689114"/>
              <a:gd name="connsiteY1505" fmla="*/ 1680847 h 2607908"/>
              <a:gd name="connsiteX1506" fmla="*/ 2379754 w 3689114"/>
              <a:gd name="connsiteY1506" fmla="*/ 1697568 h 2607908"/>
              <a:gd name="connsiteX1507" fmla="*/ 2363034 w 3689114"/>
              <a:gd name="connsiteY1507" fmla="*/ 1714285 h 2607908"/>
              <a:gd name="connsiteX1508" fmla="*/ 2346314 w 3689114"/>
              <a:gd name="connsiteY1508" fmla="*/ 1697568 h 2607908"/>
              <a:gd name="connsiteX1509" fmla="*/ 2363034 w 3689114"/>
              <a:gd name="connsiteY1509" fmla="*/ 1680847 h 2607908"/>
              <a:gd name="connsiteX1510" fmla="*/ 1326080 w 3689114"/>
              <a:gd name="connsiteY1510" fmla="*/ 1680847 h 2607908"/>
              <a:gd name="connsiteX1511" fmla="*/ 1342800 w 3689114"/>
              <a:gd name="connsiteY1511" fmla="*/ 1697568 h 2607908"/>
              <a:gd name="connsiteX1512" fmla="*/ 1326080 w 3689114"/>
              <a:gd name="connsiteY1512" fmla="*/ 1714285 h 2607908"/>
              <a:gd name="connsiteX1513" fmla="*/ 1309360 w 3689114"/>
              <a:gd name="connsiteY1513" fmla="*/ 1697568 h 2607908"/>
              <a:gd name="connsiteX1514" fmla="*/ 1326080 w 3689114"/>
              <a:gd name="connsiteY1514" fmla="*/ 1680847 h 2607908"/>
              <a:gd name="connsiteX1515" fmla="*/ 2247817 w 3689114"/>
              <a:gd name="connsiteY1515" fmla="*/ 1679059 h 2607908"/>
              <a:gd name="connsiteX1516" fmla="*/ 2266325 w 3689114"/>
              <a:gd name="connsiteY1516" fmla="*/ 1697568 h 2607908"/>
              <a:gd name="connsiteX1517" fmla="*/ 2247817 w 3689114"/>
              <a:gd name="connsiteY1517" fmla="*/ 1716071 h 2607908"/>
              <a:gd name="connsiteX1518" fmla="*/ 2229309 w 3689114"/>
              <a:gd name="connsiteY1518" fmla="*/ 1697568 h 2607908"/>
              <a:gd name="connsiteX1519" fmla="*/ 2247817 w 3689114"/>
              <a:gd name="connsiteY1519" fmla="*/ 1679059 h 2607908"/>
              <a:gd name="connsiteX1520" fmla="*/ 1441297 w 3689114"/>
              <a:gd name="connsiteY1520" fmla="*/ 1679059 h 2607908"/>
              <a:gd name="connsiteX1521" fmla="*/ 1459804 w 3689114"/>
              <a:gd name="connsiteY1521" fmla="*/ 1697568 h 2607908"/>
              <a:gd name="connsiteX1522" fmla="*/ 1441297 w 3689114"/>
              <a:gd name="connsiteY1522" fmla="*/ 1716071 h 2607908"/>
              <a:gd name="connsiteX1523" fmla="*/ 1422790 w 3689114"/>
              <a:gd name="connsiteY1523" fmla="*/ 1697568 h 2607908"/>
              <a:gd name="connsiteX1524" fmla="*/ 1441297 w 3689114"/>
              <a:gd name="connsiteY1524" fmla="*/ 1679059 h 2607908"/>
              <a:gd name="connsiteX1525" fmla="*/ 2132600 w 3689114"/>
              <a:gd name="connsiteY1525" fmla="*/ 1677755 h 2607908"/>
              <a:gd name="connsiteX1526" fmla="*/ 2152411 w 3689114"/>
              <a:gd name="connsiteY1526" fmla="*/ 1697568 h 2607908"/>
              <a:gd name="connsiteX1527" fmla="*/ 2132600 w 3689114"/>
              <a:gd name="connsiteY1527" fmla="*/ 1717375 h 2607908"/>
              <a:gd name="connsiteX1528" fmla="*/ 2112788 w 3689114"/>
              <a:gd name="connsiteY1528" fmla="*/ 1697568 h 2607908"/>
              <a:gd name="connsiteX1529" fmla="*/ 2132600 w 3689114"/>
              <a:gd name="connsiteY1529" fmla="*/ 1677755 h 2607908"/>
              <a:gd name="connsiteX1530" fmla="*/ 1556515 w 3689114"/>
              <a:gd name="connsiteY1530" fmla="*/ 1677755 h 2607908"/>
              <a:gd name="connsiteX1531" fmla="*/ 1576326 w 3689114"/>
              <a:gd name="connsiteY1531" fmla="*/ 1697568 h 2607908"/>
              <a:gd name="connsiteX1532" fmla="*/ 1556515 w 3689114"/>
              <a:gd name="connsiteY1532" fmla="*/ 1717375 h 2607908"/>
              <a:gd name="connsiteX1533" fmla="*/ 1536703 w 3689114"/>
              <a:gd name="connsiteY1533" fmla="*/ 1697568 h 2607908"/>
              <a:gd name="connsiteX1534" fmla="*/ 1556515 w 3689114"/>
              <a:gd name="connsiteY1534" fmla="*/ 1677755 h 2607908"/>
              <a:gd name="connsiteX1535" fmla="*/ 2017383 w 3689114"/>
              <a:gd name="connsiteY1535" fmla="*/ 1676602 h 2607908"/>
              <a:gd name="connsiteX1536" fmla="*/ 2038347 w 3689114"/>
              <a:gd name="connsiteY1536" fmla="*/ 1697568 h 2607908"/>
              <a:gd name="connsiteX1537" fmla="*/ 2017383 w 3689114"/>
              <a:gd name="connsiteY1537" fmla="*/ 1718530 h 2607908"/>
              <a:gd name="connsiteX1538" fmla="*/ 1996419 w 3689114"/>
              <a:gd name="connsiteY1538" fmla="*/ 1697568 h 2607908"/>
              <a:gd name="connsiteX1539" fmla="*/ 2017383 w 3689114"/>
              <a:gd name="connsiteY1539" fmla="*/ 1676602 h 2607908"/>
              <a:gd name="connsiteX1540" fmla="*/ 1671732 w 3689114"/>
              <a:gd name="connsiteY1540" fmla="*/ 1676602 h 2607908"/>
              <a:gd name="connsiteX1541" fmla="*/ 1692695 w 3689114"/>
              <a:gd name="connsiteY1541" fmla="*/ 1697568 h 2607908"/>
              <a:gd name="connsiteX1542" fmla="*/ 1671732 w 3689114"/>
              <a:gd name="connsiteY1542" fmla="*/ 1718530 h 2607908"/>
              <a:gd name="connsiteX1543" fmla="*/ 1650768 w 3689114"/>
              <a:gd name="connsiteY1543" fmla="*/ 1697568 h 2607908"/>
              <a:gd name="connsiteX1544" fmla="*/ 1671732 w 3689114"/>
              <a:gd name="connsiteY1544" fmla="*/ 1676602 h 2607908"/>
              <a:gd name="connsiteX1545" fmla="*/ 1902166 w 3689114"/>
              <a:gd name="connsiteY1545" fmla="*/ 1676016 h 2607908"/>
              <a:gd name="connsiteX1546" fmla="*/ 1923717 w 3689114"/>
              <a:gd name="connsiteY1546" fmla="*/ 1697568 h 2607908"/>
              <a:gd name="connsiteX1547" fmla="*/ 1902166 w 3689114"/>
              <a:gd name="connsiteY1547" fmla="*/ 1719116 h 2607908"/>
              <a:gd name="connsiteX1548" fmla="*/ 1880614 w 3689114"/>
              <a:gd name="connsiteY1548" fmla="*/ 1697568 h 2607908"/>
              <a:gd name="connsiteX1549" fmla="*/ 1902166 w 3689114"/>
              <a:gd name="connsiteY1549" fmla="*/ 1676016 h 2607908"/>
              <a:gd name="connsiteX1550" fmla="*/ 1786949 w 3689114"/>
              <a:gd name="connsiteY1550" fmla="*/ 1676016 h 2607908"/>
              <a:gd name="connsiteX1551" fmla="*/ 1808500 w 3689114"/>
              <a:gd name="connsiteY1551" fmla="*/ 1697568 h 2607908"/>
              <a:gd name="connsiteX1552" fmla="*/ 1786949 w 3689114"/>
              <a:gd name="connsiteY1552" fmla="*/ 1719116 h 2607908"/>
              <a:gd name="connsiteX1553" fmla="*/ 1765397 w 3689114"/>
              <a:gd name="connsiteY1553" fmla="*/ 1697568 h 2607908"/>
              <a:gd name="connsiteX1554" fmla="*/ 1786949 w 3689114"/>
              <a:gd name="connsiteY1554" fmla="*/ 1676016 h 2607908"/>
              <a:gd name="connsiteX1555" fmla="*/ 3572813 w 3689114"/>
              <a:gd name="connsiteY1555" fmla="*/ 1596141 h 2607908"/>
              <a:gd name="connsiteX1556" fmla="*/ 3574461 w 3689114"/>
              <a:gd name="connsiteY1556" fmla="*/ 1597789 h 2607908"/>
              <a:gd name="connsiteX1557" fmla="*/ 3572813 w 3689114"/>
              <a:gd name="connsiteY1557" fmla="*/ 1599438 h 2607908"/>
              <a:gd name="connsiteX1558" fmla="*/ 3571164 w 3689114"/>
              <a:gd name="connsiteY1558" fmla="*/ 1597789 h 2607908"/>
              <a:gd name="connsiteX1559" fmla="*/ 3572813 w 3689114"/>
              <a:gd name="connsiteY1559" fmla="*/ 1596141 h 2607908"/>
              <a:gd name="connsiteX1560" fmla="*/ 116302 w 3689114"/>
              <a:gd name="connsiteY1560" fmla="*/ 1596141 h 2607908"/>
              <a:gd name="connsiteX1561" fmla="*/ 117951 w 3689114"/>
              <a:gd name="connsiteY1561" fmla="*/ 1597789 h 2607908"/>
              <a:gd name="connsiteX1562" fmla="*/ 116302 w 3689114"/>
              <a:gd name="connsiteY1562" fmla="*/ 1599438 h 2607908"/>
              <a:gd name="connsiteX1563" fmla="*/ 114654 w 3689114"/>
              <a:gd name="connsiteY1563" fmla="*/ 1597789 h 2607908"/>
              <a:gd name="connsiteX1564" fmla="*/ 116302 w 3689114"/>
              <a:gd name="connsiteY1564" fmla="*/ 1596141 h 2607908"/>
              <a:gd name="connsiteX1565" fmla="*/ 3457596 w 3689114"/>
              <a:gd name="connsiteY1565" fmla="*/ 1595395 h 2607908"/>
              <a:gd name="connsiteX1566" fmla="*/ 3459989 w 3689114"/>
              <a:gd name="connsiteY1566" fmla="*/ 1597789 h 2607908"/>
              <a:gd name="connsiteX1567" fmla="*/ 3457596 w 3689114"/>
              <a:gd name="connsiteY1567" fmla="*/ 1600183 h 2607908"/>
              <a:gd name="connsiteX1568" fmla="*/ 3455203 w 3689114"/>
              <a:gd name="connsiteY1568" fmla="*/ 1597789 h 2607908"/>
              <a:gd name="connsiteX1569" fmla="*/ 3457596 w 3689114"/>
              <a:gd name="connsiteY1569" fmla="*/ 1595395 h 2607908"/>
              <a:gd name="connsiteX1570" fmla="*/ 231519 w 3689114"/>
              <a:gd name="connsiteY1570" fmla="*/ 1595395 h 2607908"/>
              <a:gd name="connsiteX1571" fmla="*/ 233912 w 3689114"/>
              <a:gd name="connsiteY1571" fmla="*/ 1597789 h 2607908"/>
              <a:gd name="connsiteX1572" fmla="*/ 231519 w 3689114"/>
              <a:gd name="connsiteY1572" fmla="*/ 1600183 h 2607908"/>
              <a:gd name="connsiteX1573" fmla="*/ 229126 w 3689114"/>
              <a:gd name="connsiteY1573" fmla="*/ 1597789 h 2607908"/>
              <a:gd name="connsiteX1574" fmla="*/ 231519 w 3689114"/>
              <a:gd name="connsiteY1574" fmla="*/ 1595395 h 2607908"/>
              <a:gd name="connsiteX1575" fmla="*/ 3342378 w 3689114"/>
              <a:gd name="connsiteY1575" fmla="*/ 1594439 h 2607908"/>
              <a:gd name="connsiteX1576" fmla="*/ 3345729 w 3689114"/>
              <a:gd name="connsiteY1576" fmla="*/ 1597789 h 2607908"/>
              <a:gd name="connsiteX1577" fmla="*/ 3342378 w 3689114"/>
              <a:gd name="connsiteY1577" fmla="*/ 1601142 h 2607908"/>
              <a:gd name="connsiteX1578" fmla="*/ 3339028 w 3689114"/>
              <a:gd name="connsiteY1578" fmla="*/ 1597789 h 2607908"/>
              <a:gd name="connsiteX1579" fmla="*/ 3342378 w 3689114"/>
              <a:gd name="connsiteY1579" fmla="*/ 1594439 h 2607908"/>
              <a:gd name="connsiteX1580" fmla="*/ 346736 w 3689114"/>
              <a:gd name="connsiteY1580" fmla="*/ 1594439 h 2607908"/>
              <a:gd name="connsiteX1581" fmla="*/ 350087 w 3689114"/>
              <a:gd name="connsiteY1581" fmla="*/ 1597789 h 2607908"/>
              <a:gd name="connsiteX1582" fmla="*/ 346736 w 3689114"/>
              <a:gd name="connsiteY1582" fmla="*/ 1601142 h 2607908"/>
              <a:gd name="connsiteX1583" fmla="*/ 343386 w 3689114"/>
              <a:gd name="connsiteY1583" fmla="*/ 1597789 h 2607908"/>
              <a:gd name="connsiteX1584" fmla="*/ 346736 w 3689114"/>
              <a:gd name="connsiteY1584" fmla="*/ 1594439 h 2607908"/>
              <a:gd name="connsiteX1585" fmla="*/ 3227161 w 3689114"/>
              <a:gd name="connsiteY1585" fmla="*/ 1593326 h 2607908"/>
              <a:gd name="connsiteX1586" fmla="*/ 3231625 w 3689114"/>
              <a:gd name="connsiteY1586" fmla="*/ 1597789 h 2607908"/>
              <a:gd name="connsiteX1587" fmla="*/ 3227161 w 3689114"/>
              <a:gd name="connsiteY1587" fmla="*/ 1602253 h 2607908"/>
              <a:gd name="connsiteX1588" fmla="*/ 3222697 w 3689114"/>
              <a:gd name="connsiteY1588" fmla="*/ 1597789 h 2607908"/>
              <a:gd name="connsiteX1589" fmla="*/ 3227161 w 3689114"/>
              <a:gd name="connsiteY1589" fmla="*/ 1593326 h 2607908"/>
              <a:gd name="connsiteX1590" fmla="*/ 461953 w 3689114"/>
              <a:gd name="connsiteY1590" fmla="*/ 1593326 h 2607908"/>
              <a:gd name="connsiteX1591" fmla="*/ 466416 w 3689114"/>
              <a:gd name="connsiteY1591" fmla="*/ 1597789 h 2607908"/>
              <a:gd name="connsiteX1592" fmla="*/ 461953 w 3689114"/>
              <a:gd name="connsiteY1592" fmla="*/ 1602253 h 2607908"/>
              <a:gd name="connsiteX1593" fmla="*/ 457489 w 3689114"/>
              <a:gd name="connsiteY1593" fmla="*/ 1597789 h 2607908"/>
              <a:gd name="connsiteX1594" fmla="*/ 461953 w 3689114"/>
              <a:gd name="connsiteY1594" fmla="*/ 1593326 h 2607908"/>
              <a:gd name="connsiteX1595" fmla="*/ 3111945 w 3689114"/>
              <a:gd name="connsiteY1595" fmla="*/ 1592058 h 2607908"/>
              <a:gd name="connsiteX1596" fmla="*/ 3117677 w 3689114"/>
              <a:gd name="connsiteY1596" fmla="*/ 1597789 h 2607908"/>
              <a:gd name="connsiteX1597" fmla="*/ 3111945 w 3689114"/>
              <a:gd name="connsiteY1597" fmla="*/ 1603523 h 2607908"/>
              <a:gd name="connsiteX1598" fmla="*/ 3106213 w 3689114"/>
              <a:gd name="connsiteY1598" fmla="*/ 1597789 h 2607908"/>
              <a:gd name="connsiteX1599" fmla="*/ 3111945 w 3689114"/>
              <a:gd name="connsiteY1599" fmla="*/ 1592058 h 2607908"/>
              <a:gd name="connsiteX1600" fmla="*/ 577171 w 3689114"/>
              <a:gd name="connsiteY1600" fmla="*/ 1592058 h 2607908"/>
              <a:gd name="connsiteX1601" fmla="*/ 582903 w 3689114"/>
              <a:gd name="connsiteY1601" fmla="*/ 1597789 h 2607908"/>
              <a:gd name="connsiteX1602" fmla="*/ 577171 w 3689114"/>
              <a:gd name="connsiteY1602" fmla="*/ 1603523 h 2607908"/>
              <a:gd name="connsiteX1603" fmla="*/ 571439 w 3689114"/>
              <a:gd name="connsiteY1603" fmla="*/ 1597789 h 2607908"/>
              <a:gd name="connsiteX1604" fmla="*/ 577171 w 3689114"/>
              <a:gd name="connsiteY1604" fmla="*/ 1592058 h 2607908"/>
              <a:gd name="connsiteX1605" fmla="*/ 2996727 w 3689114"/>
              <a:gd name="connsiteY1605" fmla="*/ 1590750 h 2607908"/>
              <a:gd name="connsiteX1606" fmla="*/ 3003767 w 3689114"/>
              <a:gd name="connsiteY1606" fmla="*/ 1597789 h 2607908"/>
              <a:gd name="connsiteX1607" fmla="*/ 2996727 w 3689114"/>
              <a:gd name="connsiteY1607" fmla="*/ 1604827 h 2607908"/>
              <a:gd name="connsiteX1608" fmla="*/ 2989688 w 3689114"/>
              <a:gd name="connsiteY1608" fmla="*/ 1597789 h 2607908"/>
              <a:gd name="connsiteX1609" fmla="*/ 2996727 w 3689114"/>
              <a:gd name="connsiteY1609" fmla="*/ 1590750 h 2607908"/>
              <a:gd name="connsiteX1610" fmla="*/ 692388 w 3689114"/>
              <a:gd name="connsiteY1610" fmla="*/ 1590750 h 2607908"/>
              <a:gd name="connsiteX1611" fmla="*/ 699428 w 3689114"/>
              <a:gd name="connsiteY1611" fmla="*/ 1597789 h 2607908"/>
              <a:gd name="connsiteX1612" fmla="*/ 692388 w 3689114"/>
              <a:gd name="connsiteY1612" fmla="*/ 1604827 h 2607908"/>
              <a:gd name="connsiteX1613" fmla="*/ 685348 w 3689114"/>
              <a:gd name="connsiteY1613" fmla="*/ 1597789 h 2607908"/>
              <a:gd name="connsiteX1614" fmla="*/ 692388 w 3689114"/>
              <a:gd name="connsiteY1614" fmla="*/ 1590750 h 2607908"/>
              <a:gd name="connsiteX1615" fmla="*/ 2881510 w 3689114"/>
              <a:gd name="connsiteY1615" fmla="*/ 1589313 h 2607908"/>
              <a:gd name="connsiteX1616" fmla="*/ 2889987 w 3689114"/>
              <a:gd name="connsiteY1616" fmla="*/ 1597789 h 2607908"/>
              <a:gd name="connsiteX1617" fmla="*/ 2881510 w 3689114"/>
              <a:gd name="connsiteY1617" fmla="*/ 1606266 h 2607908"/>
              <a:gd name="connsiteX1618" fmla="*/ 2873033 w 3689114"/>
              <a:gd name="connsiteY1618" fmla="*/ 1597789 h 2607908"/>
              <a:gd name="connsiteX1619" fmla="*/ 2881510 w 3689114"/>
              <a:gd name="connsiteY1619" fmla="*/ 1589313 h 2607908"/>
              <a:gd name="connsiteX1620" fmla="*/ 807604 w 3689114"/>
              <a:gd name="connsiteY1620" fmla="*/ 1589313 h 2607908"/>
              <a:gd name="connsiteX1621" fmla="*/ 816081 w 3689114"/>
              <a:gd name="connsiteY1621" fmla="*/ 1597789 h 2607908"/>
              <a:gd name="connsiteX1622" fmla="*/ 807604 w 3689114"/>
              <a:gd name="connsiteY1622" fmla="*/ 1606266 h 2607908"/>
              <a:gd name="connsiteX1623" fmla="*/ 799126 w 3689114"/>
              <a:gd name="connsiteY1623" fmla="*/ 1597789 h 2607908"/>
              <a:gd name="connsiteX1624" fmla="*/ 807604 w 3689114"/>
              <a:gd name="connsiteY1624" fmla="*/ 1589313 h 2607908"/>
              <a:gd name="connsiteX1625" fmla="*/ 2766293 w 3689114"/>
              <a:gd name="connsiteY1625" fmla="*/ 1587609 h 2607908"/>
              <a:gd name="connsiteX1626" fmla="*/ 2776474 w 3689114"/>
              <a:gd name="connsiteY1626" fmla="*/ 1597789 h 2607908"/>
              <a:gd name="connsiteX1627" fmla="*/ 2766293 w 3689114"/>
              <a:gd name="connsiteY1627" fmla="*/ 1607969 h 2607908"/>
              <a:gd name="connsiteX1628" fmla="*/ 2756112 w 3689114"/>
              <a:gd name="connsiteY1628" fmla="*/ 1597789 h 2607908"/>
              <a:gd name="connsiteX1629" fmla="*/ 2766293 w 3689114"/>
              <a:gd name="connsiteY1629" fmla="*/ 1587609 h 2607908"/>
              <a:gd name="connsiteX1630" fmla="*/ 922821 w 3689114"/>
              <a:gd name="connsiteY1630" fmla="*/ 1587609 h 2607908"/>
              <a:gd name="connsiteX1631" fmla="*/ 933002 w 3689114"/>
              <a:gd name="connsiteY1631" fmla="*/ 1597789 h 2607908"/>
              <a:gd name="connsiteX1632" fmla="*/ 922821 w 3689114"/>
              <a:gd name="connsiteY1632" fmla="*/ 1607969 h 2607908"/>
              <a:gd name="connsiteX1633" fmla="*/ 912639 w 3689114"/>
              <a:gd name="connsiteY1633" fmla="*/ 1597789 h 2607908"/>
              <a:gd name="connsiteX1634" fmla="*/ 922821 w 3689114"/>
              <a:gd name="connsiteY1634" fmla="*/ 1587609 h 2607908"/>
              <a:gd name="connsiteX1635" fmla="*/ 2651076 w 3689114"/>
              <a:gd name="connsiteY1635" fmla="*/ 1586049 h 2607908"/>
              <a:gd name="connsiteX1636" fmla="*/ 2662818 w 3689114"/>
              <a:gd name="connsiteY1636" fmla="*/ 1597789 h 2607908"/>
              <a:gd name="connsiteX1637" fmla="*/ 2651076 w 3689114"/>
              <a:gd name="connsiteY1637" fmla="*/ 1609530 h 2607908"/>
              <a:gd name="connsiteX1638" fmla="*/ 2639335 w 3689114"/>
              <a:gd name="connsiteY1638" fmla="*/ 1597789 h 2607908"/>
              <a:gd name="connsiteX1639" fmla="*/ 2651076 w 3689114"/>
              <a:gd name="connsiteY1639" fmla="*/ 1586049 h 2607908"/>
              <a:gd name="connsiteX1640" fmla="*/ 1038038 w 3689114"/>
              <a:gd name="connsiteY1640" fmla="*/ 1586049 h 2607908"/>
              <a:gd name="connsiteX1641" fmla="*/ 1049780 w 3689114"/>
              <a:gd name="connsiteY1641" fmla="*/ 1597789 h 2607908"/>
              <a:gd name="connsiteX1642" fmla="*/ 1038038 w 3689114"/>
              <a:gd name="connsiteY1642" fmla="*/ 1609530 h 2607908"/>
              <a:gd name="connsiteX1643" fmla="*/ 1026296 w 3689114"/>
              <a:gd name="connsiteY1643" fmla="*/ 1597789 h 2607908"/>
              <a:gd name="connsiteX1644" fmla="*/ 1038038 w 3689114"/>
              <a:gd name="connsiteY1644" fmla="*/ 1586049 h 2607908"/>
              <a:gd name="connsiteX1645" fmla="*/ 2535860 w 3689114"/>
              <a:gd name="connsiteY1645" fmla="*/ 1584222 h 2607908"/>
              <a:gd name="connsiteX1646" fmla="*/ 2549427 w 3689114"/>
              <a:gd name="connsiteY1646" fmla="*/ 1597789 h 2607908"/>
              <a:gd name="connsiteX1647" fmla="*/ 2535860 w 3689114"/>
              <a:gd name="connsiteY1647" fmla="*/ 1611354 h 2607908"/>
              <a:gd name="connsiteX1648" fmla="*/ 2522292 w 3689114"/>
              <a:gd name="connsiteY1648" fmla="*/ 1597789 h 2607908"/>
              <a:gd name="connsiteX1649" fmla="*/ 2535860 w 3689114"/>
              <a:gd name="connsiteY1649" fmla="*/ 1584222 h 2607908"/>
              <a:gd name="connsiteX1650" fmla="*/ 1153255 w 3689114"/>
              <a:gd name="connsiteY1650" fmla="*/ 1584222 h 2607908"/>
              <a:gd name="connsiteX1651" fmla="*/ 1166822 w 3689114"/>
              <a:gd name="connsiteY1651" fmla="*/ 1597789 h 2607908"/>
              <a:gd name="connsiteX1652" fmla="*/ 1153255 w 3689114"/>
              <a:gd name="connsiteY1652" fmla="*/ 1611354 h 2607908"/>
              <a:gd name="connsiteX1653" fmla="*/ 1139688 w 3689114"/>
              <a:gd name="connsiteY1653" fmla="*/ 1597789 h 2607908"/>
              <a:gd name="connsiteX1654" fmla="*/ 1153255 w 3689114"/>
              <a:gd name="connsiteY1654" fmla="*/ 1584222 h 2607908"/>
              <a:gd name="connsiteX1655" fmla="*/ 2420642 w 3689114"/>
              <a:gd name="connsiteY1655" fmla="*/ 1582437 h 2607908"/>
              <a:gd name="connsiteX1656" fmla="*/ 2435995 w 3689114"/>
              <a:gd name="connsiteY1656" fmla="*/ 1597789 h 2607908"/>
              <a:gd name="connsiteX1657" fmla="*/ 2420642 w 3689114"/>
              <a:gd name="connsiteY1657" fmla="*/ 1613143 h 2607908"/>
              <a:gd name="connsiteX1658" fmla="*/ 2405289 w 3689114"/>
              <a:gd name="connsiteY1658" fmla="*/ 1597789 h 2607908"/>
              <a:gd name="connsiteX1659" fmla="*/ 2420642 w 3689114"/>
              <a:gd name="connsiteY1659" fmla="*/ 1582437 h 2607908"/>
              <a:gd name="connsiteX1660" fmla="*/ 1268472 w 3689114"/>
              <a:gd name="connsiteY1660" fmla="*/ 1582437 h 2607908"/>
              <a:gd name="connsiteX1661" fmla="*/ 1283826 w 3689114"/>
              <a:gd name="connsiteY1661" fmla="*/ 1597789 h 2607908"/>
              <a:gd name="connsiteX1662" fmla="*/ 1268472 w 3689114"/>
              <a:gd name="connsiteY1662" fmla="*/ 1613143 h 2607908"/>
              <a:gd name="connsiteX1663" fmla="*/ 1253119 w 3689114"/>
              <a:gd name="connsiteY1663" fmla="*/ 1597789 h 2607908"/>
              <a:gd name="connsiteX1664" fmla="*/ 1268472 w 3689114"/>
              <a:gd name="connsiteY1664" fmla="*/ 1582437 h 2607908"/>
              <a:gd name="connsiteX1665" fmla="*/ 1383689 w 3689114"/>
              <a:gd name="connsiteY1665" fmla="*/ 1580719 h 2607908"/>
              <a:gd name="connsiteX1666" fmla="*/ 1400759 w 3689114"/>
              <a:gd name="connsiteY1666" fmla="*/ 1597789 h 2607908"/>
              <a:gd name="connsiteX1667" fmla="*/ 1383689 w 3689114"/>
              <a:gd name="connsiteY1667" fmla="*/ 1614859 h 2607908"/>
              <a:gd name="connsiteX1668" fmla="*/ 1366619 w 3689114"/>
              <a:gd name="connsiteY1668" fmla="*/ 1597789 h 2607908"/>
              <a:gd name="connsiteX1669" fmla="*/ 1383689 w 3689114"/>
              <a:gd name="connsiteY1669" fmla="*/ 1580719 h 2607908"/>
              <a:gd name="connsiteX1670" fmla="*/ 2305425 w 3689114"/>
              <a:gd name="connsiteY1670" fmla="*/ 1580543 h 2607908"/>
              <a:gd name="connsiteX1671" fmla="*/ 2322672 w 3689114"/>
              <a:gd name="connsiteY1671" fmla="*/ 1597789 h 2607908"/>
              <a:gd name="connsiteX1672" fmla="*/ 2305425 w 3689114"/>
              <a:gd name="connsiteY1672" fmla="*/ 1615035 h 2607908"/>
              <a:gd name="connsiteX1673" fmla="*/ 2288178 w 3689114"/>
              <a:gd name="connsiteY1673" fmla="*/ 1597789 h 2607908"/>
              <a:gd name="connsiteX1674" fmla="*/ 2305425 w 3689114"/>
              <a:gd name="connsiteY1674" fmla="*/ 1580543 h 2607908"/>
              <a:gd name="connsiteX1675" fmla="*/ 2190209 w 3689114"/>
              <a:gd name="connsiteY1675" fmla="*/ 1579100 h 2607908"/>
              <a:gd name="connsiteX1676" fmla="*/ 2208900 w 3689114"/>
              <a:gd name="connsiteY1676" fmla="*/ 1597789 h 2607908"/>
              <a:gd name="connsiteX1677" fmla="*/ 2190209 w 3689114"/>
              <a:gd name="connsiteY1677" fmla="*/ 1616479 h 2607908"/>
              <a:gd name="connsiteX1678" fmla="*/ 2171517 w 3689114"/>
              <a:gd name="connsiteY1678" fmla="*/ 1597789 h 2607908"/>
              <a:gd name="connsiteX1679" fmla="*/ 2190209 w 3689114"/>
              <a:gd name="connsiteY1679" fmla="*/ 1579100 h 2607908"/>
              <a:gd name="connsiteX1680" fmla="*/ 1498906 w 3689114"/>
              <a:gd name="connsiteY1680" fmla="*/ 1579100 h 2607908"/>
              <a:gd name="connsiteX1681" fmla="*/ 1517597 w 3689114"/>
              <a:gd name="connsiteY1681" fmla="*/ 1597789 h 2607908"/>
              <a:gd name="connsiteX1682" fmla="*/ 1498906 w 3689114"/>
              <a:gd name="connsiteY1682" fmla="*/ 1616479 h 2607908"/>
              <a:gd name="connsiteX1683" fmla="*/ 1480215 w 3689114"/>
              <a:gd name="connsiteY1683" fmla="*/ 1597789 h 2607908"/>
              <a:gd name="connsiteX1684" fmla="*/ 1498906 w 3689114"/>
              <a:gd name="connsiteY1684" fmla="*/ 1579100 h 2607908"/>
              <a:gd name="connsiteX1685" fmla="*/ 2074992 w 3689114"/>
              <a:gd name="connsiteY1685" fmla="*/ 1577788 h 2607908"/>
              <a:gd name="connsiteX1686" fmla="*/ 2094993 w 3689114"/>
              <a:gd name="connsiteY1686" fmla="*/ 1597789 h 2607908"/>
              <a:gd name="connsiteX1687" fmla="*/ 2074992 w 3689114"/>
              <a:gd name="connsiteY1687" fmla="*/ 1617790 h 2607908"/>
              <a:gd name="connsiteX1688" fmla="*/ 2054990 w 3689114"/>
              <a:gd name="connsiteY1688" fmla="*/ 1597789 h 2607908"/>
              <a:gd name="connsiteX1689" fmla="*/ 2074992 w 3689114"/>
              <a:gd name="connsiteY1689" fmla="*/ 1577788 h 2607908"/>
              <a:gd name="connsiteX1690" fmla="*/ 1614123 w 3689114"/>
              <a:gd name="connsiteY1690" fmla="*/ 1577788 h 2607908"/>
              <a:gd name="connsiteX1691" fmla="*/ 1634125 w 3689114"/>
              <a:gd name="connsiteY1691" fmla="*/ 1597789 h 2607908"/>
              <a:gd name="connsiteX1692" fmla="*/ 1614123 w 3689114"/>
              <a:gd name="connsiteY1692" fmla="*/ 1617790 h 2607908"/>
              <a:gd name="connsiteX1693" fmla="*/ 1594122 w 3689114"/>
              <a:gd name="connsiteY1693" fmla="*/ 1597789 h 2607908"/>
              <a:gd name="connsiteX1694" fmla="*/ 1614123 w 3689114"/>
              <a:gd name="connsiteY1694" fmla="*/ 1577788 h 2607908"/>
              <a:gd name="connsiteX1695" fmla="*/ 1959774 w 3689114"/>
              <a:gd name="connsiteY1695" fmla="*/ 1577020 h 2607908"/>
              <a:gd name="connsiteX1696" fmla="*/ 1980544 w 3689114"/>
              <a:gd name="connsiteY1696" fmla="*/ 1597789 h 2607908"/>
              <a:gd name="connsiteX1697" fmla="*/ 1959774 w 3689114"/>
              <a:gd name="connsiteY1697" fmla="*/ 1618558 h 2607908"/>
              <a:gd name="connsiteX1698" fmla="*/ 1939005 w 3689114"/>
              <a:gd name="connsiteY1698" fmla="*/ 1597789 h 2607908"/>
              <a:gd name="connsiteX1699" fmla="*/ 1959774 w 3689114"/>
              <a:gd name="connsiteY1699" fmla="*/ 1577020 h 2607908"/>
              <a:gd name="connsiteX1700" fmla="*/ 1729340 w 3689114"/>
              <a:gd name="connsiteY1700" fmla="*/ 1577020 h 2607908"/>
              <a:gd name="connsiteX1701" fmla="*/ 1750110 w 3689114"/>
              <a:gd name="connsiteY1701" fmla="*/ 1597789 h 2607908"/>
              <a:gd name="connsiteX1702" fmla="*/ 1729340 w 3689114"/>
              <a:gd name="connsiteY1702" fmla="*/ 1618558 h 2607908"/>
              <a:gd name="connsiteX1703" fmla="*/ 1708571 w 3689114"/>
              <a:gd name="connsiteY1703" fmla="*/ 1597789 h 2607908"/>
              <a:gd name="connsiteX1704" fmla="*/ 1729340 w 3689114"/>
              <a:gd name="connsiteY1704" fmla="*/ 1577020 h 2607908"/>
              <a:gd name="connsiteX1705" fmla="*/ 1844558 w 3689114"/>
              <a:gd name="connsiteY1705" fmla="*/ 1576828 h 2607908"/>
              <a:gd name="connsiteX1706" fmla="*/ 1865521 w 3689114"/>
              <a:gd name="connsiteY1706" fmla="*/ 1597789 h 2607908"/>
              <a:gd name="connsiteX1707" fmla="*/ 1844558 w 3689114"/>
              <a:gd name="connsiteY1707" fmla="*/ 1618750 h 2607908"/>
              <a:gd name="connsiteX1708" fmla="*/ 1823594 w 3689114"/>
              <a:gd name="connsiteY1708" fmla="*/ 1597789 h 2607908"/>
              <a:gd name="connsiteX1709" fmla="*/ 1844558 w 3689114"/>
              <a:gd name="connsiteY1709" fmla="*/ 1576828 h 2607908"/>
              <a:gd name="connsiteX1710" fmla="*/ 3630421 w 3689114"/>
              <a:gd name="connsiteY1710" fmla="*/ 1496785 h 2607908"/>
              <a:gd name="connsiteX1711" fmla="*/ 3631649 w 3689114"/>
              <a:gd name="connsiteY1711" fmla="*/ 1498011 h 2607908"/>
              <a:gd name="connsiteX1712" fmla="*/ 3630421 w 3689114"/>
              <a:gd name="connsiteY1712" fmla="*/ 1499239 h 2607908"/>
              <a:gd name="connsiteX1713" fmla="*/ 3629193 w 3689114"/>
              <a:gd name="connsiteY1713" fmla="*/ 1498011 h 2607908"/>
              <a:gd name="connsiteX1714" fmla="*/ 3630421 w 3689114"/>
              <a:gd name="connsiteY1714" fmla="*/ 1496785 h 2607908"/>
              <a:gd name="connsiteX1715" fmla="*/ 58694 w 3689114"/>
              <a:gd name="connsiteY1715" fmla="*/ 1496785 h 2607908"/>
              <a:gd name="connsiteX1716" fmla="*/ 59922 w 3689114"/>
              <a:gd name="connsiteY1716" fmla="*/ 1498011 h 2607908"/>
              <a:gd name="connsiteX1717" fmla="*/ 58694 w 3689114"/>
              <a:gd name="connsiteY1717" fmla="*/ 1499239 h 2607908"/>
              <a:gd name="connsiteX1718" fmla="*/ 57466 w 3689114"/>
              <a:gd name="connsiteY1718" fmla="*/ 1498011 h 2607908"/>
              <a:gd name="connsiteX1719" fmla="*/ 58694 w 3689114"/>
              <a:gd name="connsiteY1719" fmla="*/ 1496785 h 2607908"/>
              <a:gd name="connsiteX1720" fmla="*/ 3515204 w 3689114"/>
              <a:gd name="connsiteY1720" fmla="*/ 1496130 h 2607908"/>
              <a:gd name="connsiteX1721" fmla="*/ 3517086 w 3689114"/>
              <a:gd name="connsiteY1721" fmla="*/ 1498011 h 2607908"/>
              <a:gd name="connsiteX1722" fmla="*/ 3515204 w 3689114"/>
              <a:gd name="connsiteY1722" fmla="*/ 1499894 h 2607908"/>
              <a:gd name="connsiteX1723" fmla="*/ 3513323 w 3689114"/>
              <a:gd name="connsiteY1723" fmla="*/ 1498011 h 2607908"/>
              <a:gd name="connsiteX1724" fmla="*/ 3515204 w 3689114"/>
              <a:gd name="connsiteY1724" fmla="*/ 1496130 h 2607908"/>
              <a:gd name="connsiteX1725" fmla="*/ 173910 w 3689114"/>
              <a:gd name="connsiteY1725" fmla="*/ 1496130 h 2607908"/>
              <a:gd name="connsiteX1726" fmla="*/ 175792 w 3689114"/>
              <a:gd name="connsiteY1726" fmla="*/ 1498011 h 2607908"/>
              <a:gd name="connsiteX1727" fmla="*/ 173910 w 3689114"/>
              <a:gd name="connsiteY1727" fmla="*/ 1499894 h 2607908"/>
              <a:gd name="connsiteX1728" fmla="*/ 172029 w 3689114"/>
              <a:gd name="connsiteY1728" fmla="*/ 1498011 h 2607908"/>
              <a:gd name="connsiteX1729" fmla="*/ 173910 w 3689114"/>
              <a:gd name="connsiteY1729" fmla="*/ 1496130 h 2607908"/>
              <a:gd name="connsiteX1730" fmla="*/ 3399987 w 3689114"/>
              <a:gd name="connsiteY1730" fmla="*/ 1495268 h 2607908"/>
              <a:gd name="connsiteX1731" fmla="*/ 3402730 w 3689114"/>
              <a:gd name="connsiteY1731" fmla="*/ 1498011 h 2607908"/>
              <a:gd name="connsiteX1732" fmla="*/ 3399987 w 3689114"/>
              <a:gd name="connsiteY1732" fmla="*/ 1500755 h 2607908"/>
              <a:gd name="connsiteX1733" fmla="*/ 3397245 w 3689114"/>
              <a:gd name="connsiteY1733" fmla="*/ 1498011 h 2607908"/>
              <a:gd name="connsiteX1734" fmla="*/ 3399987 w 3689114"/>
              <a:gd name="connsiteY1734" fmla="*/ 1495268 h 2607908"/>
              <a:gd name="connsiteX1735" fmla="*/ 289128 w 3689114"/>
              <a:gd name="connsiteY1735" fmla="*/ 1495268 h 2607908"/>
              <a:gd name="connsiteX1736" fmla="*/ 291870 w 3689114"/>
              <a:gd name="connsiteY1736" fmla="*/ 1498011 h 2607908"/>
              <a:gd name="connsiteX1737" fmla="*/ 289128 w 3689114"/>
              <a:gd name="connsiteY1737" fmla="*/ 1500755 h 2607908"/>
              <a:gd name="connsiteX1738" fmla="*/ 286385 w 3689114"/>
              <a:gd name="connsiteY1738" fmla="*/ 1498011 h 2607908"/>
              <a:gd name="connsiteX1739" fmla="*/ 289128 w 3689114"/>
              <a:gd name="connsiteY1739" fmla="*/ 1495268 h 2607908"/>
              <a:gd name="connsiteX1740" fmla="*/ 3284770 w 3689114"/>
              <a:gd name="connsiteY1740" fmla="*/ 1494252 h 2607908"/>
              <a:gd name="connsiteX1741" fmla="*/ 3288530 w 3689114"/>
              <a:gd name="connsiteY1741" fmla="*/ 1498011 h 2607908"/>
              <a:gd name="connsiteX1742" fmla="*/ 3284770 w 3689114"/>
              <a:gd name="connsiteY1742" fmla="*/ 1501770 h 2607908"/>
              <a:gd name="connsiteX1743" fmla="*/ 3281009 w 3689114"/>
              <a:gd name="connsiteY1743" fmla="*/ 1498011 h 2607908"/>
              <a:gd name="connsiteX1744" fmla="*/ 3284770 w 3689114"/>
              <a:gd name="connsiteY1744" fmla="*/ 1494252 h 2607908"/>
              <a:gd name="connsiteX1745" fmla="*/ 404345 w 3689114"/>
              <a:gd name="connsiteY1745" fmla="*/ 1494252 h 2607908"/>
              <a:gd name="connsiteX1746" fmla="*/ 408105 w 3689114"/>
              <a:gd name="connsiteY1746" fmla="*/ 1498011 h 2607908"/>
              <a:gd name="connsiteX1747" fmla="*/ 404345 w 3689114"/>
              <a:gd name="connsiteY1747" fmla="*/ 1501770 h 2607908"/>
              <a:gd name="connsiteX1748" fmla="*/ 400585 w 3689114"/>
              <a:gd name="connsiteY1748" fmla="*/ 1498011 h 2607908"/>
              <a:gd name="connsiteX1749" fmla="*/ 404345 w 3689114"/>
              <a:gd name="connsiteY1749" fmla="*/ 1494252 h 2607908"/>
              <a:gd name="connsiteX1750" fmla="*/ 3169553 w 3689114"/>
              <a:gd name="connsiteY1750" fmla="*/ 1493175 h 2607908"/>
              <a:gd name="connsiteX1751" fmla="*/ 3174391 w 3689114"/>
              <a:gd name="connsiteY1751" fmla="*/ 1498011 h 2607908"/>
              <a:gd name="connsiteX1752" fmla="*/ 3169553 w 3689114"/>
              <a:gd name="connsiteY1752" fmla="*/ 1502849 h 2607908"/>
              <a:gd name="connsiteX1753" fmla="*/ 3164715 w 3689114"/>
              <a:gd name="connsiteY1753" fmla="*/ 1498011 h 2607908"/>
              <a:gd name="connsiteX1754" fmla="*/ 3169553 w 3689114"/>
              <a:gd name="connsiteY1754" fmla="*/ 1493175 h 2607908"/>
              <a:gd name="connsiteX1755" fmla="*/ 519562 w 3689114"/>
              <a:gd name="connsiteY1755" fmla="*/ 1493175 h 2607908"/>
              <a:gd name="connsiteX1756" fmla="*/ 524400 w 3689114"/>
              <a:gd name="connsiteY1756" fmla="*/ 1498011 h 2607908"/>
              <a:gd name="connsiteX1757" fmla="*/ 519562 w 3689114"/>
              <a:gd name="connsiteY1757" fmla="*/ 1502849 h 2607908"/>
              <a:gd name="connsiteX1758" fmla="*/ 514725 w 3689114"/>
              <a:gd name="connsiteY1758" fmla="*/ 1498011 h 2607908"/>
              <a:gd name="connsiteX1759" fmla="*/ 519562 w 3689114"/>
              <a:gd name="connsiteY1759" fmla="*/ 1493175 h 2607908"/>
              <a:gd name="connsiteX1760" fmla="*/ 634779 w 3689114"/>
              <a:gd name="connsiteY1760" fmla="*/ 1491966 h 2607908"/>
              <a:gd name="connsiteX1761" fmla="*/ 640826 w 3689114"/>
              <a:gd name="connsiteY1761" fmla="*/ 1498011 h 2607908"/>
              <a:gd name="connsiteX1762" fmla="*/ 634779 w 3689114"/>
              <a:gd name="connsiteY1762" fmla="*/ 1504056 h 2607908"/>
              <a:gd name="connsiteX1763" fmla="*/ 628732 w 3689114"/>
              <a:gd name="connsiteY1763" fmla="*/ 1498011 h 2607908"/>
              <a:gd name="connsiteX1764" fmla="*/ 634779 w 3689114"/>
              <a:gd name="connsiteY1764" fmla="*/ 1491966 h 2607908"/>
              <a:gd name="connsiteX1765" fmla="*/ 3054336 w 3689114"/>
              <a:gd name="connsiteY1765" fmla="*/ 1491857 h 2607908"/>
              <a:gd name="connsiteX1766" fmla="*/ 3060489 w 3689114"/>
              <a:gd name="connsiteY1766" fmla="*/ 1498011 h 2607908"/>
              <a:gd name="connsiteX1767" fmla="*/ 3054336 w 3689114"/>
              <a:gd name="connsiteY1767" fmla="*/ 1504165 h 2607908"/>
              <a:gd name="connsiteX1768" fmla="*/ 3048182 w 3689114"/>
              <a:gd name="connsiteY1768" fmla="*/ 1498011 h 2607908"/>
              <a:gd name="connsiteX1769" fmla="*/ 3054336 w 3689114"/>
              <a:gd name="connsiteY1769" fmla="*/ 1491857 h 2607908"/>
              <a:gd name="connsiteX1770" fmla="*/ 2939119 w 3689114"/>
              <a:gd name="connsiteY1770" fmla="*/ 1490510 h 2607908"/>
              <a:gd name="connsiteX1771" fmla="*/ 2946623 w 3689114"/>
              <a:gd name="connsiteY1771" fmla="*/ 1498011 h 2607908"/>
              <a:gd name="connsiteX1772" fmla="*/ 2939119 w 3689114"/>
              <a:gd name="connsiteY1772" fmla="*/ 1505517 h 2607908"/>
              <a:gd name="connsiteX1773" fmla="*/ 2931614 w 3689114"/>
              <a:gd name="connsiteY1773" fmla="*/ 1498011 h 2607908"/>
              <a:gd name="connsiteX1774" fmla="*/ 2939119 w 3689114"/>
              <a:gd name="connsiteY1774" fmla="*/ 1490510 h 2607908"/>
              <a:gd name="connsiteX1775" fmla="*/ 749995 w 3689114"/>
              <a:gd name="connsiteY1775" fmla="*/ 1490510 h 2607908"/>
              <a:gd name="connsiteX1776" fmla="*/ 757499 w 3689114"/>
              <a:gd name="connsiteY1776" fmla="*/ 1498011 h 2607908"/>
              <a:gd name="connsiteX1777" fmla="*/ 749995 w 3689114"/>
              <a:gd name="connsiteY1777" fmla="*/ 1505517 h 2607908"/>
              <a:gd name="connsiteX1778" fmla="*/ 742491 w 3689114"/>
              <a:gd name="connsiteY1778" fmla="*/ 1498011 h 2607908"/>
              <a:gd name="connsiteX1779" fmla="*/ 749995 w 3689114"/>
              <a:gd name="connsiteY1779" fmla="*/ 1490510 h 2607908"/>
              <a:gd name="connsiteX1780" fmla="*/ 2823902 w 3689114"/>
              <a:gd name="connsiteY1780" fmla="*/ 1489028 h 2607908"/>
              <a:gd name="connsiteX1781" fmla="*/ 2832888 w 3689114"/>
              <a:gd name="connsiteY1781" fmla="*/ 1498011 h 2607908"/>
              <a:gd name="connsiteX1782" fmla="*/ 2823902 w 3689114"/>
              <a:gd name="connsiteY1782" fmla="*/ 1506997 h 2607908"/>
              <a:gd name="connsiteX1783" fmla="*/ 2814917 w 3689114"/>
              <a:gd name="connsiteY1783" fmla="*/ 1498011 h 2607908"/>
              <a:gd name="connsiteX1784" fmla="*/ 2823902 w 3689114"/>
              <a:gd name="connsiteY1784" fmla="*/ 1489028 h 2607908"/>
              <a:gd name="connsiteX1785" fmla="*/ 865213 w 3689114"/>
              <a:gd name="connsiteY1785" fmla="*/ 1489028 h 2607908"/>
              <a:gd name="connsiteX1786" fmla="*/ 874198 w 3689114"/>
              <a:gd name="connsiteY1786" fmla="*/ 1498011 h 2607908"/>
              <a:gd name="connsiteX1787" fmla="*/ 865213 w 3689114"/>
              <a:gd name="connsiteY1787" fmla="*/ 1506997 h 2607908"/>
              <a:gd name="connsiteX1788" fmla="*/ 856227 w 3689114"/>
              <a:gd name="connsiteY1788" fmla="*/ 1498011 h 2607908"/>
              <a:gd name="connsiteX1789" fmla="*/ 865213 w 3689114"/>
              <a:gd name="connsiteY1789" fmla="*/ 1489028 h 2607908"/>
              <a:gd name="connsiteX1790" fmla="*/ 2708685 w 3689114"/>
              <a:gd name="connsiteY1790" fmla="*/ 1487418 h 2607908"/>
              <a:gd name="connsiteX1791" fmla="*/ 2719281 w 3689114"/>
              <a:gd name="connsiteY1791" fmla="*/ 1498011 h 2607908"/>
              <a:gd name="connsiteX1792" fmla="*/ 2708685 w 3689114"/>
              <a:gd name="connsiteY1792" fmla="*/ 1508609 h 2607908"/>
              <a:gd name="connsiteX1793" fmla="*/ 2698089 w 3689114"/>
              <a:gd name="connsiteY1793" fmla="*/ 1498011 h 2607908"/>
              <a:gd name="connsiteX1794" fmla="*/ 2708685 w 3689114"/>
              <a:gd name="connsiteY1794" fmla="*/ 1487418 h 2607908"/>
              <a:gd name="connsiteX1795" fmla="*/ 980429 w 3689114"/>
              <a:gd name="connsiteY1795" fmla="*/ 1487418 h 2607908"/>
              <a:gd name="connsiteX1796" fmla="*/ 991025 w 3689114"/>
              <a:gd name="connsiteY1796" fmla="*/ 1498011 h 2607908"/>
              <a:gd name="connsiteX1797" fmla="*/ 980429 w 3689114"/>
              <a:gd name="connsiteY1797" fmla="*/ 1508609 h 2607908"/>
              <a:gd name="connsiteX1798" fmla="*/ 969833 w 3689114"/>
              <a:gd name="connsiteY1798" fmla="*/ 1498011 h 2607908"/>
              <a:gd name="connsiteX1799" fmla="*/ 980429 w 3689114"/>
              <a:gd name="connsiteY1799" fmla="*/ 1487418 h 2607908"/>
              <a:gd name="connsiteX1800" fmla="*/ 2593468 w 3689114"/>
              <a:gd name="connsiteY1800" fmla="*/ 1485829 h 2607908"/>
              <a:gd name="connsiteX1801" fmla="*/ 2605654 w 3689114"/>
              <a:gd name="connsiteY1801" fmla="*/ 1498011 h 2607908"/>
              <a:gd name="connsiteX1802" fmla="*/ 2593468 w 3689114"/>
              <a:gd name="connsiteY1802" fmla="*/ 1510194 h 2607908"/>
              <a:gd name="connsiteX1803" fmla="*/ 2581282 w 3689114"/>
              <a:gd name="connsiteY1803" fmla="*/ 1498011 h 2607908"/>
              <a:gd name="connsiteX1804" fmla="*/ 2593468 w 3689114"/>
              <a:gd name="connsiteY1804" fmla="*/ 1485829 h 2607908"/>
              <a:gd name="connsiteX1805" fmla="*/ 1095647 w 3689114"/>
              <a:gd name="connsiteY1805" fmla="*/ 1485829 h 2607908"/>
              <a:gd name="connsiteX1806" fmla="*/ 1107832 w 3689114"/>
              <a:gd name="connsiteY1806" fmla="*/ 1498011 h 2607908"/>
              <a:gd name="connsiteX1807" fmla="*/ 1095647 w 3689114"/>
              <a:gd name="connsiteY1807" fmla="*/ 1510194 h 2607908"/>
              <a:gd name="connsiteX1808" fmla="*/ 1083461 w 3689114"/>
              <a:gd name="connsiteY1808" fmla="*/ 1498011 h 2607908"/>
              <a:gd name="connsiteX1809" fmla="*/ 1095647 w 3689114"/>
              <a:gd name="connsiteY1809" fmla="*/ 1485829 h 2607908"/>
              <a:gd name="connsiteX1810" fmla="*/ 2478250 w 3689114"/>
              <a:gd name="connsiteY1810" fmla="*/ 1484129 h 2607908"/>
              <a:gd name="connsiteX1811" fmla="*/ 2492135 w 3689114"/>
              <a:gd name="connsiteY1811" fmla="*/ 1498011 h 2607908"/>
              <a:gd name="connsiteX1812" fmla="*/ 2478250 w 3689114"/>
              <a:gd name="connsiteY1812" fmla="*/ 1511898 h 2607908"/>
              <a:gd name="connsiteX1813" fmla="*/ 2464366 w 3689114"/>
              <a:gd name="connsiteY1813" fmla="*/ 1498011 h 2607908"/>
              <a:gd name="connsiteX1814" fmla="*/ 2478250 w 3689114"/>
              <a:gd name="connsiteY1814" fmla="*/ 1484129 h 2607908"/>
              <a:gd name="connsiteX1815" fmla="*/ 1210863 w 3689114"/>
              <a:gd name="connsiteY1815" fmla="*/ 1484129 h 2607908"/>
              <a:gd name="connsiteX1816" fmla="*/ 1224748 w 3689114"/>
              <a:gd name="connsiteY1816" fmla="*/ 1498011 h 2607908"/>
              <a:gd name="connsiteX1817" fmla="*/ 1210863 w 3689114"/>
              <a:gd name="connsiteY1817" fmla="*/ 1511898 h 2607908"/>
              <a:gd name="connsiteX1818" fmla="*/ 1196980 w 3689114"/>
              <a:gd name="connsiteY1818" fmla="*/ 1498011 h 2607908"/>
              <a:gd name="connsiteX1819" fmla="*/ 1210863 w 3689114"/>
              <a:gd name="connsiteY1819" fmla="*/ 1484129 h 2607908"/>
              <a:gd name="connsiteX1820" fmla="*/ 2363034 w 3689114"/>
              <a:gd name="connsiteY1820" fmla="*/ 1482495 h 2607908"/>
              <a:gd name="connsiteX1821" fmla="*/ 2378555 w 3689114"/>
              <a:gd name="connsiteY1821" fmla="*/ 1498011 h 2607908"/>
              <a:gd name="connsiteX1822" fmla="*/ 2363034 w 3689114"/>
              <a:gd name="connsiteY1822" fmla="*/ 1513532 h 2607908"/>
              <a:gd name="connsiteX1823" fmla="*/ 2347513 w 3689114"/>
              <a:gd name="connsiteY1823" fmla="*/ 1498011 h 2607908"/>
              <a:gd name="connsiteX1824" fmla="*/ 2363034 w 3689114"/>
              <a:gd name="connsiteY1824" fmla="*/ 1482495 h 2607908"/>
              <a:gd name="connsiteX1825" fmla="*/ 1326080 w 3689114"/>
              <a:gd name="connsiteY1825" fmla="*/ 1482495 h 2607908"/>
              <a:gd name="connsiteX1826" fmla="*/ 1341602 w 3689114"/>
              <a:gd name="connsiteY1826" fmla="*/ 1498011 h 2607908"/>
              <a:gd name="connsiteX1827" fmla="*/ 1326080 w 3689114"/>
              <a:gd name="connsiteY1827" fmla="*/ 1513532 h 2607908"/>
              <a:gd name="connsiteX1828" fmla="*/ 1310559 w 3689114"/>
              <a:gd name="connsiteY1828" fmla="*/ 1498011 h 2607908"/>
              <a:gd name="connsiteX1829" fmla="*/ 1326080 w 3689114"/>
              <a:gd name="connsiteY1829" fmla="*/ 1482495 h 2607908"/>
              <a:gd name="connsiteX1830" fmla="*/ 2247817 w 3689114"/>
              <a:gd name="connsiteY1830" fmla="*/ 1480945 h 2607908"/>
              <a:gd name="connsiteX1831" fmla="*/ 2264887 w 3689114"/>
              <a:gd name="connsiteY1831" fmla="*/ 1498011 h 2607908"/>
              <a:gd name="connsiteX1832" fmla="*/ 2247817 w 3689114"/>
              <a:gd name="connsiteY1832" fmla="*/ 1515083 h 2607908"/>
              <a:gd name="connsiteX1833" fmla="*/ 2230746 w 3689114"/>
              <a:gd name="connsiteY1833" fmla="*/ 1498011 h 2607908"/>
              <a:gd name="connsiteX1834" fmla="*/ 2247817 w 3689114"/>
              <a:gd name="connsiteY1834" fmla="*/ 1480945 h 2607908"/>
              <a:gd name="connsiteX1835" fmla="*/ 1441298 w 3689114"/>
              <a:gd name="connsiteY1835" fmla="*/ 1480945 h 2607908"/>
              <a:gd name="connsiteX1836" fmla="*/ 1458368 w 3689114"/>
              <a:gd name="connsiteY1836" fmla="*/ 1498011 h 2607908"/>
              <a:gd name="connsiteX1837" fmla="*/ 1441298 w 3689114"/>
              <a:gd name="connsiteY1837" fmla="*/ 1515083 h 2607908"/>
              <a:gd name="connsiteX1838" fmla="*/ 1424228 w 3689114"/>
              <a:gd name="connsiteY1838" fmla="*/ 1498011 h 2607908"/>
              <a:gd name="connsiteX1839" fmla="*/ 1441298 w 3689114"/>
              <a:gd name="connsiteY1839" fmla="*/ 1480945 h 2607908"/>
              <a:gd name="connsiteX1840" fmla="*/ 2132600 w 3689114"/>
              <a:gd name="connsiteY1840" fmla="*/ 1479508 h 2607908"/>
              <a:gd name="connsiteX1841" fmla="*/ 2151107 w 3689114"/>
              <a:gd name="connsiteY1841" fmla="*/ 1498011 h 2607908"/>
              <a:gd name="connsiteX1842" fmla="*/ 2132600 w 3689114"/>
              <a:gd name="connsiteY1842" fmla="*/ 1516521 h 2607908"/>
              <a:gd name="connsiteX1843" fmla="*/ 2114092 w 3689114"/>
              <a:gd name="connsiteY1843" fmla="*/ 1498011 h 2607908"/>
              <a:gd name="connsiteX1844" fmla="*/ 2132600 w 3689114"/>
              <a:gd name="connsiteY1844" fmla="*/ 1479508 h 2607908"/>
              <a:gd name="connsiteX1845" fmla="*/ 1556514 w 3689114"/>
              <a:gd name="connsiteY1845" fmla="*/ 1479508 h 2607908"/>
              <a:gd name="connsiteX1846" fmla="*/ 1575022 w 3689114"/>
              <a:gd name="connsiteY1846" fmla="*/ 1498011 h 2607908"/>
              <a:gd name="connsiteX1847" fmla="*/ 1556514 w 3689114"/>
              <a:gd name="connsiteY1847" fmla="*/ 1516521 h 2607908"/>
              <a:gd name="connsiteX1848" fmla="*/ 1538007 w 3689114"/>
              <a:gd name="connsiteY1848" fmla="*/ 1498011 h 2607908"/>
              <a:gd name="connsiteX1849" fmla="*/ 1556514 w 3689114"/>
              <a:gd name="connsiteY1849" fmla="*/ 1479508 h 2607908"/>
              <a:gd name="connsiteX1850" fmla="*/ 2017383 w 3689114"/>
              <a:gd name="connsiteY1850" fmla="*/ 1478581 h 2607908"/>
              <a:gd name="connsiteX1851" fmla="*/ 2036817 w 3689114"/>
              <a:gd name="connsiteY1851" fmla="*/ 1498011 h 2607908"/>
              <a:gd name="connsiteX1852" fmla="*/ 2017383 w 3689114"/>
              <a:gd name="connsiteY1852" fmla="*/ 1517447 h 2607908"/>
              <a:gd name="connsiteX1853" fmla="*/ 1997948 w 3689114"/>
              <a:gd name="connsiteY1853" fmla="*/ 1498011 h 2607908"/>
              <a:gd name="connsiteX1854" fmla="*/ 2017383 w 3689114"/>
              <a:gd name="connsiteY1854" fmla="*/ 1478581 h 2607908"/>
              <a:gd name="connsiteX1855" fmla="*/ 1671732 w 3689114"/>
              <a:gd name="connsiteY1855" fmla="*/ 1478581 h 2607908"/>
              <a:gd name="connsiteX1856" fmla="*/ 1691166 w 3689114"/>
              <a:gd name="connsiteY1856" fmla="*/ 1498011 h 2607908"/>
              <a:gd name="connsiteX1857" fmla="*/ 1671732 w 3689114"/>
              <a:gd name="connsiteY1857" fmla="*/ 1517447 h 2607908"/>
              <a:gd name="connsiteX1858" fmla="*/ 1652297 w 3689114"/>
              <a:gd name="connsiteY1858" fmla="*/ 1498011 h 2607908"/>
              <a:gd name="connsiteX1859" fmla="*/ 1671732 w 3689114"/>
              <a:gd name="connsiteY1859" fmla="*/ 1478581 h 2607908"/>
              <a:gd name="connsiteX1860" fmla="*/ 1902166 w 3689114"/>
              <a:gd name="connsiteY1860" fmla="*/ 1478014 h 2607908"/>
              <a:gd name="connsiteX1861" fmla="*/ 1922167 w 3689114"/>
              <a:gd name="connsiteY1861" fmla="*/ 1498011 h 2607908"/>
              <a:gd name="connsiteX1862" fmla="*/ 1902166 w 3689114"/>
              <a:gd name="connsiteY1862" fmla="*/ 1518013 h 2607908"/>
              <a:gd name="connsiteX1863" fmla="*/ 1882164 w 3689114"/>
              <a:gd name="connsiteY1863" fmla="*/ 1498011 h 2607908"/>
              <a:gd name="connsiteX1864" fmla="*/ 1902166 w 3689114"/>
              <a:gd name="connsiteY1864" fmla="*/ 1478014 h 2607908"/>
              <a:gd name="connsiteX1865" fmla="*/ 1786949 w 3689114"/>
              <a:gd name="connsiteY1865" fmla="*/ 1478014 h 2607908"/>
              <a:gd name="connsiteX1866" fmla="*/ 1806950 w 3689114"/>
              <a:gd name="connsiteY1866" fmla="*/ 1498011 h 2607908"/>
              <a:gd name="connsiteX1867" fmla="*/ 1786949 w 3689114"/>
              <a:gd name="connsiteY1867" fmla="*/ 1518013 h 2607908"/>
              <a:gd name="connsiteX1868" fmla="*/ 1766947 w 3689114"/>
              <a:gd name="connsiteY1868" fmla="*/ 1498011 h 2607908"/>
              <a:gd name="connsiteX1869" fmla="*/ 1786949 w 3689114"/>
              <a:gd name="connsiteY1869" fmla="*/ 1478014 h 2607908"/>
              <a:gd name="connsiteX1870" fmla="*/ 3572813 w 3689114"/>
              <a:gd name="connsiteY1870" fmla="*/ 1396808 h 2607908"/>
              <a:gd name="connsiteX1871" fmla="*/ 3574243 w 3689114"/>
              <a:gd name="connsiteY1871" fmla="*/ 1398238 h 2607908"/>
              <a:gd name="connsiteX1872" fmla="*/ 3572813 w 3689114"/>
              <a:gd name="connsiteY1872" fmla="*/ 1399668 h 2607908"/>
              <a:gd name="connsiteX1873" fmla="*/ 3571382 w 3689114"/>
              <a:gd name="connsiteY1873" fmla="*/ 1398238 h 2607908"/>
              <a:gd name="connsiteX1874" fmla="*/ 3572813 w 3689114"/>
              <a:gd name="connsiteY1874" fmla="*/ 1396808 h 2607908"/>
              <a:gd name="connsiteX1875" fmla="*/ 116302 w 3689114"/>
              <a:gd name="connsiteY1875" fmla="*/ 1396808 h 2607908"/>
              <a:gd name="connsiteX1876" fmla="*/ 117733 w 3689114"/>
              <a:gd name="connsiteY1876" fmla="*/ 1398238 h 2607908"/>
              <a:gd name="connsiteX1877" fmla="*/ 116302 w 3689114"/>
              <a:gd name="connsiteY1877" fmla="*/ 1399668 h 2607908"/>
              <a:gd name="connsiteX1878" fmla="*/ 114871 w 3689114"/>
              <a:gd name="connsiteY1878" fmla="*/ 1398238 h 2607908"/>
              <a:gd name="connsiteX1879" fmla="*/ 116302 w 3689114"/>
              <a:gd name="connsiteY1879" fmla="*/ 1396808 h 2607908"/>
              <a:gd name="connsiteX1880" fmla="*/ 3457596 w 3689114"/>
              <a:gd name="connsiteY1880" fmla="*/ 1396106 h 2607908"/>
              <a:gd name="connsiteX1881" fmla="*/ 3459725 w 3689114"/>
              <a:gd name="connsiteY1881" fmla="*/ 1398238 h 2607908"/>
              <a:gd name="connsiteX1882" fmla="*/ 3457596 w 3689114"/>
              <a:gd name="connsiteY1882" fmla="*/ 1400366 h 2607908"/>
              <a:gd name="connsiteX1883" fmla="*/ 3455466 w 3689114"/>
              <a:gd name="connsiteY1883" fmla="*/ 1398238 h 2607908"/>
              <a:gd name="connsiteX1884" fmla="*/ 3457596 w 3689114"/>
              <a:gd name="connsiteY1884" fmla="*/ 1396106 h 2607908"/>
              <a:gd name="connsiteX1885" fmla="*/ 231519 w 3689114"/>
              <a:gd name="connsiteY1885" fmla="*/ 1396106 h 2607908"/>
              <a:gd name="connsiteX1886" fmla="*/ 233649 w 3689114"/>
              <a:gd name="connsiteY1886" fmla="*/ 1398238 h 2607908"/>
              <a:gd name="connsiteX1887" fmla="*/ 231519 w 3689114"/>
              <a:gd name="connsiteY1887" fmla="*/ 1400366 h 2607908"/>
              <a:gd name="connsiteX1888" fmla="*/ 229389 w 3689114"/>
              <a:gd name="connsiteY1888" fmla="*/ 1398238 h 2607908"/>
              <a:gd name="connsiteX1889" fmla="*/ 231519 w 3689114"/>
              <a:gd name="connsiteY1889" fmla="*/ 1396106 h 2607908"/>
              <a:gd name="connsiteX1890" fmla="*/ 3342379 w 3689114"/>
              <a:gd name="connsiteY1890" fmla="*/ 1395198 h 2607908"/>
              <a:gd name="connsiteX1891" fmla="*/ 3345418 w 3689114"/>
              <a:gd name="connsiteY1891" fmla="*/ 1398238 h 2607908"/>
              <a:gd name="connsiteX1892" fmla="*/ 3342379 w 3689114"/>
              <a:gd name="connsiteY1892" fmla="*/ 1401277 h 2607908"/>
              <a:gd name="connsiteX1893" fmla="*/ 3339340 w 3689114"/>
              <a:gd name="connsiteY1893" fmla="*/ 1398238 h 2607908"/>
              <a:gd name="connsiteX1894" fmla="*/ 3342379 w 3689114"/>
              <a:gd name="connsiteY1894" fmla="*/ 1395198 h 2607908"/>
              <a:gd name="connsiteX1895" fmla="*/ 346736 w 3689114"/>
              <a:gd name="connsiteY1895" fmla="*/ 1395198 h 2607908"/>
              <a:gd name="connsiteX1896" fmla="*/ 349775 w 3689114"/>
              <a:gd name="connsiteY1896" fmla="*/ 1398238 h 2607908"/>
              <a:gd name="connsiteX1897" fmla="*/ 346736 w 3689114"/>
              <a:gd name="connsiteY1897" fmla="*/ 1401277 h 2607908"/>
              <a:gd name="connsiteX1898" fmla="*/ 343697 w 3689114"/>
              <a:gd name="connsiteY1898" fmla="*/ 1398238 h 2607908"/>
              <a:gd name="connsiteX1899" fmla="*/ 346736 w 3689114"/>
              <a:gd name="connsiteY1899" fmla="*/ 1395198 h 2607908"/>
              <a:gd name="connsiteX1900" fmla="*/ 3227161 w 3689114"/>
              <a:gd name="connsiteY1900" fmla="*/ 1394221 h 2607908"/>
              <a:gd name="connsiteX1901" fmla="*/ 3231178 w 3689114"/>
              <a:gd name="connsiteY1901" fmla="*/ 1398238 h 2607908"/>
              <a:gd name="connsiteX1902" fmla="*/ 3227161 w 3689114"/>
              <a:gd name="connsiteY1902" fmla="*/ 1402254 h 2607908"/>
              <a:gd name="connsiteX1903" fmla="*/ 3223144 w 3689114"/>
              <a:gd name="connsiteY1903" fmla="*/ 1398238 h 2607908"/>
              <a:gd name="connsiteX1904" fmla="*/ 3227161 w 3689114"/>
              <a:gd name="connsiteY1904" fmla="*/ 1394221 h 2607908"/>
              <a:gd name="connsiteX1905" fmla="*/ 461953 w 3689114"/>
              <a:gd name="connsiteY1905" fmla="*/ 1394221 h 2607908"/>
              <a:gd name="connsiteX1906" fmla="*/ 465971 w 3689114"/>
              <a:gd name="connsiteY1906" fmla="*/ 1398238 h 2607908"/>
              <a:gd name="connsiteX1907" fmla="*/ 461953 w 3689114"/>
              <a:gd name="connsiteY1907" fmla="*/ 1402254 h 2607908"/>
              <a:gd name="connsiteX1908" fmla="*/ 457937 w 3689114"/>
              <a:gd name="connsiteY1908" fmla="*/ 1398238 h 2607908"/>
              <a:gd name="connsiteX1909" fmla="*/ 461953 w 3689114"/>
              <a:gd name="connsiteY1909" fmla="*/ 1394221 h 2607908"/>
              <a:gd name="connsiteX1910" fmla="*/ 3111944 w 3689114"/>
              <a:gd name="connsiteY1910" fmla="*/ 1393009 h 2607908"/>
              <a:gd name="connsiteX1911" fmla="*/ 3117171 w 3689114"/>
              <a:gd name="connsiteY1911" fmla="*/ 1398238 h 2607908"/>
              <a:gd name="connsiteX1912" fmla="*/ 3111944 w 3689114"/>
              <a:gd name="connsiteY1912" fmla="*/ 1403463 h 2607908"/>
              <a:gd name="connsiteX1913" fmla="*/ 3106718 w 3689114"/>
              <a:gd name="connsiteY1913" fmla="*/ 1398238 h 2607908"/>
              <a:gd name="connsiteX1914" fmla="*/ 3111944 w 3689114"/>
              <a:gd name="connsiteY1914" fmla="*/ 1393009 h 2607908"/>
              <a:gd name="connsiteX1915" fmla="*/ 577170 w 3689114"/>
              <a:gd name="connsiteY1915" fmla="*/ 1393009 h 2607908"/>
              <a:gd name="connsiteX1916" fmla="*/ 582397 w 3689114"/>
              <a:gd name="connsiteY1916" fmla="*/ 1398238 h 2607908"/>
              <a:gd name="connsiteX1917" fmla="*/ 577170 w 3689114"/>
              <a:gd name="connsiteY1917" fmla="*/ 1403463 h 2607908"/>
              <a:gd name="connsiteX1918" fmla="*/ 571944 w 3689114"/>
              <a:gd name="connsiteY1918" fmla="*/ 1398238 h 2607908"/>
              <a:gd name="connsiteX1919" fmla="*/ 577170 w 3689114"/>
              <a:gd name="connsiteY1919" fmla="*/ 1393009 h 2607908"/>
              <a:gd name="connsiteX1920" fmla="*/ 2996727 w 3689114"/>
              <a:gd name="connsiteY1920" fmla="*/ 1391865 h 2607908"/>
              <a:gd name="connsiteX1921" fmla="*/ 3003097 w 3689114"/>
              <a:gd name="connsiteY1921" fmla="*/ 1398238 h 2607908"/>
              <a:gd name="connsiteX1922" fmla="*/ 2996727 w 3689114"/>
              <a:gd name="connsiteY1922" fmla="*/ 1404607 h 2607908"/>
              <a:gd name="connsiteX1923" fmla="*/ 2990358 w 3689114"/>
              <a:gd name="connsiteY1923" fmla="*/ 1398238 h 2607908"/>
              <a:gd name="connsiteX1924" fmla="*/ 2996727 w 3689114"/>
              <a:gd name="connsiteY1924" fmla="*/ 1391865 h 2607908"/>
              <a:gd name="connsiteX1925" fmla="*/ 692388 w 3689114"/>
              <a:gd name="connsiteY1925" fmla="*/ 1391865 h 2607908"/>
              <a:gd name="connsiteX1926" fmla="*/ 698757 w 3689114"/>
              <a:gd name="connsiteY1926" fmla="*/ 1398238 h 2607908"/>
              <a:gd name="connsiteX1927" fmla="*/ 692388 w 3689114"/>
              <a:gd name="connsiteY1927" fmla="*/ 1404607 h 2607908"/>
              <a:gd name="connsiteX1928" fmla="*/ 686019 w 3689114"/>
              <a:gd name="connsiteY1928" fmla="*/ 1398238 h 2607908"/>
              <a:gd name="connsiteX1929" fmla="*/ 692388 w 3689114"/>
              <a:gd name="connsiteY1929" fmla="*/ 1391865 h 2607908"/>
              <a:gd name="connsiteX1930" fmla="*/ 2881510 w 3689114"/>
              <a:gd name="connsiteY1930" fmla="*/ 1390492 h 2607908"/>
              <a:gd name="connsiteX1931" fmla="*/ 2889252 w 3689114"/>
              <a:gd name="connsiteY1931" fmla="*/ 1398238 h 2607908"/>
              <a:gd name="connsiteX1932" fmla="*/ 2881510 w 3689114"/>
              <a:gd name="connsiteY1932" fmla="*/ 1405980 h 2607908"/>
              <a:gd name="connsiteX1933" fmla="*/ 2873768 w 3689114"/>
              <a:gd name="connsiteY1933" fmla="*/ 1398238 h 2607908"/>
              <a:gd name="connsiteX1934" fmla="*/ 2881510 w 3689114"/>
              <a:gd name="connsiteY1934" fmla="*/ 1390492 h 2607908"/>
              <a:gd name="connsiteX1935" fmla="*/ 807604 w 3689114"/>
              <a:gd name="connsiteY1935" fmla="*/ 1390492 h 2607908"/>
              <a:gd name="connsiteX1936" fmla="*/ 815346 w 3689114"/>
              <a:gd name="connsiteY1936" fmla="*/ 1398238 h 2607908"/>
              <a:gd name="connsiteX1937" fmla="*/ 807604 w 3689114"/>
              <a:gd name="connsiteY1937" fmla="*/ 1405980 h 2607908"/>
              <a:gd name="connsiteX1938" fmla="*/ 799861 w 3689114"/>
              <a:gd name="connsiteY1938" fmla="*/ 1398238 h 2607908"/>
              <a:gd name="connsiteX1939" fmla="*/ 807604 w 3689114"/>
              <a:gd name="connsiteY1939" fmla="*/ 1390492 h 2607908"/>
              <a:gd name="connsiteX1940" fmla="*/ 2766293 w 3689114"/>
              <a:gd name="connsiteY1940" fmla="*/ 1388988 h 2607908"/>
              <a:gd name="connsiteX1941" fmla="*/ 2775538 w 3689114"/>
              <a:gd name="connsiteY1941" fmla="*/ 1398238 h 2607908"/>
              <a:gd name="connsiteX1942" fmla="*/ 2766293 w 3689114"/>
              <a:gd name="connsiteY1942" fmla="*/ 1407483 h 2607908"/>
              <a:gd name="connsiteX1943" fmla="*/ 2757048 w 3689114"/>
              <a:gd name="connsiteY1943" fmla="*/ 1398238 h 2607908"/>
              <a:gd name="connsiteX1944" fmla="*/ 2766293 w 3689114"/>
              <a:gd name="connsiteY1944" fmla="*/ 1388988 h 2607908"/>
              <a:gd name="connsiteX1945" fmla="*/ 922821 w 3689114"/>
              <a:gd name="connsiteY1945" fmla="*/ 1388988 h 2607908"/>
              <a:gd name="connsiteX1946" fmla="*/ 932066 w 3689114"/>
              <a:gd name="connsiteY1946" fmla="*/ 1398238 h 2607908"/>
              <a:gd name="connsiteX1947" fmla="*/ 922821 w 3689114"/>
              <a:gd name="connsiteY1947" fmla="*/ 1407483 h 2607908"/>
              <a:gd name="connsiteX1948" fmla="*/ 913576 w 3689114"/>
              <a:gd name="connsiteY1948" fmla="*/ 1398238 h 2607908"/>
              <a:gd name="connsiteX1949" fmla="*/ 922821 w 3689114"/>
              <a:gd name="connsiteY1949" fmla="*/ 1388988 h 2607908"/>
              <a:gd name="connsiteX1950" fmla="*/ 2651076 w 3689114"/>
              <a:gd name="connsiteY1950" fmla="*/ 1387499 h 2607908"/>
              <a:gd name="connsiteX1951" fmla="*/ 2661813 w 3689114"/>
              <a:gd name="connsiteY1951" fmla="*/ 1398238 h 2607908"/>
              <a:gd name="connsiteX1952" fmla="*/ 2651076 w 3689114"/>
              <a:gd name="connsiteY1952" fmla="*/ 1408973 h 2607908"/>
              <a:gd name="connsiteX1953" fmla="*/ 2640340 w 3689114"/>
              <a:gd name="connsiteY1953" fmla="*/ 1398238 h 2607908"/>
              <a:gd name="connsiteX1954" fmla="*/ 2651076 w 3689114"/>
              <a:gd name="connsiteY1954" fmla="*/ 1387499 h 2607908"/>
              <a:gd name="connsiteX1955" fmla="*/ 1038037 w 3689114"/>
              <a:gd name="connsiteY1955" fmla="*/ 1387499 h 2607908"/>
              <a:gd name="connsiteX1956" fmla="*/ 1048774 w 3689114"/>
              <a:gd name="connsiteY1956" fmla="*/ 1398238 h 2607908"/>
              <a:gd name="connsiteX1957" fmla="*/ 1038037 w 3689114"/>
              <a:gd name="connsiteY1957" fmla="*/ 1408973 h 2607908"/>
              <a:gd name="connsiteX1958" fmla="*/ 1027301 w 3689114"/>
              <a:gd name="connsiteY1958" fmla="*/ 1398238 h 2607908"/>
              <a:gd name="connsiteX1959" fmla="*/ 1038037 w 3689114"/>
              <a:gd name="connsiteY1959" fmla="*/ 1387499 h 2607908"/>
              <a:gd name="connsiteX1960" fmla="*/ 2535860 w 3689114"/>
              <a:gd name="connsiteY1960" fmla="*/ 1385901 h 2607908"/>
              <a:gd name="connsiteX1961" fmla="*/ 2548195 w 3689114"/>
              <a:gd name="connsiteY1961" fmla="*/ 1398238 h 2607908"/>
              <a:gd name="connsiteX1962" fmla="*/ 2535860 w 3689114"/>
              <a:gd name="connsiteY1962" fmla="*/ 1410575 h 2607908"/>
              <a:gd name="connsiteX1963" fmla="*/ 2523524 w 3689114"/>
              <a:gd name="connsiteY1963" fmla="*/ 1398238 h 2607908"/>
              <a:gd name="connsiteX1964" fmla="*/ 2535860 w 3689114"/>
              <a:gd name="connsiteY1964" fmla="*/ 1385901 h 2607908"/>
              <a:gd name="connsiteX1965" fmla="*/ 1153255 w 3689114"/>
              <a:gd name="connsiteY1965" fmla="*/ 1385901 h 2607908"/>
              <a:gd name="connsiteX1966" fmla="*/ 1165591 w 3689114"/>
              <a:gd name="connsiteY1966" fmla="*/ 1398238 h 2607908"/>
              <a:gd name="connsiteX1967" fmla="*/ 1153255 w 3689114"/>
              <a:gd name="connsiteY1967" fmla="*/ 1410575 h 2607908"/>
              <a:gd name="connsiteX1968" fmla="*/ 1140919 w 3689114"/>
              <a:gd name="connsiteY1968" fmla="*/ 1398238 h 2607908"/>
              <a:gd name="connsiteX1969" fmla="*/ 1153255 w 3689114"/>
              <a:gd name="connsiteY1969" fmla="*/ 1385901 h 2607908"/>
              <a:gd name="connsiteX1970" fmla="*/ 2420643 w 3689114"/>
              <a:gd name="connsiteY1970" fmla="*/ 1384353 h 2607908"/>
              <a:gd name="connsiteX1971" fmla="*/ 2434527 w 3689114"/>
              <a:gd name="connsiteY1971" fmla="*/ 1398238 h 2607908"/>
              <a:gd name="connsiteX1972" fmla="*/ 2420643 w 3689114"/>
              <a:gd name="connsiteY1972" fmla="*/ 1412121 h 2607908"/>
              <a:gd name="connsiteX1973" fmla="*/ 2406758 w 3689114"/>
              <a:gd name="connsiteY1973" fmla="*/ 1398238 h 2607908"/>
              <a:gd name="connsiteX1974" fmla="*/ 2420643 w 3689114"/>
              <a:gd name="connsiteY1974" fmla="*/ 1384353 h 2607908"/>
              <a:gd name="connsiteX1975" fmla="*/ 1268472 w 3689114"/>
              <a:gd name="connsiteY1975" fmla="*/ 1384353 h 2607908"/>
              <a:gd name="connsiteX1976" fmla="*/ 1282356 w 3689114"/>
              <a:gd name="connsiteY1976" fmla="*/ 1398238 h 2607908"/>
              <a:gd name="connsiteX1977" fmla="*/ 1268472 w 3689114"/>
              <a:gd name="connsiteY1977" fmla="*/ 1412121 h 2607908"/>
              <a:gd name="connsiteX1978" fmla="*/ 1254588 w 3689114"/>
              <a:gd name="connsiteY1978" fmla="*/ 1398238 h 2607908"/>
              <a:gd name="connsiteX1979" fmla="*/ 1268472 w 3689114"/>
              <a:gd name="connsiteY1979" fmla="*/ 1384353 h 2607908"/>
              <a:gd name="connsiteX1980" fmla="*/ 2305425 w 3689114"/>
              <a:gd name="connsiteY1980" fmla="*/ 1382712 h 2607908"/>
              <a:gd name="connsiteX1981" fmla="*/ 2320946 w 3689114"/>
              <a:gd name="connsiteY1981" fmla="*/ 1398238 h 2607908"/>
              <a:gd name="connsiteX1982" fmla="*/ 2305425 w 3689114"/>
              <a:gd name="connsiteY1982" fmla="*/ 1413758 h 2607908"/>
              <a:gd name="connsiteX1983" fmla="*/ 2289904 w 3689114"/>
              <a:gd name="connsiteY1983" fmla="*/ 1398238 h 2607908"/>
              <a:gd name="connsiteX1984" fmla="*/ 2305425 w 3689114"/>
              <a:gd name="connsiteY1984" fmla="*/ 1382712 h 2607908"/>
              <a:gd name="connsiteX1985" fmla="*/ 1383689 w 3689114"/>
              <a:gd name="connsiteY1985" fmla="*/ 1382712 h 2607908"/>
              <a:gd name="connsiteX1986" fmla="*/ 1399209 w 3689114"/>
              <a:gd name="connsiteY1986" fmla="*/ 1398238 h 2607908"/>
              <a:gd name="connsiteX1987" fmla="*/ 1383689 w 3689114"/>
              <a:gd name="connsiteY1987" fmla="*/ 1413758 h 2607908"/>
              <a:gd name="connsiteX1988" fmla="*/ 1368168 w 3689114"/>
              <a:gd name="connsiteY1988" fmla="*/ 1398238 h 2607908"/>
              <a:gd name="connsiteX1989" fmla="*/ 1383689 w 3689114"/>
              <a:gd name="connsiteY1989" fmla="*/ 1382712 h 2607908"/>
              <a:gd name="connsiteX1990" fmla="*/ 2190208 w 3689114"/>
              <a:gd name="connsiteY1990" fmla="*/ 1381518 h 2607908"/>
              <a:gd name="connsiteX1991" fmla="*/ 2206928 w 3689114"/>
              <a:gd name="connsiteY1991" fmla="*/ 1398238 h 2607908"/>
              <a:gd name="connsiteX1992" fmla="*/ 2190208 w 3689114"/>
              <a:gd name="connsiteY1992" fmla="*/ 1414957 h 2607908"/>
              <a:gd name="connsiteX1993" fmla="*/ 2173488 w 3689114"/>
              <a:gd name="connsiteY1993" fmla="*/ 1398238 h 2607908"/>
              <a:gd name="connsiteX1994" fmla="*/ 2190208 w 3689114"/>
              <a:gd name="connsiteY1994" fmla="*/ 1381518 h 2607908"/>
              <a:gd name="connsiteX1995" fmla="*/ 1498906 w 3689114"/>
              <a:gd name="connsiteY1995" fmla="*/ 1381518 h 2607908"/>
              <a:gd name="connsiteX1996" fmla="*/ 1515626 w 3689114"/>
              <a:gd name="connsiteY1996" fmla="*/ 1398238 h 2607908"/>
              <a:gd name="connsiteX1997" fmla="*/ 1498906 w 3689114"/>
              <a:gd name="connsiteY1997" fmla="*/ 1414957 h 2607908"/>
              <a:gd name="connsiteX1998" fmla="*/ 1482186 w 3689114"/>
              <a:gd name="connsiteY1998" fmla="*/ 1398238 h 2607908"/>
              <a:gd name="connsiteX1999" fmla="*/ 1498906 w 3689114"/>
              <a:gd name="connsiteY1999" fmla="*/ 1381518 h 2607908"/>
              <a:gd name="connsiteX2000" fmla="*/ 2074992 w 3689114"/>
              <a:gd name="connsiteY2000" fmla="*/ 1380452 h 2607908"/>
              <a:gd name="connsiteX2001" fmla="*/ 2092773 w 3689114"/>
              <a:gd name="connsiteY2001" fmla="*/ 1398238 h 2607908"/>
              <a:gd name="connsiteX2002" fmla="*/ 2074992 w 3689114"/>
              <a:gd name="connsiteY2002" fmla="*/ 1416015 h 2607908"/>
              <a:gd name="connsiteX2003" fmla="*/ 2057209 w 3689114"/>
              <a:gd name="connsiteY2003" fmla="*/ 1398238 h 2607908"/>
              <a:gd name="connsiteX2004" fmla="*/ 2074992 w 3689114"/>
              <a:gd name="connsiteY2004" fmla="*/ 1380452 h 2607908"/>
              <a:gd name="connsiteX2005" fmla="*/ 1614123 w 3689114"/>
              <a:gd name="connsiteY2005" fmla="*/ 1380452 h 2607908"/>
              <a:gd name="connsiteX2006" fmla="*/ 1631905 w 3689114"/>
              <a:gd name="connsiteY2006" fmla="*/ 1398238 h 2607908"/>
              <a:gd name="connsiteX2007" fmla="*/ 1614123 w 3689114"/>
              <a:gd name="connsiteY2007" fmla="*/ 1416015 h 2607908"/>
              <a:gd name="connsiteX2008" fmla="*/ 1596341 w 3689114"/>
              <a:gd name="connsiteY2008" fmla="*/ 1398238 h 2607908"/>
              <a:gd name="connsiteX2009" fmla="*/ 1614123 w 3689114"/>
              <a:gd name="connsiteY2009" fmla="*/ 1380452 h 2607908"/>
              <a:gd name="connsiteX2010" fmla="*/ 1959774 w 3689114"/>
              <a:gd name="connsiteY2010" fmla="*/ 1379727 h 2607908"/>
              <a:gd name="connsiteX2011" fmla="*/ 1978282 w 3689114"/>
              <a:gd name="connsiteY2011" fmla="*/ 1398238 h 2607908"/>
              <a:gd name="connsiteX2012" fmla="*/ 1959774 w 3689114"/>
              <a:gd name="connsiteY2012" fmla="*/ 1416745 h 2607908"/>
              <a:gd name="connsiteX2013" fmla="*/ 1941267 w 3689114"/>
              <a:gd name="connsiteY2013" fmla="*/ 1398238 h 2607908"/>
              <a:gd name="connsiteX2014" fmla="*/ 1959774 w 3689114"/>
              <a:gd name="connsiteY2014" fmla="*/ 1379727 h 2607908"/>
              <a:gd name="connsiteX2015" fmla="*/ 1729340 w 3689114"/>
              <a:gd name="connsiteY2015" fmla="*/ 1379727 h 2607908"/>
              <a:gd name="connsiteX2016" fmla="*/ 1747848 w 3689114"/>
              <a:gd name="connsiteY2016" fmla="*/ 1398238 h 2607908"/>
              <a:gd name="connsiteX2017" fmla="*/ 1729340 w 3689114"/>
              <a:gd name="connsiteY2017" fmla="*/ 1416745 h 2607908"/>
              <a:gd name="connsiteX2018" fmla="*/ 1710833 w 3689114"/>
              <a:gd name="connsiteY2018" fmla="*/ 1398238 h 2607908"/>
              <a:gd name="connsiteX2019" fmla="*/ 1729340 w 3689114"/>
              <a:gd name="connsiteY2019" fmla="*/ 1379727 h 2607908"/>
              <a:gd name="connsiteX2020" fmla="*/ 1844558 w 3689114"/>
              <a:gd name="connsiteY2020" fmla="*/ 1379544 h 2607908"/>
              <a:gd name="connsiteX2021" fmla="*/ 1863248 w 3689114"/>
              <a:gd name="connsiteY2021" fmla="*/ 1398238 h 2607908"/>
              <a:gd name="connsiteX2022" fmla="*/ 1844558 w 3689114"/>
              <a:gd name="connsiteY2022" fmla="*/ 1416928 h 2607908"/>
              <a:gd name="connsiteX2023" fmla="*/ 1825866 w 3689114"/>
              <a:gd name="connsiteY2023" fmla="*/ 1398238 h 2607908"/>
              <a:gd name="connsiteX2024" fmla="*/ 1844558 w 3689114"/>
              <a:gd name="connsiteY2024" fmla="*/ 1379544 h 2607908"/>
              <a:gd name="connsiteX2025" fmla="*/ 3515205 w 3689114"/>
              <a:gd name="connsiteY2025" fmla="*/ 1296862 h 2607908"/>
              <a:gd name="connsiteX2026" fmla="*/ 3516797 w 3689114"/>
              <a:gd name="connsiteY2026" fmla="*/ 1298454 h 2607908"/>
              <a:gd name="connsiteX2027" fmla="*/ 3515205 w 3689114"/>
              <a:gd name="connsiteY2027" fmla="*/ 1300045 h 2607908"/>
              <a:gd name="connsiteX2028" fmla="*/ 3513612 w 3689114"/>
              <a:gd name="connsiteY2028" fmla="*/ 1298454 h 2607908"/>
              <a:gd name="connsiteX2029" fmla="*/ 3515205 w 3689114"/>
              <a:gd name="connsiteY2029" fmla="*/ 1296862 h 2607908"/>
              <a:gd name="connsiteX2030" fmla="*/ 173910 w 3689114"/>
              <a:gd name="connsiteY2030" fmla="*/ 1296862 h 2607908"/>
              <a:gd name="connsiteX2031" fmla="*/ 175503 w 3689114"/>
              <a:gd name="connsiteY2031" fmla="*/ 1298454 h 2607908"/>
              <a:gd name="connsiteX2032" fmla="*/ 173910 w 3689114"/>
              <a:gd name="connsiteY2032" fmla="*/ 1300045 h 2607908"/>
              <a:gd name="connsiteX2033" fmla="*/ 172319 w 3689114"/>
              <a:gd name="connsiteY2033" fmla="*/ 1298454 h 2607908"/>
              <a:gd name="connsiteX2034" fmla="*/ 173910 w 3689114"/>
              <a:gd name="connsiteY2034" fmla="*/ 1296862 h 2607908"/>
              <a:gd name="connsiteX2035" fmla="*/ 3399987 w 3689114"/>
              <a:gd name="connsiteY2035" fmla="*/ 1296127 h 2607908"/>
              <a:gd name="connsiteX2036" fmla="*/ 3402313 w 3689114"/>
              <a:gd name="connsiteY2036" fmla="*/ 1298454 h 2607908"/>
              <a:gd name="connsiteX2037" fmla="*/ 3399987 w 3689114"/>
              <a:gd name="connsiteY2037" fmla="*/ 1300777 h 2607908"/>
              <a:gd name="connsiteX2038" fmla="*/ 3397662 w 3689114"/>
              <a:gd name="connsiteY2038" fmla="*/ 1298454 h 2607908"/>
              <a:gd name="connsiteX2039" fmla="*/ 3399987 w 3689114"/>
              <a:gd name="connsiteY2039" fmla="*/ 1296127 h 2607908"/>
              <a:gd name="connsiteX2040" fmla="*/ 289128 w 3689114"/>
              <a:gd name="connsiteY2040" fmla="*/ 1296127 h 2607908"/>
              <a:gd name="connsiteX2041" fmla="*/ 291454 w 3689114"/>
              <a:gd name="connsiteY2041" fmla="*/ 1298454 h 2607908"/>
              <a:gd name="connsiteX2042" fmla="*/ 289128 w 3689114"/>
              <a:gd name="connsiteY2042" fmla="*/ 1300777 h 2607908"/>
              <a:gd name="connsiteX2043" fmla="*/ 286802 w 3689114"/>
              <a:gd name="connsiteY2043" fmla="*/ 1298454 h 2607908"/>
              <a:gd name="connsiteX2044" fmla="*/ 289128 w 3689114"/>
              <a:gd name="connsiteY2044" fmla="*/ 1296127 h 2607908"/>
              <a:gd name="connsiteX2045" fmla="*/ 3284770 w 3689114"/>
              <a:gd name="connsiteY2045" fmla="*/ 1295182 h 2607908"/>
              <a:gd name="connsiteX2046" fmla="*/ 3288041 w 3689114"/>
              <a:gd name="connsiteY2046" fmla="*/ 1298454 h 2607908"/>
              <a:gd name="connsiteX2047" fmla="*/ 3284770 w 3689114"/>
              <a:gd name="connsiteY2047" fmla="*/ 1301723 h 2607908"/>
              <a:gd name="connsiteX2048" fmla="*/ 3281499 w 3689114"/>
              <a:gd name="connsiteY2048" fmla="*/ 1298454 h 2607908"/>
              <a:gd name="connsiteX2049" fmla="*/ 3284770 w 3689114"/>
              <a:gd name="connsiteY2049" fmla="*/ 1295182 h 2607908"/>
              <a:gd name="connsiteX2050" fmla="*/ 404345 w 3689114"/>
              <a:gd name="connsiteY2050" fmla="*/ 1295182 h 2607908"/>
              <a:gd name="connsiteX2051" fmla="*/ 407616 w 3689114"/>
              <a:gd name="connsiteY2051" fmla="*/ 1298454 h 2607908"/>
              <a:gd name="connsiteX2052" fmla="*/ 404345 w 3689114"/>
              <a:gd name="connsiteY2052" fmla="*/ 1301723 h 2607908"/>
              <a:gd name="connsiteX2053" fmla="*/ 401074 w 3689114"/>
              <a:gd name="connsiteY2053" fmla="*/ 1298454 h 2607908"/>
              <a:gd name="connsiteX2054" fmla="*/ 404345 w 3689114"/>
              <a:gd name="connsiteY2054" fmla="*/ 1295182 h 2607908"/>
              <a:gd name="connsiteX2055" fmla="*/ 3169553 w 3689114"/>
              <a:gd name="connsiteY2055" fmla="*/ 1294261 h 2607908"/>
              <a:gd name="connsiteX2056" fmla="*/ 3173747 w 3689114"/>
              <a:gd name="connsiteY2056" fmla="*/ 1298454 h 2607908"/>
              <a:gd name="connsiteX2057" fmla="*/ 3169553 w 3689114"/>
              <a:gd name="connsiteY2057" fmla="*/ 1302645 h 2607908"/>
              <a:gd name="connsiteX2058" fmla="*/ 3165360 w 3689114"/>
              <a:gd name="connsiteY2058" fmla="*/ 1298454 h 2607908"/>
              <a:gd name="connsiteX2059" fmla="*/ 3169553 w 3689114"/>
              <a:gd name="connsiteY2059" fmla="*/ 1294261 h 2607908"/>
              <a:gd name="connsiteX2060" fmla="*/ 519562 w 3689114"/>
              <a:gd name="connsiteY2060" fmla="*/ 1294261 h 2607908"/>
              <a:gd name="connsiteX2061" fmla="*/ 523756 w 3689114"/>
              <a:gd name="connsiteY2061" fmla="*/ 1298454 h 2607908"/>
              <a:gd name="connsiteX2062" fmla="*/ 519562 w 3689114"/>
              <a:gd name="connsiteY2062" fmla="*/ 1302645 h 2607908"/>
              <a:gd name="connsiteX2063" fmla="*/ 515369 w 3689114"/>
              <a:gd name="connsiteY2063" fmla="*/ 1298454 h 2607908"/>
              <a:gd name="connsiteX2064" fmla="*/ 519562 w 3689114"/>
              <a:gd name="connsiteY2064" fmla="*/ 1294261 h 2607908"/>
              <a:gd name="connsiteX2065" fmla="*/ 3054336 w 3689114"/>
              <a:gd name="connsiteY2065" fmla="*/ 1293027 h 2607908"/>
              <a:gd name="connsiteX2066" fmla="*/ 3059762 w 3689114"/>
              <a:gd name="connsiteY2066" fmla="*/ 1298454 h 2607908"/>
              <a:gd name="connsiteX2067" fmla="*/ 3054336 w 3689114"/>
              <a:gd name="connsiteY2067" fmla="*/ 1303878 h 2607908"/>
              <a:gd name="connsiteX2068" fmla="*/ 3048911 w 3689114"/>
              <a:gd name="connsiteY2068" fmla="*/ 1298454 h 2607908"/>
              <a:gd name="connsiteX2069" fmla="*/ 3054336 w 3689114"/>
              <a:gd name="connsiteY2069" fmla="*/ 1293027 h 2607908"/>
              <a:gd name="connsiteX2070" fmla="*/ 634779 w 3689114"/>
              <a:gd name="connsiteY2070" fmla="*/ 1293027 h 2607908"/>
              <a:gd name="connsiteX2071" fmla="*/ 640205 w 3689114"/>
              <a:gd name="connsiteY2071" fmla="*/ 1298454 h 2607908"/>
              <a:gd name="connsiteX2072" fmla="*/ 634779 w 3689114"/>
              <a:gd name="connsiteY2072" fmla="*/ 1303878 h 2607908"/>
              <a:gd name="connsiteX2073" fmla="*/ 629353 w 3689114"/>
              <a:gd name="connsiteY2073" fmla="*/ 1298454 h 2607908"/>
              <a:gd name="connsiteX2074" fmla="*/ 634779 w 3689114"/>
              <a:gd name="connsiteY2074" fmla="*/ 1293027 h 2607908"/>
              <a:gd name="connsiteX2075" fmla="*/ 2939119 w 3689114"/>
              <a:gd name="connsiteY2075" fmla="*/ 1291866 h 2607908"/>
              <a:gd name="connsiteX2076" fmla="*/ 2945708 w 3689114"/>
              <a:gd name="connsiteY2076" fmla="*/ 1298454 h 2607908"/>
              <a:gd name="connsiteX2077" fmla="*/ 2939119 w 3689114"/>
              <a:gd name="connsiteY2077" fmla="*/ 1305043 h 2607908"/>
              <a:gd name="connsiteX2078" fmla="*/ 2932529 w 3689114"/>
              <a:gd name="connsiteY2078" fmla="*/ 1298454 h 2607908"/>
              <a:gd name="connsiteX2079" fmla="*/ 2939119 w 3689114"/>
              <a:gd name="connsiteY2079" fmla="*/ 1291866 h 2607908"/>
              <a:gd name="connsiteX2080" fmla="*/ 749995 w 3689114"/>
              <a:gd name="connsiteY2080" fmla="*/ 1291866 h 2607908"/>
              <a:gd name="connsiteX2081" fmla="*/ 756585 w 3689114"/>
              <a:gd name="connsiteY2081" fmla="*/ 1298454 h 2607908"/>
              <a:gd name="connsiteX2082" fmla="*/ 749995 w 3689114"/>
              <a:gd name="connsiteY2082" fmla="*/ 1305043 h 2607908"/>
              <a:gd name="connsiteX2083" fmla="*/ 743406 w 3689114"/>
              <a:gd name="connsiteY2083" fmla="*/ 1298454 h 2607908"/>
              <a:gd name="connsiteX2084" fmla="*/ 749995 w 3689114"/>
              <a:gd name="connsiteY2084" fmla="*/ 1291866 h 2607908"/>
              <a:gd name="connsiteX2085" fmla="*/ 2823901 w 3689114"/>
              <a:gd name="connsiteY2085" fmla="*/ 1290472 h 2607908"/>
              <a:gd name="connsiteX2086" fmla="*/ 2831885 w 3689114"/>
              <a:gd name="connsiteY2086" fmla="*/ 1298454 h 2607908"/>
              <a:gd name="connsiteX2087" fmla="*/ 2823901 w 3689114"/>
              <a:gd name="connsiteY2087" fmla="*/ 1306435 h 2607908"/>
              <a:gd name="connsiteX2088" fmla="*/ 2815918 w 3689114"/>
              <a:gd name="connsiteY2088" fmla="*/ 1298454 h 2607908"/>
              <a:gd name="connsiteX2089" fmla="*/ 2823901 w 3689114"/>
              <a:gd name="connsiteY2089" fmla="*/ 1290472 h 2607908"/>
              <a:gd name="connsiteX2090" fmla="*/ 865212 w 3689114"/>
              <a:gd name="connsiteY2090" fmla="*/ 1290472 h 2607908"/>
              <a:gd name="connsiteX2091" fmla="*/ 873196 w 3689114"/>
              <a:gd name="connsiteY2091" fmla="*/ 1298454 h 2607908"/>
              <a:gd name="connsiteX2092" fmla="*/ 865212 w 3689114"/>
              <a:gd name="connsiteY2092" fmla="*/ 1306435 h 2607908"/>
              <a:gd name="connsiteX2093" fmla="*/ 857229 w 3689114"/>
              <a:gd name="connsiteY2093" fmla="*/ 1298454 h 2607908"/>
              <a:gd name="connsiteX2094" fmla="*/ 865212 w 3689114"/>
              <a:gd name="connsiteY2094" fmla="*/ 1290472 h 2607908"/>
              <a:gd name="connsiteX2095" fmla="*/ 2708685 w 3689114"/>
              <a:gd name="connsiteY2095" fmla="*/ 1289208 h 2607908"/>
              <a:gd name="connsiteX2096" fmla="*/ 2717930 w 3689114"/>
              <a:gd name="connsiteY2096" fmla="*/ 1298454 h 2607908"/>
              <a:gd name="connsiteX2097" fmla="*/ 2708685 w 3689114"/>
              <a:gd name="connsiteY2097" fmla="*/ 1307695 h 2607908"/>
              <a:gd name="connsiteX2098" fmla="*/ 2699440 w 3689114"/>
              <a:gd name="connsiteY2098" fmla="*/ 1298454 h 2607908"/>
              <a:gd name="connsiteX2099" fmla="*/ 2708685 w 3689114"/>
              <a:gd name="connsiteY2099" fmla="*/ 1289208 h 2607908"/>
              <a:gd name="connsiteX2100" fmla="*/ 980430 w 3689114"/>
              <a:gd name="connsiteY2100" fmla="*/ 1289208 h 2607908"/>
              <a:gd name="connsiteX2101" fmla="*/ 989675 w 3689114"/>
              <a:gd name="connsiteY2101" fmla="*/ 1298454 h 2607908"/>
              <a:gd name="connsiteX2102" fmla="*/ 980430 w 3689114"/>
              <a:gd name="connsiteY2102" fmla="*/ 1307695 h 2607908"/>
              <a:gd name="connsiteX2103" fmla="*/ 971185 w 3689114"/>
              <a:gd name="connsiteY2103" fmla="*/ 1298454 h 2607908"/>
              <a:gd name="connsiteX2104" fmla="*/ 980430 w 3689114"/>
              <a:gd name="connsiteY2104" fmla="*/ 1289208 h 2607908"/>
              <a:gd name="connsiteX2105" fmla="*/ 2593467 w 3689114"/>
              <a:gd name="connsiteY2105" fmla="*/ 1287719 h 2607908"/>
              <a:gd name="connsiteX2106" fmla="*/ 2604204 w 3689114"/>
              <a:gd name="connsiteY2106" fmla="*/ 1298454 h 2607908"/>
              <a:gd name="connsiteX2107" fmla="*/ 2593467 w 3689114"/>
              <a:gd name="connsiteY2107" fmla="*/ 1309185 h 2607908"/>
              <a:gd name="connsiteX2108" fmla="*/ 2582731 w 3689114"/>
              <a:gd name="connsiteY2108" fmla="*/ 1298454 h 2607908"/>
              <a:gd name="connsiteX2109" fmla="*/ 2593467 w 3689114"/>
              <a:gd name="connsiteY2109" fmla="*/ 1287719 h 2607908"/>
              <a:gd name="connsiteX2110" fmla="*/ 1095647 w 3689114"/>
              <a:gd name="connsiteY2110" fmla="*/ 1287719 h 2607908"/>
              <a:gd name="connsiteX2111" fmla="*/ 1106383 w 3689114"/>
              <a:gd name="connsiteY2111" fmla="*/ 1298454 h 2607908"/>
              <a:gd name="connsiteX2112" fmla="*/ 1095647 w 3689114"/>
              <a:gd name="connsiteY2112" fmla="*/ 1309185 h 2607908"/>
              <a:gd name="connsiteX2113" fmla="*/ 1084910 w 3689114"/>
              <a:gd name="connsiteY2113" fmla="*/ 1298454 h 2607908"/>
              <a:gd name="connsiteX2114" fmla="*/ 1095647 w 3689114"/>
              <a:gd name="connsiteY2114" fmla="*/ 1287719 h 2607908"/>
              <a:gd name="connsiteX2115" fmla="*/ 2478251 w 3689114"/>
              <a:gd name="connsiteY2115" fmla="*/ 1286267 h 2607908"/>
              <a:gd name="connsiteX2116" fmla="*/ 2490437 w 3689114"/>
              <a:gd name="connsiteY2116" fmla="*/ 1298454 h 2607908"/>
              <a:gd name="connsiteX2117" fmla="*/ 2478251 w 3689114"/>
              <a:gd name="connsiteY2117" fmla="*/ 1310637 h 2607908"/>
              <a:gd name="connsiteX2118" fmla="*/ 2466065 w 3689114"/>
              <a:gd name="connsiteY2118" fmla="*/ 1298454 h 2607908"/>
              <a:gd name="connsiteX2119" fmla="*/ 2478251 w 3689114"/>
              <a:gd name="connsiteY2119" fmla="*/ 1286267 h 2607908"/>
              <a:gd name="connsiteX2120" fmla="*/ 1210864 w 3689114"/>
              <a:gd name="connsiteY2120" fmla="*/ 1286267 h 2607908"/>
              <a:gd name="connsiteX2121" fmla="*/ 1223050 w 3689114"/>
              <a:gd name="connsiteY2121" fmla="*/ 1298454 h 2607908"/>
              <a:gd name="connsiteX2122" fmla="*/ 1210864 w 3689114"/>
              <a:gd name="connsiteY2122" fmla="*/ 1310637 h 2607908"/>
              <a:gd name="connsiteX2123" fmla="*/ 1198678 w 3689114"/>
              <a:gd name="connsiteY2123" fmla="*/ 1298454 h 2607908"/>
              <a:gd name="connsiteX2124" fmla="*/ 1210864 w 3689114"/>
              <a:gd name="connsiteY2124" fmla="*/ 1286267 h 2607908"/>
              <a:gd name="connsiteX2125" fmla="*/ 2363033 w 3689114"/>
              <a:gd name="connsiteY2125" fmla="*/ 1284888 h 2607908"/>
              <a:gd name="connsiteX2126" fmla="*/ 2376601 w 3689114"/>
              <a:gd name="connsiteY2126" fmla="*/ 1298454 h 2607908"/>
              <a:gd name="connsiteX2127" fmla="*/ 2363033 w 3689114"/>
              <a:gd name="connsiteY2127" fmla="*/ 1312016 h 2607908"/>
              <a:gd name="connsiteX2128" fmla="*/ 2349466 w 3689114"/>
              <a:gd name="connsiteY2128" fmla="*/ 1298454 h 2607908"/>
              <a:gd name="connsiteX2129" fmla="*/ 2363033 w 3689114"/>
              <a:gd name="connsiteY2129" fmla="*/ 1284888 h 2607908"/>
              <a:gd name="connsiteX2130" fmla="*/ 1326081 w 3689114"/>
              <a:gd name="connsiteY2130" fmla="*/ 1284888 h 2607908"/>
              <a:gd name="connsiteX2131" fmla="*/ 1339648 w 3689114"/>
              <a:gd name="connsiteY2131" fmla="*/ 1298454 h 2607908"/>
              <a:gd name="connsiteX2132" fmla="*/ 1326081 w 3689114"/>
              <a:gd name="connsiteY2132" fmla="*/ 1312016 h 2607908"/>
              <a:gd name="connsiteX2133" fmla="*/ 1312513 w 3689114"/>
              <a:gd name="connsiteY2133" fmla="*/ 1298454 h 2607908"/>
              <a:gd name="connsiteX2134" fmla="*/ 1326081 w 3689114"/>
              <a:gd name="connsiteY2134" fmla="*/ 1284888 h 2607908"/>
              <a:gd name="connsiteX2135" fmla="*/ 2247817 w 3689114"/>
              <a:gd name="connsiteY2135" fmla="*/ 1283597 h 2607908"/>
              <a:gd name="connsiteX2136" fmla="*/ 2262672 w 3689114"/>
              <a:gd name="connsiteY2136" fmla="*/ 1298454 h 2607908"/>
              <a:gd name="connsiteX2137" fmla="*/ 2247817 w 3689114"/>
              <a:gd name="connsiteY2137" fmla="*/ 1313304 h 2607908"/>
              <a:gd name="connsiteX2138" fmla="*/ 2232961 w 3689114"/>
              <a:gd name="connsiteY2138" fmla="*/ 1298454 h 2607908"/>
              <a:gd name="connsiteX2139" fmla="*/ 2247817 w 3689114"/>
              <a:gd name="connsiteY2139" fmla="*/ 1283597 h 2607908"/>
              <a:gd name="connsiteX2140" fmla="*/ 1441297 w 3689114"/>
              <a:gd name="connsiteY2140" fmla="*/ 1283597 h 2607908"/>
              <a:gd name="connsiteX2141" fmla="*/ 1456153 w 3689114"/>
              <a:gd name="connsiteY2141" fmla="*/ 1298454 h 2607908"/>
              <a:gd name="connsiteX2142" fmla="*/ 1441297 w 3689114"/>
              <a:gd name="connsiteY2142" fmla="*/ 1313304 h 2607908"/>
              <a:gd name="connsiteX2143" fmla="*/ 1426442 w 3689114"/>
              <a:gd name="connsiteY2143" fmla="*/ 1298454 h 2607908"/>
              <a:gd name="connsiteX2144" fmla="*/ 1441297 w 3689114"/>
              <a:gd name="connsiteY2144" fmla="*/ 1283597 h 2607908"/>
              <a:gd name="connsiteX2145" fmla="*/ 2132600 w 3689114"/>
              <a:gd name="connsiteY2145" fmla="*/ 1282596 h 2607908"/>
              <a:gd name="connsiteX2146" fmla="*/ 2148459 w 3689114"/>
              <a:gd name="connsiteY2146" fmla="*/ 1298454 h 2607908"/>
              <a:gd name="connsiteX2147" fmla="*/ 2132600 w 3689114"/>
              <a:gd name="connsiteY2147" fmla="*/ 1314309 h 2607908"/>
              <a:gd name="connsiteX2148" fmla="*/ 2116741 w 3689114"/>
              <a:gd name="connsiteY2148" fmla="*/ 1298454 h 2607908"/>
              <a:gd name="connsiteX2149" fmla="*/ 2132600 w 3689114"/>
              <a:gd name="connsiteY2149" fmla="*/ 1282596 h 2607908"/>
              <a:gd name="connsiteX2150" fmla="*/ 1556514 w 3689114"/>
              <a:gd name="connsiteY2150" fmla="*/ 1282596 h 2607908"/>
              <a:gd name="connsiteX2151" fmla="*/ 1572374 w 3689114"/>
              <a:gd name="connsiteY2151" fmla="*/ 1298454 h 2607908"/>
              <a:gd name="connsiteX2152" fmla="*/ 1556514 w 3689114"/>
              <a:gd name="connsiteY2152" fmla="*/ 1314309 h 2607908"/>
              <a:gd name="connsiteX2153" fmla="*/ 1540655 w 3689114"/>
              <a:gd name="connsiteY2153" fmla="*/ 1298454 h 2607908"/>
              <a:gd name="connsiteX2154" fmla="*/ 1556514 w 3689114"/>
              <a:gd name="connsiteY2154" fmla="*/ 1282596 h 2607908"/>
              <a:gd name="connsiteX2155" fmla="*/ 2017383 w 3689114"/>
              <a:gd name="connsiteY2155" fmla="*/ 1281735 h 2607908"/>
              <a:gd name="connsiteX2156" fmla="*/ 2034103 w 3689114"/>
              <a:gd name="connsiteY2156" fmla="*/ 1298454 h 2607908"/>
              <a:gd name="connsiteX2157" fmla="*/ 2017383 w 3689114"/>
              <a:gd name="connsiteY2157" fmla="*/ 1315169 h 2607908"/>
              <a:gd name="connsiteX2158" fmla="*/ 2000663 w 3689114"/>
              <a:gd name="connsiteY2158" fmla="*/ 1298454 h 2607908"/>
              <a:gd name="connsiteX2159" fmla="*/ 2017383 w 3689114"/>
              <a:gd name="connsiteY2159" fmla="*/ 1281735 h 2607908"/>
              <a:gd name="connsiteX2160" fmla="*/ 1671732 w 3689114"/>
              <a:gd name="connsiteY2160" fmla="*/ 1281735 h 2607908"/>
              <a:gd name="connsiteX2161" fmla="*/ 1688451 w 3689114"/>
              <a:gd name="connsiteY2161" fmla="*/ 1298454 h 2607908"/>
              <a:gd name="connsiteX2162" fmla="*/ 1671732 w 3689114"/>
              <a:gd name="connsiteY2162" fmla="*/ 1315169 h 2607908"/>
              <a:gd name="connsiteX2163" fmla="*/ 1655012 w 3689114"/>
              <a:gd name="connsiteY2163" fmla="*/ 1298454 h 2607908"/>
              <a:gd name="connsiteX2164" fmla="*/ 1671732 w 3689114"/>
              <a:gd name="connsiteY2164" fmla="*/ 1281735 h 2607908"/>
              <a:gd name="connsiteX2165" fmla="*/ 1902166 w 3689114"/>
              <a:gd name="connsiteY2165" fmla="*/ 1281384 h 2607908"/>
              <a:gd name="connsiteX2166" fmla="*/ 1919235 w 3689114"/>
              <a:gd name="connsiteY2166" fmla="*/ 1298454 h 2607908"/>
              <a:gd name="connsiteX2167" fmla="*/ 1902166 w 3689114"/>
              <a:gd name="connsiteY2167" fmla="*/ 1315520 h 2607908"/>
              <a:gd name="connsiteX2168" fmla="*/ 1885095 w 3689114"/>
              <a:gd name="connsiteY2168" fmla="*/ 1298454 h 2607908"/>
              <a:gd name="connsiteX2169" fmla="*/ 1902166 w 3689114"/>
              <a:gd name="connsiteY2169" fmla="*/ 1281384 h 2607908"/>
              <a:gd name="connsiteX2170" fmla="*/ 1786949 w 3689114"/>
              <a:gd name="connsiteY2170" fmla="*/ 1281384 h 2607908"/>
              <a:gd name="connsiteX2171" fmla="*/ 1804019 w 3689114"/>
              <a:gd name="connsiteY2171" fmla="*/ 1298454 h 2607908"/>
              <a:gd name="connsiteX2172" fmla="*/ 1786949 w 3689114"/>
              <a:gd name="connsiteY2172" fmla="*/ 1315520 h 2607908"/>
              <a:gd name="connsiteX2173" fmla="*/ 1769878 w 3689114"/>
              <a:gd name="connsiteY2173" fmla="*/ 1298454 h 2607908"/>
              <a:gd name="connsiteX2174" fmla="*/ 1786949 w 3689114"/>
              <a:gd name="connsiteY2174" fmla="*/ 1281384 h 2607908"/>
              <a:gd name="connsiteX2175" fmla="*/ 3572813 w 3689114"/>
              <a:gd name="connsiteY2175" fmla="*/ 1197492 h 2607908"/>
              <a:gd name="connsiteX2176" fmla="*/ 3573992 w 3689114"/>
              <a:gd name="connsiteY2176" fmla="*/ 1198668 h 2607908"/>
              <a:gd name="connsiteX2177" fmla="*/ 3572813 w 3689114"/>
              <a:gd name="connsiteY2177" fmla="*/ 1199849 h 2607908"/>
              <a:gd name="connsiteX2178" fmla="*/ 3571634 w 3689114"/>
              <a:gd name="connsiteY2178" fmla="*/ 1198668 h 2607908"/>
              <a:gd name="connsiteX2179" fmla="*/ 3572813 w 3689114"/>
              <a:gd name="connsiteY2179" fmla="*/ 1197492 h 2607908"/>
              <a:gd name="connsiteX2180" fmla="*/ 116302 w 3689114"/>
              <a:gd name="connsiteY2180" fmla="*/ 1197492 h 2607908"/>
              <a:gd name="connsiteX2181" fmla="*/ 117481 w 3689114"/>
              <a:gd name="connsiteY2181" fmla="*/ 1198668 h 2607908"/>
              <a:gd name="connsiteX2182" fmla="*/ 116302 w 3689114"/>
              <a:gd name="connsiteY2182" fmla="*/ 1199849 h 2607908"/>
              <a:gd name="connsiteX2183" fmla="*/ 115123 w 3689114"/>
              <a:gd name="connsiteY2183" fmla="*/ 1198668 h 2607908"/>
              <a:gd name="connsiteX2184" fmla="*/ 116302 w 3689114"/>
              <a:gd name="connsiteY2184" fmla="*/ 1197492 h 2607908"/>
              <a:gd name="connsiteX2185" fmla="*/ 3457595 w 3689114"/>
              <a:gd name="connsiteY2185" fmla="*/ 1196909 h 2607908"/>
              <a:gd name="connsiteX2186" fmla="*/ 3459359 w 3689114"/>
              <a:gd name="connsiteY2186" fmla="*/ 1198668 h 2607908"/>
              <a:gd name="connsiteX2187" fmla="*/ 3457595 w 3689114"/>
              <a:gd name="connsiteY2187" fmla="*/ 1200432 h 2607908"/>
              <a:gd name="connsiteX2188" fmla="*/ 3455832 w 3689114"/>
              <a:gd name="connsiteY2188" fmla="*/ 1198668 h 2607908"/>
              <a:gd name="connsiteX2189" fmla="*/ 3457595 w 3689114"/>
              <a:gd name="connsiteY2189" fmla="*/ 1196909 h 2607908"/>
              <a:gd name="connsiteX2190" fmla="*/ 231519 w 3689114"/>
              <a:gd name="connsiteY2190" fmla="*/ 1196909 h 2607908"/>
              <a:gd name="connsiteX2191" fmla="*/ 233283 w 3689114"/>
              <a:gd name="connsiteY2191" fmla="*/ 1198668 h 2607908"/>
              <a:gd name="connsiteX2192" fmla="*/ 231519 w 3689114"/>
              <a:gd name="connsiteY2192" fmla="*/ 1200432 h 2607908"/>
              <a:gd name="connsiteX2193" fmla="*/ 229757 w 3689114"/>
              <a:gd name="connsiteY2193" fmla="*/ 1198668 h 2607908"/>
              <a:gd name="connsiteX2194" fmla="*/ 231519 w 3689114"/>
              <a:gd name="connsiteY2194" fmla="*/ 1196909 h 2607908"/>
              <a:gd name="connsiteX2195" fmla="*/ 3342379 w 3689114"/>
              <a:gd name="connsiteY2195" fmla="*/ 1196141 h 2607908"/>
              <a:gd name="connsiteX2196" fmla="*/ 3344908 w 3689114"/>
              <a:gd name="connsiteY2196" fmla="*/ 1198668 h 2607908"/>
              <a:gd name="connsiteX2197" fmla="*/ 3342379 w 3689114"/>
              <a:gd name="connsiteY2197" fmla="*/ 1201199 h 2607908"/>
              <a:gd name="connsiteX2198" fmla="*/ 3339849 w 3689114"/>
              <a:gd name="connsiteY2198" fmla="*/ 1198668 h 2607908"/>
              <a:gd name="connsiteX2199" fmla="*/ 3342379 w 3689114"/>
              <a:gd name="connsiteY2199" fmla="*/ 1196141 h 2607908"/>
              <a:gd name="connsiteX2200" fmla="*/ 346736 w 3689114"/>
              <a:gd name="connsiteY2200" fmla="*/ 1196141 h 2607908"/>
              <a:gd name="connsiteX2201" fmla="*/ 349267 w 3689114"/>
              <a:gd name="connsiteY2201" fmla="*/ 1198668 h 2607908"/>
              <a:gd name="connsiteX2202" fmla="*/ 346736 w 3689114"/>
              <a:gd name="connsiteY2202" fmla="*/ 1201199 h 2607908"/>
              <a:gd name="connsiteX2203" fmla="*/ 344207 w 3689114"/>
              <a:gd name="connsiteY2203" fmla="*/ 1198668 h 2607908"/>
              <a:gd name="connsiteX2204" fmla="*/ 346736 w 3689114"/>
              <a:gd name="connsiteY2204" fmla="*/ 1196141 h 2607908"/>
              <a:gd name="connsiteX2205" fmla="*/ 3227162 w 3689114"/>
              <a:gd name="connsiteY2205" fmla="*/ 1195320 h 2607908"/>
              <a:gd name="connsiteX2206" fmla="*/ 3230512 w 3689114"/>
              <a:gd name="connsiteY2206" fmla="*/ 1198668 h 2607908"/>
              <a:gd name="connsiteX2207" fmla="*/ 3227162 w 3689114"/>
              <a:gd name="connsiteY2207" fmla="*/ 1202019 h 2607908"/>
              <a:gd name="connsiteX2208" fmla="*/ 3223812 w 3689114"/>
              <a:gd name="connsiteY2208" fmla="*/ 1198668 h 2607908"/>
              <a:gd name="connsiteX2209" fmla="*/ 3227162 w 3689114"/>
              <a:gd name="connsiteY2209" fmla="*/ 1195320 h 2607908"/>
              <a:gd name="connsiteX2210" fmla="*/ 461953 w 3689114"/>
              <a:gd name="connsiteY2210" fmla="*/ 1195320 h 2607908"/>
              <a:gd name="connsiteX2211" fmla="*/ 465304 w 3689114"/>
              <a:gd name="connsiteY2211" fmla="*/ 1198668 h 2607908"/>
              <a:gd name="connsiteX2212" fmla="*/ 461953 w 3689114"/>
              <a:gd name="connsiteY2212" fmla="*/ 1202019 h 2607908"/>
              <a:gd name="connsiteX2213" fmla="*/ 458603 w 3689114"/>
              <a:gd name="connsiteY2213" fmla="*/ 1198668 h 2607908"/>
              <a:gd name="connsiteX2214" fmla="*/ 461953 w 3689114"/>
              <a:gd name="connsiteY2214" fmla="*/ 1195320 h 2607908"/>
              <a:gd name="connsiteX2215" fmla="*/ 3111944 w 3689114"/>
              <a:gd name="connsiteY2215" fmla="*/ 1194203 h 2607908"/>
              <a:gd name="connsiteX2216" fmla="*/ 3116408 w 3689114"/>
              <a:gd name="connsiteY2216" fmla="*/ 1198668 h 2607908"/>
              <a:gd name="connsiteX2217" fmla="*/ 3111944 w 3689114"/>
              <a:gd name="connsiteY2217" fmla="*/ 1203134 h 2607908"/>
              <a:gd name="connsiteX2218" fmla="*/ 3107480 w 3689114"/>
              <a:gd name="connsiteY2218" fmla="*/ 1198668 h 2607908"/>
              <a:gd name="connsiteX2219" fmla="*/ 3111944 w 3689114"/>
              <a:gd name="connsiteY2219" fmla="*/ 1194203 h 2607908"/>
              <a:gd name="connsiteX2220" fmla="*/ 577170 w 3689114"/>
              <a:gd name="connsiteY2220" fmla="*/ 1194203 h 2607908"/>
              <a:gd name="connsiteX2221" fmla="*/ 581634 w 3689114"/>
              <a:gd name="connsiteY2221" fmla="*/ 1198668 h 2607908"/>
              <a:gd name="connsiteX2222" fmla="*/ 577170 w 3689114"/>
              <a:gd name="connsiteY2222" fmla="*/ 1203134 h 2607908"/>
              <a:gd name="connsiteX2223" fmla="*/ 572707 w 3689114"/>
              <a:gd name="connsiteY2223" fmla="*/ 1198668 h 2607908"/>
              <a:gd name="connsiteX2224" fmla="*/ 577170 w 3689114"/>
              <a:gd name="connsiteY2224" fmla="*/ 1194203 h 2607908"/>
              <a:gd name="connsiteX2225" fmla="*/ 2996728 w 3689114"/>
              <a:gd name="connsiteY2225" fmla="*/ 1193143 h 2607908"/>
              <a:gd name="connsiteX2226" fmla="*/ 3002255 w 3689114"/>
              <a:gd name="connsiteY2226" fmla="*/ 1198668 h 2607908"/>
              <a:gd name="connsiteX2227" fmla="*/ 2996728 w 3689114"/>
              <a:gd name="connsiteY2227" fmla="*/ 1204197 h 2607908"/>
              <a:gd name="connsiteX2228" fmla="*/ 2991201 w 3689114"/>
              <a:gd name="connsiteY2228" fmla="*/ 1198668 h 2607908"/>
              <a:gd name="connsiteX2229" fmla="*/ 2996728 w 3689114"/>
              <a:gd name="connsiteY2229" fmla="*/ 1193143 h 2607908"/>
              <a:gd name="connsiteX2230" fmla="*/ 692388 w 3689114"/>
              <a:gd name="connsiteY2230" fmla="*/ 1193143 h 2607908"/>
              <a:gd name="connsiteX2231" fmla="*/ 697915 w 3689114"/>
              <a:gd name="connsiteY2231" fmla="*/ 1198668 h 2607908"/>
              <a:gd name="connsiteX2232" fmla="*/ 692388 w 3689114"/>
              <a:gd name="connsiteY2232" fmla="*/ 1204197 h 2607908"/>
              <a:gd name="connsiteX2233" fmla="*/ 686861 w 3689114"/>
              <a:gd name="connsiteY2233" fmla="*/ 1198668 h 2607908"/>
              <a:gd name="connsiteX2234" fmla="*/ 692388 w 3689114"/>
              <a:gd name="connsiteY2234" fmla="*/ 1193143 h 2607908"/>
              <a:gd name="connsiteX2235" fmla="*/ 807604 w 3689114"/>
              <a:gd name="connsiteY2235" fmla="*/ 1192080 h 2607908"/>
              <a:gd name="connsiteX2236" fmla="*/ 814193 w 3689114"/>
              <a:gd name="connsiteY2236" fmla="*/ 1198668 h 2607908"/>
              <a:gd name="connsiteX2237" fmla="*/ 807604 w 3689114"/>
              <a:gd name="connsiteY2237" fmla="*/ 1205258 h 2607908"/>
              <a:gd name="connsiteX2238" fmla="*/ 801015 w 3689114"/>
              <a:gd name="connsiteY2238" fmla="*/ 1198668 h 2607908"/>
              <a:gd name="connsiteX2239" fmla="*/ 807604 w 3689114"/>
              <a:gd name="connsiteY2239" fmla="*/ 1192080 h 2607908"/>
              <a:gd name="connsiteX2240" fmla="*/ 2881510 w 3689114"/>
              <a:gd name="connsiteY2240" fmla="*/ 1191967 h 2607908"/>
              <a:gd name="connsiteX2241" fmla="*/ 2888210 w 3689114"/>
              <a:gd name="connsiteY2241" fmla="*/ 1198668 h 2607908"/>
              <a:gd name="connsiteX2242" fmla="*/ 2881510 w 3689114"/>
              <a:gd name="connsiteY2242" fmla="*/ 1205371 h 2607908"/>
              <a:gd name="connsiteX2243" fmla="*/ 2874810 w 3689114"/>
              <a:gd name="connsiteY2243" fmla="*/ 1198668 h 2607908"/>
              <a:gd name="connsiteX2244" fmla="*/ 2881510 w 3689114"/>
              <a:gd name="connsiteY2244" fmla="*/ 1191967 h 2607908"/>
              <a:gd name="connsiteX2245" fmla="*/ 2766293 w 3689114"/>
              <a:gd name="connsiteY2245" fmla="*/ 1190684 h 2607908"/>
              <a:gd name="connsiteX2246" fmla="*/ 2774277 w 3689114"/>
              <a:gd name="connsiteY2246" fmla="*/ 1198668 h 2607908"/>
              <a:gd name="connsiteX2247" fmla="*/ 2766293 w 3689114"/>
              <a:gd name="connsiteY2247" fmla="*/ 1206654 h 2607908"/>
              <a:gd name="connsiteX2248" fmla="*/ 2758310 w 3689114"/>
              <a:gd name="connsiteY2248" fmla="*/ 1198668 h 2607908"/>
              <a:gd name="connsiteX2249" fmla="*/ 2766293 w 3689114"/>
              <a:gd name="connsiteY2249" fmla="*/ 1190684 h 2607908"/>
              <a:gd name="connsiteX2250" fmla="*/ 922821 w 3689114"/>
              <a:gd name="connsiteY2250" fmla="*/ 1190684 h 2607908"/>
              <a:gd name="connsiteX2251" fmla="*/ 930805 w 3689114"/>
              <a:gd name="connsiteY2251" fmla="*/ 1198668 h 2607908"/>
              <a:gd name="connsiteX2252" fmla="*/ 922821 w 3689114"/>
              <a:gd name="connsiteY2252" fmla="*/ 1206654 h 2607908"/>
              <a:gd name="connsiteX2253" fmla="*/ 914837 w 3689114"/>
              <a:gd name="connsiteY2253" fmla="*/ 1198668 h 2607908"/>
              <a:gd name="connsiteX2254" fmla="*/ 922821 w 3689114"/>
              <a:gd name="connsiteY2254" fmla="*/ 1190684 h 2607908"/>
              <a:gd name="connsiteX2255" fmla="*/ 2651076 w 3689114"/>
              <a:gd name="connsiteY2255" fmla="*/ 1189427 h 2607908"/>
              <a:gd name="connsiteX2256" fmla="*/ 2660321 w 3689114"/>
              <a:gd name="connsiteY2256" fmla="*/ 1198668 h 2607908"/>
              <a:gd name="connsiteX2257" fmla="*/ 2651076 w 3689114"/>
              <a:gd name="connsiteY2257" fmla="*/ 1207912 h 2607908"/>
              <a:gd name="connsiteX2258" fmla="*/ 2641831 w 3689114"/>
              <a:gd name="connsiteY2258" fmla="*/ 1198668 h 2607908"/>
              <a:gd name="connsiteX2259" fmla="*/ 2651076 w 3689114"/>
              <a:gd name="connsiteY2259" fmla="*/ 1189427 h 2607908"/>
              <a:gd name="connsiteX2260" fmla="*/ 1038038 w 3689114"/>
              <a:gd name="connsiteY2260" fmla="*/ 1189427 h 2607908"/>
              <a:gd name="connsiteX2261" fmla="*/ 1047283 w 3689114"/>
              <a:gd name="connsiteY2261" fmla="*/ 1198668 h 2607908"/>
              <a:gd name="connsiteX2262" fmla="*/ 1038038 w 3689114"/>
              <a:gd name="connsiteY2262" fmla="*/ 1207912 h 2607908"/>
              <a:gd name="connsiteX2263" fmla="*/ 1028793 w 3689114"/>
              <a:gd name="connsiteY2263" fmla="*/ 1198668 h 2607908"/>
              <a:gd name="connsiteX2264" fmla="*/ 1038038 w 3689114"/>
              <a:gd name="connsiteY2264" fmla="*/ 1189427 h 2607908"/>
              <a:gd name="connsiteX2265" fmla="*/ 2535859 w 3689114"/>
              <a:gd name="connsiteY2265" fmla="*/ 1188075 h 2607908"/>
              <a:gd name="connsiteX2266" fmla="*/ 2546455 w 3689114"/>
              <a:gd name="connsiteY2266" fmla="*/ 1198668 h 2607908"/>
              <a:gd name="connsiteX2267" fmla="*/ 2535859 w 3689114"/>
              <a:gd name="connsiteY2267" fmla="*/ 1209263 h 2607908"/>
              <a:gd name="connsiteX2268" fmla="*/ 2525263 w 3689114"/>
              <a:gd name="connsiteY2268" fmla="*/ 1198668 h 2607908"/>
              <a:gd name="connsiteX2269" fmla="*/ 2535859 w 3689114"/>
              <a:gd name="connsiteY2269" fmla="*/ 1188075 h 2607908"/>
              <a:gd name="connsiteX2270" fmla="*/ 1153255 w 3689114"/>
              <a:gd name="connsiteY2270" fmla="*/ 1188075 h 2607908"/>
              <a:gd name="connsiteX2271" fmla="*/ 1163851 w 3689114"/>
              <a:gd name="connsiteY2271" fmla="*/ 1198668 h 2607908"/>
              <a:gd name="connsiteX2272" fmla="*/ 1153255 w 3689114"/>
              <a:gd name="connsiteY2272" fmla="*/ 1209263 h 2607908"/>
              <a:gd name="connsiteX2273" fmla="*/ 1142659 w 3689114"/>
              <a:gd name="connsiteY2273" fmla="*/ 1198668 h 2607908"/>
              <a:gd name="connsiteX2274" fmla="*/ 1153255 w 3689114"/>
              <a:gd name="connsiteY2274" fmla="*/ 1188075 h 2607908"/>
              <a:gd name="connsiteX2275" fmla="*/ 2420642 w 3689114"/>
              <a:gd name="connsiteY2275" fmla="*/ 1186779 h 2607908"/>
              <a:gd name="connsiteX2276" fmla="*/ 2432531 w 3689114"/>
              <a:gd name="connsiteY2276" fmla="*/ 1198668 h 2607908"/>
              <a:gd name="connsiteX2277" fmla="*/ 2420642 w 3689114"/>
              <a:gd name="connsiteY2277" fmla="*/ 1210556 h 2607908"/>
              <a:gd name="connsiteX2278" fmla="*/ 2408753 w 3689114"/>
              <a:gd name="connsiteY2278" fmla="*/ 1198668 h 2607908"/>
              <a:gd name="connsiteX2279" fmla="*/ 2420642 w 3689114"/>
              <a:gd name="connsiteY2279" fmla="*/ 1186779 h 2607908"/>
              <a:gd name="connsiteX2280" fmla="*/ 1268471 w 3689114"/>
              <a:gd name="connsiteY2280" fmla="*/ 1186779 h 2607908"/>
              <a:gd name="connsiteX2281" fmla="*/ 1280361 w 3689114"/>
              <a:gd name="connsiteY2281" fmla="*/ 1198668 h 2607908"/>
              <a:gd name="connsiteX2282" fmla="*/ 1268471 w 3689114"/>
              <a:gd name="connsiteY2282" fmla="*/ 1210556 h 2607908"/>
              <a:gd name="connsiteX2283" fmla="*/ 1256583 w 3689114"/>
              <a:gd name="connsiteY2283" fmla="*/ 1198668 h 2607908"/>
              <a:gd name="connsiteX2284" fmla="*/ 1268471 w 3689114"/>
              <a:gd name="connsiteY2284" fmla="*/ 1186779 h 2607908"/>
              <a:gd name="connsiteX2285" fmla="*/ 2305425 w 3689114"/>
              <a:gd name="connsiteY2285" fmla="*/ 1185573 h 2607908"/>
              <a:gd name="connsiteX2286" fmla="*/ 2318524 w 3689114"/>
              <a:gd name="connsiteY2286" fmla="*/ 1198668 h 2607908"/>
              <a:gd name="connsiteX2287" fmla="*/ 2305425 w 3689114"/>
              <a:gd name="connsiteY2287" fmla="*/ 1211768 h 2607908"/>
              <a:gd name="connsiteX2288" fmla="*/ 2292326 w 3689114"/>
              <a:gd name="connsiteY2288" fmla="*/ 1198668 h 2607908"/>
              <a:gd name="connsiteX2289" fmla="*/ 2305425 w 3689114"/>
              <a:gd name="connsiteY2289" fmla="*/ 1185573 h 2607908"/>
              <a:gd name="connsiteX2290" fmla="*/ 1383689 w 3689114"/>
              <a:gd name="connsiteY2290" fmla="*/ 1185573 h 2607908"/>
              <a:gd name="connsiteX2291" fmla="*/ 1396788 w 3689114"/>
              <a:gd name="connsiteY2291" fmla="*/ 1198668 h 2607908"/>
              <a:gd name="connsiteX2292" fmla="*/ 1383689 w 3689114"/>
              <a:gd name="connsiteY2292" fmla="*/ 1211768 h 2607908"/>
              <a:gd name="connsiteX2293" fmla="*/ 1370590 w 3689114"/>
              <a:gd name="connsiteY2293" fmla="*/ 1198668 h 2607908"/>
              <a:gd name="connsiteX2294" fmla="*/ 1383689 w 3689114"/>
              <a:gd name="connsiteY2294" fmla="*/ 1185573 h 2607908"/>
              <a:gd name="connsiteX2295" fmla="*/ 2190209 w 3689114"/>
              <a:gd name="connsiteY2295" fmla="*/ 1184628 h 2607908"/>
              <a:gd name="connsiteX2296" fmla="*/ 2204252 w 3689114"/>
              <a:gd name="connsiteY2296" fmla="*/ 1198668 h 2607908"/>
              <a:gd name="connsiteX2297" fmla="*/ 2190209 w 3689114"/>
              <a:gd name="connsiteY2297" fmla="*/ 1212713 h 2607908"/>
              <a:gd name="connsiteX2298" fmla="*/ 2176165 w 3689114"/>
              <a:gd name="connsiteY2298" fmla="*/ 1198668 h 2607908"/>
              <a:gd name="connsiteX2299" fmla="*/ 2190209 w 3689114"/>
              <a:gd name="connsiteY2299" fmla="*/ 1184628 h 2607908"/>
              <a:gd name="connsiteX2300" fmla="*/ 1498906 w 3689114"/>
              <a:gd name="connsiteY2300" fmla="*/ 1184628 h 2607908"/>
              <a:gd name="connsiteX2301" fmla="*/ 1512950 w 3689114"/>
              <a:gd name="connsiteY2301" fmla="*/ 1198668 h 2607908"/>
              <a:gd name="connsiteX2302" fmla="*/ 1498906 w 3689114"/>
              <a:gd name="connsiteY2302" fmla="*/ 1212713 h 2607908"/>
              <a:gd name="connsiteX2303" fmla="*/ 1484862 w 3689114"/>
              <a:gd name="connsiteY2303" fmla="*/ 1198668 h 2607908"/>
              <a:gd name="connsiteX2304" fmla="*/ 1498906 w 3689114"/>
              <a:gd name="connsiteY2304" fmla="*/ 1184628 h 2607908"/>
              <a:gd name="connsiteX2305" fmla="*/ 2074991 w 3689114"/>
              <a:gd name="connsiteY2305" fmla="*/ 1183815 h 2607908"/>
              <a:gd name="connsiteX2306" fmla="*/ 2089846 w 3689114"/>
              <a:gd name="connsiteY2306" fmla="*/ 1198668 h 2607908"/>
              <a:gd name="connsiteX2307" fmla="*/ 2074991 w 3689114"/>
              <a:gd name="connsiteY2307" fmla="*/ 1213524 h 2607908"/>
              <a:gd name="connsiteX2308" fmla="*/ 2060135 w 3689114"/>
              <a:gd name="connsiteY2308" fmla="*/ 1198668 h 2607908"/>
              <a:gd name="connsiteX2309" fmla="*/ 2074991 w 3689114"/>
              <a:gd name="connsiteY2309" fmla="*/ 1183815 h 2607908"/>
              <a:gd name="connsiteX2310" fmla="*/ 1614123 w 3689114"/>
              <a:gd name="connsiteY2310" fmla="*/ 1183815 h 2607908"/>
              <a:gd name="connsiteX2311" fmla="*/ 1628979 w 3689114"/>
              <a:gd name="connsiteY2311" fmla="*/ 1198668 h 2607908"/>
              <a:gd name="connsiteX2312" fmla="*/ 1614123 w 3689114"/>
              <a:gd name="connsiteY2312" fmla="*/ 1213524 h 2607908"/>
              <a:gd name="connsiteX2313" fmla="*/ 1599268 w 3689114"/>
              <a:gd name="connsiteY2313" fmla="*/ 1198668 h 2607908"/>
              <a:gd name="connsiteX2314" fmla="*/ 1614123 w 3689114"/>
              <a:gd name="connsiteY2314" fmla="*/ 1183815 h 2607908"/>
              <a:gd name="connsiteX2315" fmla="*/ 1959774 w 3689114"/>
              <a:gd name="connsiteY2315" fmla="*/ 1183318 h 2607908"/>
              <a:gd name="connsiteX2316" fmla="*/ 1975127 w 3689114"/>
              <a:gd name="connsiteY2316" fmla="*/ 1198668 h 2607908"/>
              <a:gd name="connsiteX2317" fmla="*/ 1959774 w 3689114"/>
              <a:gd name="connsiteY2317" fmla="*/ 1214023 h 2607908"/>
              <a:gd name="connsiteX2318" fmla="*/ 1944421 w 3689114"/>
              <a:gd name="connsiteY2318" fmla="*/ 1198668 h 2607908"/>
              <a:gd name="connsiteX2319" fmla="*/ 1959774 w 3689114"/>
              <a:gd name="connsiteY2319" fmla="*/ 1183318 h 2607908"/>
              <a:gd name="connsiteX2320" fmla="*/ 1729340 w 3689114"/>
              <a:gd name="connsiteY2320" fmla="*/ 1183318 h 2607908"/>
              <a:gd name="connsiteX2321" fmla="*/ 1744693 w 3689114"/>
              <a:gd name="connsiteY2321" fmla="*/ 1198668 h 2607908"/>
              <a:gd name="connsiteX2322" fmla="*/ 1729340 w 3689114"/>
              <a:gd name="connsiteY2322" fmla="*/ 1214023 h 2607908"/>
              <a:gd name="connsiteX2323" fmla="*/ 1713986 w 3689114"/>
              <a:gd name="connsiteY2323" fmla="*/ 1198668 h 2607908"/>
              <a:gd name="connsiteX2324" fmla="*/ 1729340 w 3689114"/>
              <a:gd name="connsiteY2324" fmla="*/ 1183318 h 2607908"/>
              <a:gd name="connsiteX2325" fmla="*/ 1844557 w 3689114"/>
              <a:gd name="connsiteY2325" fmla="*/ 1183151 h 2607908"/>
              <a:gd name="connsiteX2326" fmla="*/ 1860078 w 3689114"/>
              <a:gd name="connsiteY2326" fmla="*/ 1198668 h 2607908"/>
              <a:gd name="connsiteX2327" fmla="*/ 1844557 w 3689114"/>
              <a:gd name="connsiteY2327" fmla="*/ 1214189 h 2607908"/>
              <a:gd name="connsiteX2328" fmla="*/ 1829036 w 3689114"/>
              <a:gd name="connsiteY2328" fmla="*/ 1198668 h 2607908"/>
              <a:gd name="connsiteX2329" fmla="*/ 1844557 w 3689114"/>
              <a:gd name="connsiteY2329" fmla="*/ 1183151 h 2607908"/>
              <a:gd name="connsiteX2330" fmla="*/ 3515204 w 3689114"/>
              <a:gd name="connsiteY2330" fmla="*/ 1097664 h 2607908"/>
              <a:gd name="connsiteX2331" fmla="*/ 3516432 w 3689114"/>
              <a:gd name="connsiteY2331" fmla="*/ 1098892 h 2607908"/>
              <a:gd name="connsiteX2332" fmla="*/ 3515204 w 3689114"/>
              <a:gd name="connsiteY2332" fmla="*/ 1100118 h 2607908"/>
              <a:gd name="connsiteX2333" fmla="*/ 3513976 w 3689114"/>
              <a:gd name="connsiteY2333" fmla="*/ 1098892 h 2607908"/>
              <a:gd name="connsiteX2334" fmla="*/ 3515204 w 3689114"/>
              <a:gd name="connsiteY2334" fmla="*/ 1097664 h 2607908"/>
              <a:gd name="connsiteX2335" fmla="*/ 173910 w 3689114"/>
              <a:gd name="connsiteY2335" fmla="*/ 1097664 h 2607908"/>
              <a:gd name="connsiteX2336" fmla="*/ 175139 w 3689114"/>
              <a:gd name="connsiteY2336" fmla="*/ 1098892 h 2607908"/>
              <a:gd name="connsiteX2337" fmla="*/ 173910 w 3689114"/>
              <a:gd name="connsiteY2337" fmla="*/ 1100118 h 2607908"/>
              <a:gd name="connsiteX2338" fmla="*/ 172683 w 3689114"/>
              <a:gd name="connsiteY2338" fmla="*/ 1098892 h 2607908"/>
              <a:gd name="connsiteX2339" fmla="*/ 173910 w 3689114"/>
              <a:gd name="connsiteY2339" fmla="*/ 1097664 h 2607908"/>
              <a:gd name="connsiteX2340" fmla="*/ 3399987 w 3689114"/>
              <a:gd name="connsiteY2340" fmla="*/ 1097070 h 2607908"/>
              <a:gd name="connsiteX2341" fmla="*/ 3401809 w 3689114"/>
              <a:gd name="connsiteY2341" fmla="*/ 1098891 h 2607908"/>
              <a:gd name="connsiteX2342" fmla="*/ 3399987 w 3689114"/>
              <a:gd name="connsiteY2342" fmla="*/ 1100714 h 2607908"/>
              <a:gd name="connsiteX2343" fmla="*/ 3398165 w 3689114"/>
              <a:gd name="connsiteY2343" fmla="*/ 1098891 h 2607908"/>
              <a:gd name="connsiteX2344" fmla="*/ 3399987 w 3689114"/>
              <a:gd name="connsiteY2344" fmla="*/ 1097070 h 2607908"/>
              <a:gd name="connsiteX2345" fmla="*/ 289128 w 3689114"/>
              <a:gd name="connsiteY2345" fmla="*/ 1097070 h 2607908"/>
              <a:gd name="connsiteX2346" fmla="*/ 290950 w 3689114"/>
              <a:gd name="connsiteY2346" fmla="*/ 1098891 h 2607908"/>
              <a:gd name="connsiteX2347" fmla="*/ 289128 w 3689114"/>
              <a:gd name="connsiteY2347" fmla="*/ 1100714 h 2607908"/>
              <a:gd name="connsiteX2348" fmla="*/ 287307 w 3689114"/>
              <a:gd name="connsiteY2348" fmla="*/ 1098891 h 2607908"/>
              <a:gd name="connsiteX2349" fmla="*/ 289128 w 3689114"/>
              <a:gd name="connsiteY2349" fmla="*/ 1097070 h 2607908"/>
              <a:gd name="connsiteX2350" fmla="*/ 3284770 w 3689114"/>
              <a:gd name="connsiteY2350" fmla="*/ 1096294 h 2607908"/>
              <a:gd name="connsiteX2351" fmla="*/ 3287370 w 3689114"/>
              <a:gd name="connsiteY2351" fmla="*/ 1098891 h 2607908"/>
              <a:gd name="connsiteX2352" fmla="*/ 3284770 w 3689114"/>
              <a:gd name="connsiteY2352" fmla="*/ 1101488 h 2607908"/>
              <a:gd name="connsiteX2353" fmla="*/ 3282170 w 3689114"/>
              <a:gd name="connsiteY2353" fmla="*/ 1098891 h 2607908"/>
              <a:gd name="connsiteX2354" fmla="*/ 3284770 w 3689114"/>
              <a:gd name="connsiteY2354" fmla="*/ 1096294 h 2607908"/>
              <a:gd name="connsiteX2355" fmla="*/ 404345 w 3689114"/>
              <a:gd name="connsiteY2355" fmla="*/ 1096294 h 2607908"/>
              <a:gd name="connsiteX2356" fmla="*/ 406945 w 3689114"/>
              <a:gd name="connsiteY2356" fmla="*/ 1098891 h 2607908"/>
              <a:gd name="connsiteX2357" fmla="*/ 404345 w 3689114"/>
              <a:gd name="connsiteY2357" fmla="*/ 1101488 h 2607908"/>
              <a:gd name="connsiteX2358" fmla="*/ 401744 w 3689114"/>
              <a:gd name="connsiteY2358" fmla="*/ 1098891 h 2607908"/>
              <a:gd name="connsiteX2359" fmla="*/ 404345 w 3689114"/>
              <a:gd name="connsiteY2359" fmla="*/ 1096294 h 2607908"/>
              <a:gd name="connsiteX2360" fmla="*/ 3169553 w 3689114"/>
              <a:gd name="connsiteY2360" fmla="*/ 1095463 h 2607908"/>
              <a:gd name="connsiteX2361" fmla="*/ 3172983 w 3689114"/>
              <a:gd name="connsiteY2361" fmla="*/ 1098891 h 2607908"/>
              <a:gd name="connsiteX2362" fmla="*/ 3169553 w 3689114"/>
              <a:gd name="connsiteY2362" fmla="*/ 1102320 h 2607908"/>
              <a:gd name="connsiteX2363" fmla="*/ 3166122 w 3689114"/>
              <a:gd name="connsiteY2363" fmla="*/ 1098891 h 2607908"/>
              <a:gd name="connsiteX2364" fmla="*/ 3169553 w 3689114"/>
              <a:gd name="connsiteY2364" fmla="*/ 1095463 h 2607908"/>
              <a:gd name="connsiteX2365" fmla="*/ 519562 w 3689114"/>
              <a:gd name="connsiteY2365" fmla="*/ 1095463 h 2607908"/>
              <a:gd name="connsiteX2366" fmla="*/ 522992 w 3689114"/>
              <a:gd name="connsiteY2366" fmla="*/ 1098891 h 2607908"/>
              <a:gd name="connsiteX2367" fmla="*/ 519562 w 3689114"/>
              <a:gd name="connsiteY2367" fmla="*/ 1102320 h 2607908"/>
              <a:gd name="connsiteX2368" fmla="*/ 516132 w 3689114"/>
              <a:gd name="connsiteY2368" fmla="*/ 1098891 h 2607908"/>
              <a:gd name="connsiteX2369" fmla="*/ 519562 w 3689114"/>
              <a:gd name="connsiteY2369" fmla="*/ 1095463 h 2607908"/>
              <a:gd name="connsiteX2370" fmla="*/ 3054336 w 3689114"/>
              <a:gd name="connsiteY2370" fmla="*/ 1094431 h 2607908"/>
              <a:gd name="connsiteX2371" fmla="*/ 3058799 w 3689114"/>
              <a:gd name="connsiteY2371" fmla="*/ 1098892 h 2607908"/>
              <a:gd name="connsiteX2372" fmla="*/ 3054336 w 3689114"/>
              <a:gd name="connsiteY2372" fmla="*/ 1103356 h 2607908"/>
              <a:gd name="connsiteX2373" fmla="*/ 3049871 w 3689114"/>
              <a:gd name="connsiteY2373" fmla="*/ 1098892 h 2607908"/>
              <a:gd name="connsiteX2374" fmla="*/ 3054336 w 3689114"/>
              <a:gd name="connsiteY2374" fmla="*/ 1094431 h 2607908"/>
              <a:gd name="connsiteX2375" fmla="*/ 634779 w 3689114"/>
              <a:gd name="connsiteY2375" fmla="*/ 1094431 h 2607908"/>
              <a:gd name="connsiteX2376" fmla="*/ 639242 w 3689114"/>
              <a:gd name="connsiteY2376" fmla="*/ 1098892 h 2607908"/>
              <a:gd name="connsiteX2377" fmla="*/ 634779 w 3689114"/>
              <a:gd name="connsiteY2377" fmla="*/ 1103356 h 2607908"/>
              <a:gd name="connsiteX2378" fmla="*/ 630316 w 3689114"/>
              <a:gd name="connsiteY2378" fmla="*/ 1098892 h 2607908"/>
              <a:gd name="connsiteX2379" fmla="*/ 634779 w 3689114"/>
              <a:gd name="connsiteY2379" fmla="*/ 1094431 h 2607908"/>
              <a:gd name="connsiteX2380" fmla="*/ 2939119 w 3689114"/>
              <a:gd name="connsiteY2380" fmla="*/ 1093366 h 2607908"/>
              <a:gd name="connsiteX2381" fmla="*/ 2944646 w 3689114"/>
              <a:gd name="connsiteY2381" fmla="*/ 1098891 h 2607908"/>
              <a:gd name="connsiteX2382" fmla="*/ 2939119 w 3689114"/>
              <a:gd name="connsiteY2382" fmla="*/ 1104417 h 2607908"/>
              <a:gd name="connsiteX2383" fmla="*/ 2933592 w 3689114"/>
              <a:gd name="connsiteY2383" fmla="*/ 1098891 h 2607908"/>
              <a:gd name="connsiteX2384" fmla="*/ 2939119 w 3689114"/>
              <a:gd name="connsiteY2384" fmla="*/ 1093366 h 2607908"/>
              <a:gd name="connsiteX2385" fmla="*/ 749995 w 3689114"/>
              <a:gd name="connsiteY2385" fmla="*/ 1093366 h 2607908"/>
              <a:gd name="connsiteX2386" fmla="*/ 755523 w 3689114"/>
              <a:gd name="connsiteY2386" fmla="*/ 1098891 h 2607908"/>
              <a:gd name="connsiteX2387" fmla="*/ 749995 w 3689114"/>
              <a:gd name="connsiteY2387" fmla="*/ 1104417 h 2607908"/>
              <a:gd name="connsiteX2388" fmla="*/ 744468 w 3689114"/>
              <a:gd name="connsiteY2388" fmla="*/ 1098891 h 2607908"/>
              <a:gd name="connsiteX2389" fmla="*/ 749995 w 3689114"/>
              <a:gd name="connsiteY2389" fmla="*/ 1093366 h 2607908"/>
              <a:gd name="connsiteX2390" fmla="*/ 865212 w 3689114"/>
              <a:gd name="connsiteY2390" fmla="*/ 1092305 h 2607908"/>
              <a:gd name="connsiteX2391" fmla="*/ 871802 w 3689114"/>
              <a:gd name="connsiteY2391" fmla="*/ 1098891 h 2607908"/>
              <a:gd name="connsiteX2392" fmla="*/ 865212 w 3689114"/>
              <a:gd name="connsiteY2392" fmla="*/ 1105478 h 2607908"/>
              <a:gd name="connsiteX2393" fmla="*/ 858623 w 3689114"/>
              <a:gd name="connsiteY2393" fmla="*/ 1098891 h 2607908"/>
              <a:gd name="connsiteX2394" fmla="*/ 865212 w 3689114"/>
              <a:gd name="connsiteY2394" fmla="*/ 1092305 h 2607908"/>
              <a:gd name="connsiteX2395" fmla="*/ 2823902 w 3689114"/>
              <a:gd name="connsiteY2395" fmla="*/ 1092193 h 2607908"/>
              <a:gd name="connsiteX2396" fmla="*/ 2830602 w 3689114"/>
              <a:gd name="connsiteY2396" fmla="*/ 1098892 h 2607908"/>
              <a:gd name="connsiteX2397" fmla="*/ 2823902 w 3689114"/>
              <a:gd name="connsiteY2397" fmla="*/ 1105591 h 2607908"/>
              <a:gd name="connsiteX2398" fmla="*/ 2817201 w 3689114"/>
              <a:gd name="connsiteY2398" fmla="*/ 1098892 h 2607908"/>
              <a:gd name="connsiteX2399" fmla="*/ 2823902 w 3689114"/>
              <a:gd name="connsiteY2399" fmla="*/ 1092193 h 2607908"/>
              <a:gd name="connsiteX2400" fmla="*/ 2708685 w 3689114"/>
              <a:gd name="connsiteY2400" fmla="*/ 1091150 h 2607908"/>
              <a:gd name="connsiteX2401" fmla="*/ 2716427 w 3689114"/>
              <a:gd name="connsiteY2401" fmla="*/ 1098892 h 2607908"/>
              <a:gd name="connsiteX2402" fmla="*/ 2708685 w 3689114"/>
              <a:gd name="connsiteY2402" fmla="*/ 1106631 h 2607908"/>
              <a:gd name="connsiteX2403" fmla="*/ 2700943 w 3689114"/>
              <a:gd name="connsiteY2403" fmla="*/ 1098892 h 2607908"/>
              <a:gd name="connsiteX2404" fmla="*/ 2708685 w 3689114"/>
              <a:gd name="connsiteY2404" fmla="*/ 1091150 h 2607908"/>
              <a:gd name="connsiteX2405" fmla="*/ 980430 w 3689114"/>
              <a:gd name="connsiteY2405" fmla="*/ 1091150 h 2607908"/>
              <a:gd name="connsiteX2406" fmla="*/ 988172 w 3689114"/>
              <a:gd name="connsiteY2406" fmla="*/ 1098892 h 2607908"/>
              <a:gd name="connsiteX2407" fmla="*/ 980430 w 3689114"/>
              <a:gd name="connsiteY2407" fmla="*/ 1106631 h 2607908"/>
              <a:gd name="connsiteX2408" fmla="*/ 972687 w 3689114"/>
              <a:gd name="connsiteY2408" fmla="*/ 1098892 h 2607908"/>
              <a:gd name="connsiteX2409" fmla="*/ 980430 w 3689114"/>
              <a:gd name="connsiteY2409" fmla="*/ 1091150 h 2607908"/>
              <a:gd name="connsiteX2410" fmla="*/ 2593468 w 3689114"/>
              <a:gd name="connsiteY2410" fmla="*/ 1089908 h 2607908"/>
              <a:gd name="connsiteX2411" fmla="*/ 2602454 w 3689114"/>
              <a:gd name="connsiteY2411" fmla="*/ 1098892 h 2607908"/>
              <a:gd name="connsiteX2412" fmla="*/ 2593468 w 3689114"/>
              <a:gd name="connsiteY2412" fmla="*/ 1107875 h 2607908"/>
              <a:gd name="connsiteX2413" fmla="*/ 2584482 w 3689114"/>
              <a:gd name="connsiteY2413" fmla="*/ 1098892 h 2607908"/>
              <a:gd name="connsiteX2414" fmla="*/ 2593468 w 3689114"/>
              <a:gd name="connsiteY2414" fmla="*/ 1089908 h 2607908"/>
              <a:gd name="connsiteX2415" fmla="*/ 1095646 w 3689114"/>
              <a:gd name="connsiteY2415" fmla="*/ 1089908 h 2607908"/>
              <a:gd name="connsiteX2416" fmla="*/ 1104632 w 3689114"/>
              <a:gd name="connsiteY2416" fmla="*/ 1098892 h 2607908"/>
              <a:gd name="connsiteX2417" fmla="*/ 1095646 w 3689114"/>
              <a:gd name="connsiteY2417" fmla="*/ 1107875 h 2607908"/>
              <a:gd name="connsiteX2418" fmla="*/ 1086661 w 3689114"/>
              <a:gd name="connsiteY2418" fmla="*/ 1098892 h 2607908"/>
              <a:gd name="connsiteX2419" fmla="*/ 1095646 w 3689114"/>
              <a:gd name="connsiteY2419" fmla="*/ 1089908 h 2607908"/>
              <a:gd name="connsiteX2420" fmla="*/ 2478251 w 3689114"/>
              <a:gd name="connsiteY2420" fmla="*/ 1088715 h 2607908"/>
              <a:gd name="connsiteX2421" fmla="*/ 2488433 w 3689114"/>
              <a:gd name="connsiteY2421" fmla="*/ 1098892 h 2607908"/>
              <a:gd name="connsiteX2422" fmla="*/ 2478251 w 3689114"/>
              <a:gd name="connsiteY2422" fmla="*/ 1109067 h 2607908"/>
              <a:gd name="connsiteX2423" fmla="*/ 2468069 w 3689114"/>
              <a:gd name="connsiteY2423" fmla="*/ 1098892 h 2607908"/>
              <a:gd name="connsiteX2424" fmla="*/ 2478251 w 3689114"/>
              <a:gd name="connsiteY2424" fmla="*/ 1088715 h 2607908"/>
              <a:gd name="connsiteX2425" fmla="*/ 1210864 w 3689114"/>
              <a:gd name="connsiteY2425" fmla="*/ 1088715 h 2607908"/>
              <a:gd name="connsiteX2426" fmla="*/ 1221045 w 3689114"/>
              <a:gd name="connsiteY2426" fmla="*/ 1098892 h 2607908"/>
              <a:gd name="connsiteX2427" fmla="*/ 1210864 w 3689114"/>
              <a:gd name="connsiteY2427" fmla="*/ 1109067 h 2607908"/>
              <a:gd name="connsiteX2428" fmla="*/ 1200682 w 3689114"/>
              <a:gd name="connsiteY2428" fmla="*/ 1098892 h 2607908"/>
              <a:gd name="connsiteX2429" fmla="*/ 1210864 w 3689114"/>
              <a:gd name="connsiteY2429" fmla="*/ 1088715 h 2607908"/>
              <a:gd name="connsiteX2430" fmla="*/ 2363033 w 3689114"/>
              <a:gd name="connsiteY2430" fmla="*/ 1087730 h 2607908"/>
              <a:gd name="connsiteX2431" fmla="*/ 2374195 w 3689114"/>
              <a:gd name="connsiteY2431" fmla="*/ 1098891 h 2607908"/>
              <a:gd name="connsiteX2432" fmla="*/ 2363033 w 3689114"/>
              <a:gd name="connsiteY2432" fmla="*/ 1110052 h 2607908"/>
              <a:gd name="connsiteX2433" fmla="*/ 2351872 w 3689114"/>
              <a:gd name="connsiteY2433" fmla="*/ 1098891 h 2607908"/>
              <a:gd name="connsiteX2434" fmla="*/ 2363033 w 3689114"/>
              <a:gd name="connsiteY2434" fmla="*/ 1087730 h 2607908"/>
              <a:gd name="connsiteX2435" fmla="*/ 1326080 w 3689114"/>
              <a:gd name="connsiteY2435" fmla="*/ 1087730 h 2607908"/>
              <a:gd name="connsiteX2436" fmla="*/ 1337243 w 3689114"/>
              <a:gd name="connsiteY2436" fmla="*/ 1098891 h 2607908"/>
              <a:gd name="connsiteX2437" fmla="*/ 1326080 w 3689114"/>
              <a:gd name="connsiteY2437" fmla="*/ 1110052 h 2607908"/>
              <a:gd name="connsiteX2438" fmla="*/ 1314919 w 3689114"/>
              <a:gd name="connsiteY2438" fmla="*/ 1098891 h 2607908"/>
              <a:gd name="connsiteX2439" fmla="*/ 1326080 w 3689114"/>
              <a:gd name="connsiteY2439" fmla="*/ 1087730 h 2607908"/>
              <a:gd name="connsiteX2440" fmla="*/ 2247817 w 3689114"/>
              <a:gd name="connsiteY2440" fmla="*/ 1086708 h 2607908"/>
              <a:gd name="connsiteX2441" fmla="*/ 2260002 w 3689114"/>
              <a:gd name="connsiteY2441" fmla="*/ 1098892 h 2607908"/>
              <a:gd name="connsiteX2442" fmla="*/ 2247817 w 3689114"/>
              <a:gd name="connsiteY2442" fmla="*/ 1111076 h 2607908"/>
              <a:gd name="connsiteX2443" fmla="*/ 2235631 w 3689114"/>
              <a:gd name="connsiteY2443" fmla="*/ 1098892 h 2607908"/>
              <a:gd name="connsiteX2444" fmla="*/ 2247817 w 3689114"/>
              <a:gd name="connsiteY2444" fmla="*/ 1086708 h 2607908"/>
              <a:gd name="connsiteX2445" fmla="*/ 1441298 w 3689114"/>
              <a:gd name="connsiteY2445" fmla="*/ 1086708 h 2607908"/>
              <a:gd name="connsiteX2446" fmla="*/ 1453484 w 3689114"/>
              <a:gd name="connsiteY2446" fmla="*/ 1098892 h 2607908"/>
              <a:gd name="connsiteX2447" fmla="*/ 1441298 w 3689114"/>
              <a:gd name="connsiteY2447" fmla="*/ 1111076 h 2607908"/>
              <a:gd name="connsiteX2448" fmla="*/ 1429112 w 3689114"/>
              <a:gd name="connsiteY2448" fmla="*/ 1098892 h 2607908"/>
              <a:gd name="connsiteX2449" fmla="*/ 1441298 w 3689114"/>
              <a:gd name="connsiteY2449" fmla="*/ 1086708 h 2607908"/>
              <a:gd name="connsiteX2450" fmla="*/ 2132601 w 3689114"/>
              <a:gd name="connsiteY2450" fmla="*/ 1085950 h 2607908"/>
              <a:gd name="connsiteX2451" fmla="*/ 2145545 w 3689114"/>
              <a:gd name="connsiteY2451" fmla="*/ 1098891 h 2607908"/>
              <a:gd name="connsiteX2452" fmla="*/ 2132601 w 3689114"/>
              <a:gd name="connsiteY2452" fmla="*/ 1111832 h 2607908"/>
              <a:gd name="connsiteX2453" fmla="*/ 2119656 w 3689114"/>
              <a:gd name="connsiteY2453" fmla="*/ 1098891 h 2607908"/>
              <a:gd name="connsiteX2454" fmla="*/ 2132601 w 3689114"/>
              <a:gd name="connsiteY2454" fmla="*/ 1085950 h 2607908"/>
              <a:gd name="connsiteX2455" fmla="*/ 1556514 w 3689114"/>
              <a:gd name="connsiteY2455" fmla="*/ 1085950 h 2607908"/>
              <a:gd name="connsiteX2456" fmla="*/ 1569459 w 3689114"/>
              <a:gd name="connsiteY2456" fmla="*/ 1098891 h 2607908"/>
              <a:gd name="connsiteX2457" fmla="*/ 1556514 w 3689114"/>
              <a:gd name="connsiteY2457" fmla="*/ 1111832 h 2607908"/>
              <a:gd name="connsiteX2458" fmla="*/ 1543570 w 3689114"/>
              <a:gd name="connsiteY2458" fmla="*/ 1098891 h 2607908"/>
              <a:gd name="connsiteX2459" fmla="*/ 1556514 w 3689114"/>
              <a:gd name="connsiteY2459" fmla="*/ 1085950 h 2607908"/>
              <a:gd name="connsiteX2460" fmla="*/ 2017383 w 3689114"/>
              <a:gd name="connsiteY2460" fmla="*/ 1085326 h 2607908"/>
              <a:gd name="connsiteX2461" fmla="*/ 2030950 w 3689114"/>
              <a:gd name="connsiteY2461" fmla="*/ 1098892 h 2607908"/>
              <a:gd name="connsiteX2462" fmla="*/ 2017383 w 3689114"/>
              <a:gd name="connsiteY2462" fmla="*/ 1112454 h 2607908"/>
              <a:gd name="connsiteX2463" fmla="*/ 2003815 w 3689114"/>
              <a:gd name="connsiteY2463" fmla="*/ 1098892 h 2607908"/>
              <a:gd name="connsiteX2464" fmla="*/ 2017383 w 3689114"/>
              <a:gd name="connsiteY2464" fmla="*/ 1085326 h 2607908"/>
              <a:gd name="connsiteX2465" fmla="*/ 1671732 w 3689114"/>
              <a:gd name="connsiteY2465" fmla="*/ 1085326 h 2607908"/>
              <a:gd name="connsiteX2466" fmla="*/ 1685299 w 3689114"/>
              <a:gd name="connsiteY2466" fmla="*/ 1098892 h 2607908"/>
              <a:gd name="connsiteX2467" fmla="*/ 1671732 w 3689114"/>
              <a:gd name="connsiteY2467" fmla="*/ 1112454 h 2607908"/>
              <a:gd name="connsiteX2468" fmla="*/ 1658165 w 3689114"/>
              <a:gd name="connsiteY2468" fmla="*/ 1098892 h 2607908"/>
              <a:gd name="connsiteX2469" fmla="*/ 1671732 w 3689114"/>
              <a:gd name="connsiteY2469" fmla="*/ 1085326 h 2607908"/>
              <a:gd name="connsiteX2470" fmla="*/ 1902166 w 3689114"/>
              <a:gd name="connsiteY2470" fmla="*/ 1085011 h 2607908"/>
              <a:gd name="connsiteX2471" fmla="*/ 1916050 w 3689114"/>
              <a:gd name="connsiteY2471" fmla="*/ 1098891 h 2607908"/>
              <a:gd name="connsiteX2472" fmla="*/ 1902166 w 3689114"/>
              <a:gd name="connsiteY2472" fmla="*/ 1112772 h 2607908"/>
              <a:gd name="connsiteX2473" fmla="*/ 1888282 w 3689114"/>
              <a:gd name="connsiteY2473" fmla="*/ 1098891 h 2607908"/>
              <a:gd name="connsiteX2474" fmla="*/ 1902166 w 3689114"/>
              <a:gd name="connsiteY2474" fmla="*/ 1085011 h 2607908"/>
              <a:gd name="connsiteX2475" fmla="*/ 1786949 w 3689114"/>
              <a:gd name="connsiteY2475" fmla="*/ 1085011 h 2607908"/>
              <a:gd name="connsiteX2476" fmla="*/ 1800833 w 3689114"/>
              <a:gd name="connsiteY2476" fmla="*/ 1098891 h 2607908"/>
              <a:gd name="connsiteX2477" fmla="*/ 1786949 w 3689114"/>
              <a:gd name="connsiteY2477" fmla="*/ 1112772 h 2607908"/>
              <a:gd name="connsiteX2478" fmla="*/ 1773065 w 3689114"/>
              <a:gd name="connsiteY2478" fmla="*/ 1098891 h 2607908"/>
              <a:gd name="connsiteX2479" fmla="*/ 1786949 w 3689114"/>
              <a:gd name="connsiteY2479" fmla="*/ 1085011 h 2607908"/>
              <a:gd name="connsiteX2480" fmla="*/ 3457596 w 3689114"/>
              <a:gd name="connsiteY2480" fmla="*/ 997812 h 2607908"/>
              <a:gd name="connsiteX2481" fmla="*/ 3458873 w 3689114"/>
              <a:gd name="connsiteY2481" fmla="*/ 999093 h 2607908"/>
              <a:gd name="connsiteX2482" fmla="*/ 3457596 w 3689114"/>
              <a:gd name="connsiteY2482" fmla="*/ 1000369 h 2607908"/>
              <a:gd name="connsiteX2483" fmla="*/ 3456319 w 3689114"/>
              <a:gd name="connsiteY2483" fmla="*/ 999093 h 2607908"/>
              <a:gd name="connsiteX2484" fmla="*/ 3457596 w 3689114"/>
              <a:gd name="connsiteY2484" fmla="*/ 997812 h 2607908"/>
              <a:gd name="connsiteX2485" fmla="*/ 231519 w 3689114"/>
              <a:gd name="connsiteY2485" fmla="*/ 997812 h 2607908"/>
              <a:gd name="connsiteX2486" fmla="*/ 232796 w 3689114"/>
              <a:gd name="connsiteY2486" fmla="*/ 999093 h 2607908"/>
              <a:gd name="connsiteX2487" fmla="*/ 231519 w 3689114"/>
              <a:gd name="connsiteY2487" fmla="*/ 1000369 h 2607908"/>
              <a:gd name="connsiteX2488" fmla="*/ 230242 w 3689114"/>
              <a:gd name="connsiteY2488" fmla="*/ 999093 h 2607908"/>
              <a:gd name="connsiteX2489" fmla="*/ 231519 w 3689114"/>
              <a:gd name="connsiteY2489" fmla="*/ 997812 h 2607908"/>
              <a:gd name="connsiteX2490" fmla="*/ 3342379 w 3689114"/>
              <a:gd name="connsiteY2490" fmla="*/ 997147 h 2607908"/>
              <a:gd name="connsiteX2491" fmla="*/ 3344321 w 3689114"/>
              <a:gd name="connsiteY2491" fmla="*/ 999091 h 2607908"/>
              <a:gd name="connsiteX2492" fmla="*/ 3342379 w 3689114"/>
              <a:gd name="connsiteY2492" fmla="*/ 1001034 h 2607908"/>
              <a:gd name="connsiteX2493" fmla="*/ 3340436 w 3689114"/>
              <a:gd name="connsiteY2493" fmla="*/ 999091 h 2607908"/>
              <a:gd name="connsiteX2494" fmla="*/ 3342379 w 3689114"/>
              <a:gd name="connsiteY2494" fmla="*/ 997147 h 2607908"/>
              <a:gd name="connsiteX2495" fmla="*/ 346736 w 3689114"/>
              <a:gd name="connsiteY2495" fmla="*/ 997147 h 2607908"/>
              <a:gd name="connsiteX2496" fmla="*/ 348678 w 3689114"/>
              <a:gd name="connsiteY2496" fmla="*/ 999091 h 2607908"/>
              <a:gd name="connsiteX2497" fmla="*/ 346736 w 3689114"/>
              <a:gd name="connsiteY2497" fmla="*/ 1001034 h 2607908"/>
              <a:gd name="connsiteX2498" fmla="*/ 344794 w 3689114"/>
              <a:gd name="connsiteY2498" fmla="*/ 999091 h 2607908"/>
              <a:gd name="connsiteX2499" fmla="*/ 346736 w 3689114"/>
              <a:gd name="connsiteY2499" fmla="*/ 997147 h 2607908"/>
              <a:gd name="connsiteX2500" fmla="*/ 3227162 w 3689114"/>
              <a:gd name="connsiteY2500" fmla="*/ 996420 h 2607908"/>
              <a:gd name="connsiteX2501" fmla="*/ 3229832 w 3689114"/>
              <a:gd name="connsiteY2501" fmla="*/ 999093 h 2607908"/>
              <a:gd name="connsiteX2502" fmla="*/ 3227162 w 3689114"/>
              <a:gd name="connsiteY2502" fmla="*/ 1001766 h 2607908"/>
              <a:gd name="connsiteX2503" fmla="*/ 3224491 w 3689114"/>
              <a:gd name="connsiteY2503" fmla="*/ 999093 h 2607908"/>
              <a:gd name="connsiteX2504" fmla="*/ 3227162 w 3689114"/>
              <a:gd name="connsiteY2504" fmla="*/ 996420 h 2607908"/>
              <a:gd name="connsiteX2505" fmla="*/ 461953 w 3689114"/>
              <a:gd name="connsiteY2505" fmla="*/ 996420 h 2607908"/>
              <a:gd name="connsiteX2506" fmla="*/ 464624 w 3689114"/>
              <a:gd name="connsiteY2506" fmla="*/ 999093 h 2607908"/>
              <a:gd name="connsiteX2507" fmla="*/ 461953 w 3689114"/>
              <a:gd name="connsiteY2507" fmla="*/ 1001766 h 2607908"/>
              <a:gd name="connsiteX2508" fmla="*/ 459283 w 3689114"/>
              <a:gd name="connsiteY2508" fmla="*/ 999093 h 2607908"/>
              <a:gd name="connsiteX2509" fmla="*/ 461953 w 3689114"/>
              <a:gd name="connsiteY2509" fmla="*/ 996420 h 2607908"/>
              <a:gd name="connsiteX2510" fmla="*/ 3111944 w 3689114"/>
              <a:gd name="connsiteY2510" fmla="*/ 995579 h 2607908"/>
              <a:gd name="connsiteX2511" fmla="*/ 3115455 w 3689114"/>
              <a:gd name="connsiteY2511" fmla="*/ 999093 h 2607908"/>
              <a:gd name="connsiteX2512" fmla="*/ 3111944 w 3689114"/>
              <a:gd name="connsiteY2512" fmla="*/ 1002604 h 2607908"/>
              <a:gd name="connsiteX2513" fmla="*/ 3108433 w 3689114"/>
              <a:gd name="connsiteY2513" fmla="*/ 999093 h 2607908"/>
              <a:gd name="connsiteX2514" fmla="*/ 3111944 w 3689114"/>
              <a:gd name="connsiteY2514" fmla="*/ 995579 h 2607908"/>
              <a:gd name="connsiteX2515" fmla="*/ 577170 w 3689114"/>
              <a:gd name="connsiteY2515" fmla="*/ 995579 h 2607908"/>
              <a:gd name="connsiteX2516" fmla="*/ 580681 w 3689114"/>
              <a:gd name="connsiteY2516" fmla="*/ 999093 h 2607908"/>
              <a:gd name="connsiteX2517" fmla="*/ 577170 w 3689114"/>
              <a:gd name="connsiteY2517" fmla="*/ 1002604 h 2607908"/>
              <a:gd name="connsiteX2518" fmla="*/ 573659 w 3689114"/>
              <a:gd name="connsiteY2518" fmla="*/ 999093 h 2607908"/>
              <a:gd name="connsiteX2519" fmla="*/ 577170 w 3689114"/>
              <a:gd name="connsiteY2519" fmla="*/ 995579 h 2607908"/>
              <a:gd name="connsiteX2520" fmla="*/ 2996727 w 3689114"/>
              <a:gd name="connsiteY2520" fmla="*/ 994719 h 2607908"/>
              <a:gd name="connsiteX2521" fmla="*/ 3001100 w 3689114"/>
              <a:gd name="connsiteY2521" fmla="*/ 999091 h 2607908"/>
              <a:gd name="connsiteX2522" fmla="*/ 2996727 w 3689114"/>
              <a:gd name="connsiteY2522" fmla="*/ 1003466 h 2607908"/>
              <a:gd name="connsiteX2523" fmla="*/ 2992355 w 3689114"/>
              <a:gd name="connsiteY2523" fmla="*/ 999091 h 2607908"/>
              <a:gd name="connsiteX2524" fmla="*/ 2996727 w 3689114"/>
              <a:gd name="connsiteY2524" fmla="*/ 994719 h 2607908"/>
              <a:gd name="connsiteX2525" fmla="*/ 692388 w 3689114"/>
              <a:gd name="connsiteY2525" fmla="*/ 994719 h 2607908"/>
              <a:gd name="connsiteX2526" fmla="*/ 696760 w 3689114"/>
              <a:gd name="connsiteY2526" fmla="*/ 999091 h 2607908"/>
              <a:gd name="connsiteX2527" fmla="*/ 692388 w 3689114"/>
              <a:gd name="connsiteY2527" fmla="*/ 1003466 h 2607908"/>
              <a:gd name="connsiteX2528" fmla="*/ 688015 w 3689114"/>
              <a:gd name="connsiteY2528" fmla="*/ 999091 h 2607908"/>
              <a:gd name="connsiteX2529" fmla="*/ 692388 w 3689114"/>
              <a:gd name="connsiteY2529" fmla="*/ 994719 h 2607908"/>
              <a:gd name="connsiteX2530" fmla="*/ 807604 w 3689114"/>
              <a:gd name="connsiteY2530" fmla="*/ 993762 h 2607908"/>
              <a:gd name="connsiteX2531" fmla="*/ 812929 w 3689114"/>
              <a:gd name="connsiteY2531" fmla="*/ 999091 h 2607908"/>
              <a:gd name="connsiteX2532" fmla="*/ 807604 w 3689114"/>
              <a:gd name="connsiteY2532" fmla="*/ 1004416 h 2607908"/>
              <a:gd name="connsiteX2533" fmla="*/ 802279 w 3689114"/>
              <a:gd name="connsiteY2533" fmla="*/ 999091 h 2607908"/>
              <a:gd name="connsiteX2534" fmla="*/ 807604 w 3689114"/>
              <a:gd name="connsiteY2534" fmla="*/ 993762 h 2607908"/>
              <a:gd name="connsiteX2535" fmla="*/ 2881510 w 3689114"/>
              <a:gd name="connsiteY2535" fmla="*/ 993663 h 2607908"/>
              <a:gd name="connsiteX2536" fmla="*/ 2886936 w 3689114"/>
              <a:gd name="connsiteY2536" fmla="*/ 999093 h 2607908"/>
              <a:gd name="connsiteX2537" fmla="*/ 2881510 w 3689114"/>
              <a:gd name="connsiteY2537" fmla="*/ 1004520 h 2607908"/>
              <a:gd name="connsiteX2538" fmla="*/ 2876084 w 3689114"/>
              <a:gd name="connsiteY2538" fmla="*/ 999093 h 2607908"/>
              <a:gd name="connsiteX2539" fmla="*/ 2881510 w 3689114"/>
              <a:gd name="connsiteY2539" fmla="*/ 993663 h 2607908"/>
              <a:gd name="connsiteX2540" fmla="*/ 2766293 w 3689114"/>
              <a:gd name="connsiteY2540" fmla="*/ 992609 h 2607908"/>
              <a:gd name="connsiteX2541" fmla="*/ 2772772 w 3689114"/>
              <a:gd name="connsiteY2541" fmla="*/ 999091 h 2607908"/>
              <a:gd name="connsiteX2542" fmla="*/ 2766293 w 3689114"/>
              <a:gd name="connsiteY2542" fmla="*/ 1005574 h 2607908"/>
              <a:gd name="connsiteX2543" fmla="*/ 2759815 w 3689114"/>
              <a:gd name="connsiteY2543" fmla="*/ 999091 h 2607908"/>
              <a:gd name="connsiteX2544" fmla="*/ 2766293 w 3689114"/>
              <a:gd name="connsiteY2544" fmla="*/ 992609 h 2607908"/>
              <a:gd name="connsiteX2545" fmla="*/ 922821 w 3689114"/>
              <a:gd name="connsiteY2545" fmla="*/ 992609 h 2607908"/>
              <a:gd name="connsiteX2546" fmla="*/ 929300 w 3689114"/>
              <a:gd name="connsiteY2546" fmla="*/ 999091 h 2607908"/>
              <a:gd name="connsiteX2547" fmla="*/ 922821 w 3689114"/>
              <a:gd name="connsiteY2547" fmla="*/ 1005574 h 2607908"/>
              <a:gd name="connsiteX2548" fmla="*/ 916342 w 3689114"/>
              <a:gd name="connsiteY2548" fmla="*/ 999091 h 2607908"/>
              <a:gd name="connsiteX2549" fmla="*/ 922821 w 3689114"/>
              <a:gd name="connsiteY2549" fmla="*/ 992609 h 2607908"/>
              <a:gd name="connsiteX2550" fmla="*/ 2651076 w 3689114"/>
              <a:gd name="connsiteY2550" fmla="*/ 991585 h 2607908"/>
              <a:gd name="connsiteX2551" fmla="*/ 2658580 w 3689114"/>
              <a:gd name="connsiteY2551" fmla="*/ 999091 h 2607908"/>
              <a:gd name="connsiteX2552" fmla="*/ 2651076 w 3689114"/>
              <a:gd name="connsiteY2552" fmla="*/ 1006598 h 2607908"/>
              <a:gd name="connsiteX2553" fmla="*/ 2643572 w 3689114"/>
              <a:gd name="connsiteY2553" fmla="*/ 999091 h 2607908"/>
              <a:gd name="connsiteX2554" fmla="*/ 2651076 w 3689114"/>
              <a:gd name="connsiteY2554" fmla="*/ 991585 h 2607908"/>
              <a:gd name="connsiteX2555" fmla="*/ 1038038 w 3689114"/>
              <a:gd name="connsiteY2555" fmla="*/ 991585 h 2607908"/>
              <a:gd name="connsiteX2556" fmla="*/ 1045542 w 3689114"/>
              <a:gd name="connsiteY2556" fmla="*/ 999091 h 2607908"/>
              <a:gd name="connsiteX2557" fmla="*/ 1038038 w 3689114"/>
              <a:gd name="connsiteY2557" fmla="*/ 1006598 h 2607908"/>
              <a:gd name="connsiteX2558" fmla="*/ 1030534 w 3689114"/>
              <a:gd name="connsiteY2558" fmla="*/ 999091 h 2607908"/>
              <a:gd name="connsiteX2559" fmla="*/ 1038038 w 3689114"/>
              <a:gd name="connsiteY2559" fmla="*/ 991585 h 2607908"/>
              <a:gd name="connsiteX2560" fmla="*/ 2535859 w 3689114"/>
              <a:gd name="connsiteY2560" fmla="*/ 990486 h 2607908"/>
              <a:gd name="connsiteX2561" fmla="*/ 2544462 w 3689114"/>
              <a:gd name="connsiteY2561" fmla="*/ 999093 h 2607908"/>
              <a:gd name="connsiteX2562" fmla="*/ 2535859 w 3689114"/>
              <a:gd name="connsiteY2562" fmla="*/ 1007697 h 2607908"/>
              <a:gd name="connsiteX2563" fmla="*/ 2527257 w 3689114"/>
              <a:gd name="connsiteY2563" fmla="*/ 999093 h 2607908"/>
              <a:gd name="connsiteX2564" fmla="*/ 2535859 w 3689114"/>
              <a:gd name="connsiteY2564" fmla="*/ 990486 h 2607908"/>
              <a:gd name="connsiteX2565" fmla="*/ 1153255 w 3689114"/>
              <a:gd name="connsiteY2565" fmla="*/ 990486 h 2607908"/>
              <a:gd name="connsiteX2566" fmla="*/ 1161858 w 3689114"/>
              <a:gd name="connsiteY2566" fmla="*/ 999093 h 2607908"/>
              <a:gd name="connsiteX2567" fmla="*/ 1153255 w 3689114"/>
              <a:gd name="connsiteY2567" fmla="*/ 1007697 h 2607908"/>
              <a:gd name="connsiteX2568" fmla="*/ 1144652 w 3689114"/>
              <a:gd name="connsiteY2568" fmla="*/ 999093 h 2607908"/>
              <a:gd name="connsiteX2569" fmla="*/ 1153255 w 3689114"/>
              <a:gd name="connsiteY2569" fmla="*/ 990486 h 2607908"/>
              <a:gd name="connsiteX2570" fmla="*/ 2420643 w 3689114"/>
              <a:gd name="connsiteY2570" fmla="*/ 989578 h 2607908"/>
              <a:gd name="connsiteX2571" fmla="*/ 2430150 w 3689114"/>
              <a:gd name="connsiteY2571" fmla="*/ 999093 h 2607908"/>
              <a:gd name="connsiteX2572" fmla="*/ 2420643 w 3689114"/>
              <a:gd name="connsiteY2572" fmla="*/ 1008602 h 2607908"/>
              <a:gd name="connsiteX2573" fmla="*/ 2411135 w 3689114"/>
              <a:gd name="connsiteY2573" fmla="*/ 999093 h 2607908"/>
              <a:gd name="connsiteX2574" fmla="*/ 2420643 w 3689114"/>
              <a:gd name="connsiteY2574" fmla="*/ 989578 h 2607908"/>
              <a:gd name="connsiteX2575" fmla="*/ 1268472 w 3689114"/>
              <a:gd name="connsiteY2575" fmla="*/ 989578 h 2607908"/>
              <a:gd name="connsiteX2576" fmla="*/ 1277980 w 3689114"/>
              <a:gd name="connsiteY2576" fmla="*/ 999093 h 2607908"/>
              <a:gd name="connsiteX2577" fmla="*/ 1268472 w 3689114"/>
              <a:gd name="connsiteY2577" fmla="*/ 1008602 h 2607908"/>
              <a:gd name="connsiteX2578" fmla="*/ 1258964 w 3689114"/>
              <a:gd name="connsiteY2578" fmla="*/ 999093 h 2607908"/>
              <a:gd name="connsiteX2579" fmla="*/ 1268472 w 3689114"/>
              <a:gd name="connsiteY2579" fmla="*/ 989578 h 2607908"/>
              <a:gd name="connsiteX2580" fmla="*/ 2305426 w 3689114"/>
              <a:gd name="connsiteY2580" fmla="*/ 988631 h 2607908"/>
              <a:gd name="connsiteX2581" fmla="*/ 2315882 w 3689114"/>
              <a:gd name="connsiteY2581" fmla="*/ 999093 h 2607908"/>
              <a:gd name="connsiteX2582" fmla="*/ 2305426 w 3689114"/>
              <a:gd name="connsiteY2582" fmla="*/ 1009553 h 2607908"/>
              <a:gd name="connsiteX2583" fmla="*/ 2294968 w 3689114"/>
              <a:gd name="connsiteY2583" fmla="*/ 999093 h 2607908"/>
              <a:gd name="connsiteX2584" fmla="*/ 2305426 w 3689114"/>
              <a:gd name="connsiteY2584" fmla="*/ 988631 h 2607908"/>
              <a:gd name="connsiteX2585" fmla="*/ 1383689 w 3689114"/>
              <a:gd name="connsiteY2585" fmla="*/ 988631 h 2607908"/>
              <a:gd name="connsiteX2586" fmla="*/ 1394146 w 3689114"/>
              <a:gd name="connsiteY2586" fmla="*/ 999093 h 2607908"/>
              <a:gd name="connsiteX2587" fmla="*/ 1383689 w 3689114"/>
              <a:gd name="connsiteY2587" fmla="*/ 1009553 h 2607908"/>
              <a:gd name="connsiteX2588" fmla="*/ 1373232 w 3689114"/>
              <a:gd name="connsiteY2588" fmla="*/ 999093 h 2607908"/>
              <a:gd name="connsiteX2589" fmla="*/ 1383689 w 3689114"/>
              <a:gd name="connsiteY2589" fmla="*/ 988631 h 2607908"/>
              <a:gd name="connsiteX2590" fmla="*/ 2190209 w 3689114"/>
              <a:gd name="connsiteY2590" fmla="*/ 987785 h 2607908"/>
              <a:gd name="connsiteX2591" fmla="*/ 2201514 w 3689114"/>
              <a:gd name="connsiteY2591" fmla="*/ 999093 h 2607908"/>
              <a:gd name="connsiteX2592" fmla="*/ 2190209 w 3689114"/>
              <a:gd name="connsiteY2592" fmla="*/ 1010400 h 2607908"/>
              <a:gd name="connsiteX2593" fmla="*/ 2178903 w 3689114"/>
              <a:gd name="connsiteY2593" fmla="*/ 999093 h 2607908"/>
              <a:gd name="connsiteX2594" fmla="*/ 2190209 w 3689114"/>
              <a:gd name="connsiteY2594" fmla="*/ 987785 h 2607908"/>
              <a:gd name="connsiteX2595" fmla="*/ 1498906 w 3689114"/>
              <a:gd name="connsiteY2595" fmla="*/ 987785 h 2607908"/>
              <a:gd name="connsiteX2596" fmla="*/ 1510212 w 3689114"/>
              <a:gd name="connsiteY2596" fmla="*/ 999093 h 2607908"/>
              <a:gd name="connsiteX2597" fmla="*/ 1498906 w 3689114"/>
              <a:gd name="connsiteY2597" fmla="*/ 1010400 h 2607908"/>
              <a:gd name="connsiteX2598" fmla="*/ 1487601 w 3689114"/>
              <a:gd name="connsiteY2598" fmla="*/ 999093 h 2607908"/>
              <a:gd name="connsiteX2599" fmla="*/ 1498906 w 3689114"/>
              <a:gd name="connsiteY2599" fmla="*/ 987785 h 2607908"/>
              <a:gd name="connsiteX2600" fmla="*/ 2074992 w 3689114"/>
              <a:gd name="connsiteY2600" fmla="*/ 987200 h 2607908"/>
              <a:gd name="connsiteX2601" fmla="*/ 2086880 w 3689114"/>
              <a:gd name="connsiteY2601" fmla="*/ 999093 h 2607908"/>
              <a:gd name="connsiteX2602" fmla="*/ 2074992 w 3689114"/>
              <a:gd name="connsiteY2602" fmla="*/ 1010985 h 2607908"/>
              <a:gd name="connsiteX2603" fmla="*/ 2063102 w 3689114"/>
              <a:gd name="connsiteY2603" fmla="*/ 999093 h 2607908"/>
              <a:gd name="connsiteX2604" fmla="*/ 2074992 w 3689114"/>
              <a:gd name="connsiteY2604" fmla="*/ 987200 h 2607908"/>
              <a:gd name="connsiteX2605" fmla="*/ 1614123 w 3689114"/>
              <a:gd name="connsiteY2605" fmla="*/ 987200 h 2607908"/>
              <a:gd name="connsiteX2606" fmla="*/ 1626012 w 3689114"/>
              <a:gd name="connsiteY2606" fmla="*/ 999093 h 2607908"/>
              <a:gd name="connsiteX2607" fmla="*/ 1614123 w 3689114"/>
              <a:gd name="connsiteY2607" fmla="*/ 1010985 h 2607908"/>
              <a:gd name="connsiteX2608" fmla="*/ 1602234 w 3689114"/>
              <a:gd name="connsiteY2608" fmla="*/ 999093 h 2607908"/>
              <a:gd name="connsiteX2609" fmla="*/ 1614123 w 3689114"/>
              <a:gd name="connsiteY2609" fmla="*/ 987200 h 2607908"/>
              <a:gd name="connsiteX2610" fmla="*/ 1959774 w 3689114"/>
              <a:gd name="connsiteY2610" fmla="*/ 986905 h 2607908"/>
              <a:gd name="connsiteX2611" fmla="*/ 1971960 w 3689114"/>
              <a:gd name="connsiteY2611" fmla="*/ 999093 h 2607908"/>
              <a:gd name="connsiteX2612" fmla="*/ 1959774 w 3689114"/>
              <a:gd name="connsiteY2612" fmla="*/ 1011281 h 2607908"/>
              <a:gd name="connsiteX2613" fmla="*/ 1947588 w 3689114"/>
              <a:gd name="connsiteY2613" fmla="*/ 999093 h 2607908"/>
              <a:gd name="connsiteX2614" fmla="*/ 1959774 w 3689114"/>
              <a:gd name="connsiteY2614" fmla="*/ 986905 h 2607908"/>
              <a:gd name="connsiteX2615" fmla="*/ 1729340 w 3689114"/>
              <a:gd name="connsiteY2615" fmla="*/ 986905 h 2607908"/>
              <a:gd name="connsiteX2616" fmla="*/ 1741526 w 3689114"/>
              <a:gd name="connsiteY2616" fmla="*/ 999093 h 2607908"/>
              <a:gd name="connsiteX2617" fmla="*/ 1729340 w 3689114"/>
              <a:gd name="connsiteY2617" fmla="*/ 1011281 h 2607908"/>
              <a:gd name="connsiteX2618" fmla="*/ 1717154 w 3689114"/>
              <a:gd name="connsiteY2618" fmla="*/ 999093 h 2607908"/>
              <a:gd name="connsiteX2619" fmla="*/ 1729340 w 3689114"/>
              <a:gd name="connsiteY2619" fmla="*/ 986905 h 2607908"/>
              <a:gd name="connsiteX2620" fmla="*/ 1844558 w 3689114"/>
              <a:gd name="connsiteY2620" fmla="*/ 986757 h 2607908"/>
              <a:gd name="connsiteX2621" fmla="*/ 1856893 w 3689114"/>
              <a:gd name="connsiteY2621" fmla="*/ 999093 h 2607908"/>
              <a:gd name="connsiteX2622" fmla="*/ 1844558 w 3689114"/>
              <a:gd name="connsiteY2622" fmla="*/ 1011430 h 2607908"/>
              <a:gd name="connsiteX2623" fmla="*/ 1832221 w 3689114"/>
              <a:gd name="connsiteY2623" fmla="*/ 999093 h 2607908"/>
              <a:gd name="connsiteX2624" fmla="*/ 1844558 w 3689114"/>
              <a:gd name="connsiteY2624" fmla="*/ 986757 h 2607908"/>
              <a:gd name="connsiteX2625" fmla="*/ 3399987 w 3689114"/>
              <a:gd name="connsiteY2625" fmla="*/ 898046 h 2607908"/>
              <a:gd name="connsiteX2626" fmla="*/ 3401264 w 3689114"/>
              <a:gd name="connsiteY2626" fmla="*/ 899322 h 2607908"/>
              <a:gd name="connsiteX2627" fmla="*/ 3399987 w 3689114"/>
              <a:gd name="connsiteY2627" fmla="*/ 900601 h 2607908"/>
              <a:gd name="connsiteX2628" fmla="*/ 3398710 w 3689114"/>
              <a:gd name="connsiteY2628" fmla="*/ 899322 h 2607908"/>
              <a:gd name="connsiteX2629" fmla="*/ 3399987 w 3689114"/>
              <a:gd name="connsiteY2629" fmla="*/ 898046 h 2607908"/>
              <a:gd name="connsiteX2630" fmla="*/ 289128 w 3689114"/>
              <a:gd name="connsiteY2630" fmla="*/ 898046 h 2607908"/>
              <a:gd name="connsiteX2631" fmla="*/ 290406 w 3689114"/>
              <a:gd name="connsiteY2631" fmla="*/ 899322 h 2607908"/>
              <a:gd name="connsiteX2632" fmla="*/ 289128 w 3689114"/>
              <a:gd name="connsiteY2632" fmla="*/ 900601 h 2607908"/>
              <a:gd name="connsiteX2633" fmla="*/ 287851 w 3689114"/>
              <a:gd name="connsiteY2633" fmla="*/ 899322 h 2607908"/>
              <a:gd name="connsiteX2634" fmla="*/ 289128 w 3689114"/>
              <a:gd name="connsiteY2634" fmla="*/ 898046 h 2607908"/>
              <a:gd name="connsiteX2635" fmla="*/ 3284770 w 3689114"/>
              <a:gd name="connsiteY2635" fmla="*/ 897439 h 2607908"/>
              <a:gd name="connsiteX2636" fmla="*/ 3286652 w 3689114"/>
              <a:gd name="connsiteY2636" fmla="*/ 899324 h 2607908"/>
              <a:gd name="connsiteX2637" fmla="*/ 3284770 w 3689114"/>
              <a:gd name="connsiteY2637" fmla="*/ 901203 h 2607908"/>
              <a:gd name="connsiteX2638" fmla="*/ 3282888 w 3689114"/>
              <a:gd name="connsiteY2638" fmla="*/ 899324 h 2607908"/>
              <a:gd name="connsiteX2639" fmla="*/ 3284770 w 3689114"/>
              <a:gd name="connsiteY2639" fmla="*/ 897439 h 2607908"/>
              <a:gd name="connsiteX2640" fmla="*/ 404345 w 3689114"/>
              <a:gd name="connsiteY2640" fmla="*/ 897439 h 2607908"/>
              <a:gd name="connsiteX2641" fmla="*/ 406226 w 3689114"/>
              <a:gd name="connsiteY2641" fmla="*/ 899324 h 2607908"/>
              <a:gd name="connsiteX2642" fmla="*/ 404345 w 3689114"/>
              <a:gd name="connsiteY2642" fmla="*/ 901203 h 2607908"/>
              <a:gd name="connsiteX2643" fmla="*/ 402463 w 3689114"/>
              <a:gd name="connsiteY2643" fmla="*/ 899324 h 2607908"/>
              <a:gd name="connsiteX2644" fmla="*/ 404345 w 3689114"/>
              <a:gd name="connsiteY2644" fmla="*/ 897439 h 2607908"/>
              <a:gd name="connsiteX2645" fmla="*/ 3169553 w 3689114"/>
              <a:gd name="connsiteY2645" fmla="*/ 896724 h 2607908"/>
              <a:gd name="connsiteX2646" fmla="*/ 3172153 w 3689114"/>
              <a:gd name="connsiteY2646" fmla="*/ 899322 h 2607908"/>
              <a:gd name="connsiteX2647" fmla="*/ 3169553 w 3689114"/>
              <a:gd name="connsiteY2647" fmla="*/ 901928 h 2607908"/>
              <a:gd name="connsiteX2648" fmla="*/ 3166953 w 3689114"/>
              <a:gd name="connsiteY2648" fmla="*/ 899322 h 2607908"/>
              <a:gd name="connsiteX2649" fmla="*/ 3169553 w 3689114"/>
              <a:gd name="connsiteY2649" fmla="*/ 896724 h 2607908"/>
              <a:gd name="connsiteX2650" fmla="*/ 519562 w 3689114"/>
              <a:gd name="connsiteY2650" fmla="*/ 896724 h 2607908"/>
              <a:gd name="connsiteX2651" fmla="*/ 522161 w 3689114"/>
              <a:gd name="connsiteY2651" fmla="*/ 899322 h 2607908"/>
              <a:gd name="connsiteX2652" fmla="*/ 519562 w 3689114"/>
              <a:gd name="connsiteY2652" fmla="*/ 901928 h 2607908"/>
              <a:gd name="connsiteX2653" fmla="*/ 516962 w 3689114"/>
              <a:gd name="connsiteY2653" fmla="*/ 899322 h 2607908"/>
              <a:gd name="connsiteX2654" fmla="*/ 519562 w 3689114"/>
              <a:gd name="connsiteY2654" fmla="*/ 896724 h 2607908"/>
              <a:gd name="connsiteX2655" fmla="*/ 634779 w 3689114"/>
              <a:gd name="connsiteY2655" fmla="*/ 895976 h 2607908"/>
              <a:gd name="connsiteX2656" fmla="*/ 638129 w 3689114"/>
              <a:gd name="connsiteY2656" fmla="*/ 899322 h 2607908"/>
              <a:gd name="connsiteX2657" fmla="*/ 634779 w 3689114"/>
              <a:gd name="connsiteY2657" fmla="*/ 902673 h 2607908"/>
              <a:gd name="connsiteX2658" fmla="*/ 631429 w 3689114"/>
              <a:gd name="connsiteY2658" fmla="*/ 899322 h 2607908"/>
              <a:gd name="connsiteX2659" fmla="*/ 634779 w 3689114"/>
              <a:gd name="connsiteY2659" fmla="*/ 895976 h 2607908"/>
              <a:gd name="connsiteX2660" fmla="*/ 3054336 w 3689114"/>
              <a:gd name="connsiteY2660" fmla="*/ 895893 h 2607908"/>
              <a:gd name="connsiteX2661" fmla="*/ 3057766 w 3689114"/>
              <a:gd name="connsiteY2661" fmla="*/ 899322 h 2607908"/>
              <a:gd name="connsiteX2662" fmla="*/ 3054336 w 3689114"/>
              <a:gd name="connsiteY2662" fmla="*/ 902756 h 2607908"/>
              <a:gd name="connsiteX2663" fmla="*/ 3050905 w 3689114"/>
              <a:gd name="connsiteY2663" fmla="*/ 899322 h 2607908"/>
              <a:gd name="connsiteX2664" fmla="*/ 3054336 w 3689114"/>
              <a:gd name="connsiteY2664" fmla="*/ 895893 h 2607908"/>
              <a:gd name="connsiteX2665" fmla="*/ 2939119 w 3689114"/>
              <a:gd name="connsiteY2665" fmla="*/ 895130 h 2607908"/>
              <a:gd name="connsiteX2666" fmla="*/ 2943312 w 3689114"/>
              <a:gd name="connsiteY2666" fmla="*/ 899324 h 2607908"/>
              <a:gd name="connsiteX2667" fmla="*/ 2939119 w 3689114"/>
              <a:gd name="connsiteY2667" fmla="*/ 903516 h 2607908"/>
              <a:gd name="connsiteX2668" fmla="*/ 2934926 w 3689114"/>
              <a:gd name="connsiteY2668" fmla="*/ 899324 h 2607908"/>
              <a:gd name="connsiteX2669" fmla="*/ 2939119 w 3689114"/>
              <a:gd name="connsiteY2669" fmla="*/ 895130 h 2607908"/>
              <a:gd name="connsiteX2670" fmla="*/ 749996 w 3689114"/>
              <a:gd name="connsiteY2670" fmla="*/ 895130 h 2607908"/>
              <a:gd name="connsiteX2671" fmla="*/ 754188 w 3689114"/>
              <a:gd name="connsiteY2671" fmla="*/ 899324 h 2607908"/>
              <a:gd name="connsiteX2672" fmla="*/ 749996 w 3689114"/>
              <a:gd name="connsiteY2672" fmla="*/ 903516 h 2607908"/>
              <a:gd name="connsiteX2673" fmla="*/ 745802 w 3689114"/>
              <a:gd name="connsiteY2673" fmla="*/ 899324 h 2607908"/>
              <a:gd name="connsiteX2674" fmla="*/ 749996 w 3689114"/>
              <a:gd name="connsiteY2674" fmla="*/ 895130 h 2607908"/>
              <a:gd name="connsiteX2675" fmla="*/ 2823902 w 3689114"/>
              <a:gd name="connsiteY2675" fmla="*/ 894197 h 2607908"/>
              <a:gd name="connsiteX2676" fmla="*/ 2829030 w 3689114"/>
              <a:gd name="connsiteY2676" fmla="*/ 899322 h 2607908"/>
              <a:gd name="connsiteX2677" fmla="*/ 2823902 w 3689114"/>
              <a:gd name="connsiteY2677" fmla="*/ 904453 h 2607908"/>
              <a:gd name="connsiteX2678" fmla="*/ 2818775 w 3689114"/>
              <a:gd name="connsiteY2678" fmla="*/ 899322 h 2607908"/>
              <a:gd name="connsiteX2679" fmla="*/ 2823902 w 3689114"/>
              <a:gd name="connsiteY2679" fmla="*/ 894197 h 2607908"/>
              <a:gd name="connsiteX2680" fmla="*/ 865212 w 3689114"/>
              <a:gd name="connsiteY2680" fmla="*/ 894197 h 2607908"/>
              <a:gd name="connsiteX2681" fmla="*/ 870340 w 3689114"/>
              <a:gd name="connsiteY2681" fmla="*/ 899322 h 2607908"/>
              <a:gd name="connsiteX2682" fmla="*/ 865212 w 3689114"/>
              <a:gd name="connsiteY2682" fmla="*/ 904453 h 2607908"/>
              <a:gd name="connsiteX2683" fmla="*/ 860084 w 3689114"/>
              <a:gd name="connsiteY2683" fmla="*/ 899322 h 2607908"/>
              <a:gd name="connsiteX2684" fmla="*/ 865212 w 3689114"/>
              <a:gd name="connsiteY2684" fmla="*/ 894197 h 2607908"/>
              <a:gd name="connsiteX2685" fmla="*/ 2708684 w 3689114"/>
              <a:gd name="connsiteY2685" fmla="*/ 893275 h 2607908"/>
              <a:gd name="connsiteX2686" fmla="*/ 2714732 w 3689114"/>
              <a:gd name="connsiteY2686" fmla="*/ 899322 h 2607908"/>
              <a:gd name="connsiteX2687" fmla="*/ 2708684 w 3689114"/>
              <a:gd name="connsiteY2687" fmla="*/ 905367 h 2607908"/>
              <a:gd name="connsiteX2688" fmla="*/ 2702638 w 3689114"/>
              <a:gd name="connsiteY2688" fmla="*/ 899322 h 2607908"/>
              <a:gd name="connsiteX2689" fmla="*/ 2708684 w 3689114"/>
              <a:gd name="connsiteY2689" fmla="*/ 893275 h 2607908"/>
              <a:gd name="connsiteX2690" fmla="*/ 980429 w 3689114"/>
              <a:gd name="connsiteY2690" fmla="*/ 893275 h 2607908"/>
              <a:gd name="connsiteX2691" fmla="*/ 986476 w 3689114"/>
              <a:gd name="connsiteY2691" fmla="*/ 899322 h 2607908"/>
              <a:gd name="connsiteX2692" fmla="*/ 980429 w 3689114"/>
              <a:gd name="connsiteY2692" fmla="*/ 905367 h 2607908"/>
              <a:gd name="connsiteX2693" fmla="*/ 974383 w 3689114"/>
              <a:gd name="connsiteY2693" fmla="*/ 899322 h 2607908"/>
              <a:gd name="connsiteX2694" fmla="*/ 980429 w 3689114"/>
              <a:gd name="connsiteY2694" fmla="*/ 893275 h 2607908"/>
              <a:gd name="connsiteX2695" fmla="*/ 2593468 w 3689114"/>
              <a:gd name="connsiteY2695" fmla="*/ 892282 h 2607908"/>
              <a:gd name="connsiteX2696" fmla="*/ 2600508 w 3689114"/>
              <a:gd name="connsiteY2696" fmla="*/ 899322 h 2607908"/>
              <a:gd name="connsiteX2697" fmla="*/ 2593468 w 3689114"/>
              <a:gd name="connsiteY2697" fmla="*/ 906363 h 2607908"/>
              <a:gd name="connsiteX2698" fmla="*/ 2586428 w 3689114"/>
              <a:gd name="connsiteY2698" fmla="*/ 899322 h 2607908"/>
              <a:gd name="connsiteX2699" fmla="*/ 2593468 w 3689114"/>
              <a:gd name="connsiteY2699" fmla="*/ 892282 h 2607908"/>
              <a:gd name="connsiteX2700" fmla="*/ 1095647 w 3689114"/>
              <a:gd name="connsiteY2700" fmla="*/ 892282 h 2607908"/>
              <a:gd name="connsiteX2701" fmla="*/ 1102687 w 3689114"/>
              <a:gd name="connsiteY2701" fmla="*/ 899322 h 2607908"/>
              <a:gd name="connsiteX2702" fmla="*/ 1095647 w 3689114"/>
              <a:gd name="connsiteY2702" fmla="*/ 906363 h 2607908"/>
              <a:gd name="connsiteX2703" fmla="*/ 1088607 w 3689114"/>
              <a:gd name="connsiteY2703" fmla="*/ 899322 h 2607908"/>
              <a:gd name="connsiteX2704" fmla="*/ 1095647 w 3689114"/>
              <a:gd name="connsiteY2704" fmla="*/ 892282 h 2607908"/>
              <a:gd name="connsiteX2705" fmla="*/ 2478250 w 3689114"/>
              <a:gd name="connsiteY2705" fmla="*/ 891460 h 2607908"/>
              <a:gd name="connsiteX2706" fmla="*/ 2486113 w 3689114"/>
              <a:gd name="connsiteY2706" fmla="*/ 899322 h 2607908"/>
              <a:gd name="connsiteX2707" fmla="*/ 2478250 w 3689114"/>
              <a:gd name="connsiteY2707" fmla="*/ 907189 h 2607908"/>
              <a:gd name="connsiteX2708" fmla="*/ 2470388 w 3689114"/>
              <a:gd name="connsiteY2708" fmla="*/ 899322 h 2607908"/>
              <a:gd name="connsiteX2709" fmla="*/ 2478250 w 3689114"/>
              <a:gd name="connsiteY2709" fmla="*/ 891460 h 2607908"/>
              <a:gd name="connsiteX2710" fmla="*/ 1210863 w 3689114"/>
              <a:gd name="connsiteY2710" fmla="*/ 891460 h 2607908"/>
              <a:gd name="connsiteX2711" fmla="*/ 1218726 w 3689114"/>
              <a:gd name="connsiteY2711" fmla="*/ 899322 h 2607908"/>
              <a:gd name="connsiteX2712" fmla="*/ 1210863 w 3689114"/>
              <a:gd name="connsiteY2712" fmla="*/ 907189 h 2607908"/>
              <a:gd name="connsiteX2713" fmla="*/ 1203001 w 3689114"/>
              <a:gd name="connsiteY2713" fmla="*/ 899322 h 2607908"/>
              <a:gd name="connsiteX2714" fmla="*/ 1210863 w 3689114"/>
              <a:gd name="connsiteY2714" fmla="*/ 891460 h 2607908"/>
              <a:gd name="connsiteX2715" fmla="*/ 2363034 w 3689114"/>
              <a:gd name="connsiteY2715" fmla="*/ 890594 h 2607908"/>
              <a:gd name="connsiteX2716" fmla="*/ 2371764 w 3689114"/>
              <a:gd name="connsiteY2716" fmla="*/ 899322 h 2607908"/>
              <a:gd name="connsiteX2717" fmla="*/ 2363034 w 3689114"/>
              <a:gd name="connsiteY2717" fmla="*/ 908055 h 2607908"/>
              <a:gd name="connsiteX2718" fmla="*/ 2354304 w 3689114"/>
              <a:gd name="connsiteY2718" fmla="*/ 899322 h 2607908"/>
              <a:gd name="connsiteX2719" fmla="*/ 2363034 w 3689114"/>
              <a:gd name="connsiteY2719" fmla="*/ 890594 h 2607908"/>
              <a:gd name="connsiteX2720" fmla="*/ 1326080 w 3689114"/>
              <a:gd name="connsiteY2720" fmla="*/ 890594 h 2607908"/>
              <a:gd name="connsiteX2721" fmla="*/ 1334810 w 3689114"/>
              <a:gd name="connsiteY2721" fmla="*/ 899322 h 2607908"/>
              <a:gd name="connsiteX2722" fmla="*/ 1326080 w 3689114"/>
              <a:gd name="connsiteY2722" fmla="*/ 908055 h 2607908"/>
              <a:gd name="connsiteX2723" fmla="*/ 1317351 w 3689114"/>
              <a:gd name="connsiteY2723" fmla="*/ 899322 h 2607908"/>
              <a:gd name="connsiteX2724" fmla="*/ 1326080 w 3689114"/>
              <a:gd name="connsiteY2724" fmla="*/ 890594 h 2607908"/>
              <a:gd name="connsiteX2725" fmla="*/ 2247816 w 3689114"/>
              <a:gd name="connsiteY2725" fmla="*/ 889816 h 2607908"/>
              <a:gd name="connsiteX2726" fmla="*/ 2257324 w 3689114"/>
              <a:gd name="connsiteY2726" fmla="*/ 899324 h 2607908"/>
              <a:gd name="connsiteX2727" fmla="*/ 2247816 w 3689114"/>
              <a:gd name="connsiteY2727" fmla="*/ 908833 h 2607908"/>
              <a:gd name="connsiteX2728" fmla="*/ 2238309 w 3689114"/>
              <a:gd name="connsiteY2728" fmla="*/ 899324 h 2607908"/>
              <a:gd name="connsiteX2729" fmla="*/ 2247816 w 3689114"/>
              <a:gd name="connsiteY2729" fmla="*/ 889816 h 2607908"/>
              <a:gd name="connsiteX2730" fmla="*/ 1441297 w 3689114"/>
              <a:gd name="connsiteY2730" fmla="*/ 889816 h 2607908"/>
              <a:gd name="connsiteX2731" fmla="*/ 1450805 w 3689114"/>
              <a:gd name="connsiteY2731" fmla="*/ 899324 h 2607908"/>
              <a:gd name="connsiteX2732" fmla="*/ 1441297 w 3689114"/>
              <a:gd name="connsiteY2732" fmla="*/ 908833 h 2607908"/>
              <a:gd name="connsiteX2733" fmla="*/ 1431789 w 3689114"/>
              <a:gd name="connsiteY2733" fmla="*/ 899324 h 2607908"/>
              <a:gd name="connsiteX2734" fmla="*/ 1441297 w 3689114"/>
              <a:gd name="connsiteY2734" fmla="*/ 889816 h 2607908"/>
              <a:gd name="connsiteX2735" fmla="*/ 2132600 w 3689114"/>
              <a:gd name="connsiteY2735" fmla="*/ 889278 h 2607908"/>
              <a:gd name="connsiteX2736" fmla="*/ 2142645 w 3689114"/>
              <a:gd name="connsiteY2736" fmla="*/ 899322 h 2607908"/>
              <a:gd name="connsiteX2737" fmla="*/ 2132600 w 3689114"/>
              <a:gd name="connsiteY2737" fmla="*/ 909368 h 2607908"/>
              <a:gd name="connsiteX2738" fmla="*/ 2122555 w 3689114"/>
              <a:gd name="connsiteY2738" fmla="*/ 899322 h 2607908"/>
              <a:gd name="connsiteX2739" fmla="*/ 2132600 w 3689114"/>
              <a:gd name="connsiteY2739" fmla="*/ 889278 h 2607908"/>
              <a:gd name="connsiteX2740" fmla="*/ 1556514 w 3689114"/>
              <a:gd name="connsiteY2740" fmla="*/ 889278 h 2607908"/>
              <a:gd name="connsiteX2741" fmla="*/ 1566559 w 3689114"/>
              <a:gd name="connsiteY2741" fmla="*/ 899322 h 2607908"/>
              <a:gd name="connsiteX2742" fmla="*/ 1556514 w 3689114"/>
              <a:gd name="connsiteY2742" fmla="*/ 909368 h 2607908"/>
              <a:gd name="connsiteX2743" fmla="*/ 1546470 w 3689114"/>
              <a:gd name="connsiteY2743" fmla="*/ 899322 h 2607908"/>
              <a:gd name="connsiteX2744" fmla="*/ 1556514 w 3689114"/>
              <a:gd name="connsiteY2744" fmla="*/ 889278 h 2607908"/>
              <a:gd name="connsiteX2745" fmla="*/ 2017383 w 3689114"/>
              <a:gd name="connsiteY2745" fmla="*/ 888867 h 2607908"/>
              <a:gd name="connsiteX2746" fmla="*/ 2027839 w 3689114"/>
              <a:gd name="connsiteY2746" fmla="*/ 899324 h 2607908"/>
              <a:gd name="connsiteX2747" fmla="*/ 2017383 w 3689114"/>
              <a:gd name="connsiteY2747" fmla="*/ 909783 h 2607908"/>
              <a:gd name="connsiteX2748" fmla="*/ 2006925 w 3689114"/>
              <a:gd name="connsiteY2748" fmla="*/ 899324 h 2607908"/>
              <a:gd name="connsiteX2749" fmla="*/ 2017383 w 3689114"/>
              <a:gd name="connsiteY2749" fmla="*/ 888867 h 2607908"/>
              <a:gd name="connsiteX2750" fmla="*/ 1671732 w 3689114"/>
              <a:gd name="connsiteY2750" fmla="*/ 888867 h 2607908"/>
              <a:gd name="connsiteX2751" fmla="*/ 1682188 w 3689114"/>
              <a:gd name="connsiteY2751" fmla="*/ 899324 h 2607908"/>
              <a:gd name="connsiteX2752" fmla="*/ 1671732 w 3689114"/>
              <a:gd name="connsiteY2752" fmla="*/ 909783 h 2607908"/>
              <a:gd name="connsiteX2753" fmla="*/ 1661274 w 3689114"/>
              <a:gd name="connsiteY2753" fmla="*/ 899324 h 2607908"/>
              <a:gd name="connsiteX2754" fmla="*/ 1671732 w 3689114"/>
              <a:gd name="connsiteY2754" fmla="*/ 888867 h 2607908"/>
              <a:gd name="connsiteX2755" fmla="*/ 1902165 w 3689114"/>
              <a:gd name="connsiteY2755" fmla="*/ 888588 h 2607908"/>
              <a:gd name="connsiteX2756" fmla="*/ 1912902 w 3689114"/>
              <a:gd name="connsiteY2756" fmla="*/ 899322 h 2607908"/>
              <a:gd name="connsiteX2757" fmla="*/ 1902165 w 3689114"/>
              <a:gd name="connsiteY2757" fmla="*/ 910061 h 2607908"/>
              <a:gd name="connsiteX2758" fmla="*/ 1891429 w 3689114"/>
              <a:gd name="connsiteY2758" fmla="*/ 899322 h 2607908"/>
              <a:gd name="connsiteX2759" fmla="*/ 1902165 w 3689114"/>
              <a:gd name="connsiteY2759" fmla="*/ 888588 h 2607908"/>
              <a:gd name="connsiteX2760" fmla="*/ 1786949 w 3689114"/>
              <a:gd name="connsiteY2760" fmla="*/ 888588 h 2607908"/>
              <a:gd name="connsiteX2761" fmla="*/ 1797685 w 3689114"/>
              <a:gd name="connsiteY2761" fmla="*/ 899322 h 2607908"/>
              <a:gd name="connsiteX2762" fmla="*/ 1786949 w 3689114"/>
              <a:gd name="connsiteY2762" fmla="*/ 910061 h 2607908"/>
              <a:gd name="connsiteX2763" fmla="*/ 1776213 w 3689114"/>
              <a:gd name="connsiteY2763" fmla="*/ 899322 h 2607908"/>
              <a:gd name="connsiteX2764" fmla="*/ 1786949 w 3689114"/>
              <a:gd name="connsiteY2764" fmla="*/ 888588 h 2607908"/>
              <a:gd name="connsiteX2765" fmla="*/ 3342379 w 3689114"/>
              <a:gd name="connsiteY2765" fmla="*/ 798259 h 2607908"/>
              <a:gd name="connsiteX2766" fmla="*/ 3343706 w 3689114"/>
              <a:gd name="connsiteY2766" fmla="*/ 799587 h 2607908"/>
              <a:gd name="connsiteX2767" fmla="*/ 3342379 w 3689114"/>
              <a:gd name="connsiteY2767" fmla="*/ 800915 h 2607908"/>
              <a:gd name="connsiteX2768" fmla="*/ 3341052 w 3689114"/>
              <a:gd name="connsiteY2768" fmla="*/ 799587 h 2607908"/>
              <a:gd name="connsiteX2769" fmla="*/ 3342379 w 3689114"/>
              <a:gd name="connsiteY2769" fmla="*/ 798259 h 2607908"/>
              <a:gd name="connsiteX2770" fmla="*/ 346736 w 3689114"/>
              <a:gd name="connsiteY2770" fmla="*/ 798257 h 2607908"/>
              <a:gd name="connsiteX2771" fmla="*/ 348063 w 3689114"/>
              <a:gd name="connsiteY2771" fmla="*/ 799585 h 2607908"/>
              <a:gd name="connsiteX2772" fmla="*/ 346736 w 3689114"/>
              <a:gd name="connsiteY2772" fmla="*/ 800914 h 2607908"/>
              <a:gd name="connsiteX2773" fmla="*/ 345409 w 3689114"/>
              <a:gd name="connsiteY2773" fmla="*/ 799585 h 2607908"/>
              <a:gd name="connsiteX2774" fmla="*/ 346736 w 3689114"/>
              <a:gd name="connsiteY2774" fmla="*/ 798257 h 2607908"/>
              <a:gd name="connsiteX2775" fmla="*/ 461953 w 3689114"/>
              <a:gd name="connsiteY2775" fmla="*/ 797771 h 2607908"/>
              <a:gd name="connsiteX2776" fmla="*/ 463776 w 3689114"/>
              <a:gd name="connsiteY2776" fmla="*/ 799593 h 2607908"/>
              <a:gd name="connsiteX2777" fmla="*/ 461953 w 3689114"/>
              <a:gd name="connsiteY2777" fmla="*/ 801415 h 2607908"/>
              <a:gd name="connsiteX2778" fmla="*/ 460132 w 3689114"/>
              <a:gd name="connsiteY2778" fmla="*/ 799593 h 2607908"/>
              <a:gd name="connsiteX2779" fmla="*/ 461953 w 3689114"/>
              <a:gd name="connsiteY2779" fmla="*/ 797771 h 2607908"/>
              <a:gd name="connsiteX2780" fmla="*/ 3227162 w 3689114"/>
              <a:gd name="connsiteY2780" fmla="*/ 797710 h 2607908"/>
              <a:gd name="connsiteX2781" fmla="*/ 3229043 w 3689114"/>
              <a:gd name="connsiteY2781" fmla="*/ 799594 h 2607908"/>
              <a:gd name="connsiteX2782" fmla="*/ 3227162 w 3689114"/>
              <a:gd name="connsiteY2782" fmla="*/ 801476 h 2607908"/>
              <a:gd name="connsiteX2783" fmla="*/ 3225280 w 3689114"/>
              <a:gd name="connsiteY2783" fmla="*/ 799594 h 2607908"/>
              <a:gd name="connsiteX2784" fmla="*/ 3227162 w 3689114"/>
              <a:gd name="connsiteY2784" fmla="*/ 797710 h 2607908"/>
              <a:gd name="connsiteX2785" fmla="*/ 3111945 w 3689114"/>
              <a:gd name="connsiteY2785" fmla="*/ 797065 h 2607908"/>
              <a:gd name="connsiteX2786" fmla="*/ 3114475 w 3689114"/>
              <a:gd name="connsiteY2786" fmla="*/ 799596 h 2607908"/>
              <a:gd name="connsiteX2787" fmla="*/ 3111945 w 3689114"/>
              <a:gd name="connsiteY2787" fmla="*/ 802126 h 2607908"/>
              <a:gd name="connsiteX2788" fmla="*/ 3109415 w 3689114"/>
              <a:gd name="connsiteY2788" fmla="*/ 799596 h 2607908"/>
              <a:gd name="connsiteX2789" fmla="*/ 3111945 w 3689114"/>
              <a:gd name="connsiteY2789" fmla="*/ 797065 h 2607908"/>
              <a:gd name="connsiteX2790" fmla="*/ 577170 w 3689114"/>
              <a:gd name="connsiteY2790" fmla="*/ 797065 h 2607908"/>
              <a:gd name="connsiteX2791" fmla="*/ 579701 w 3689114"/>
              <a:gd name="connsiteY2791" fmla="*/ 799594 h 2607908"/>
              <a:gd name="connsiteX2792" fmla="*/ 577170 w 3689114"/>
              <a:gd name="connsiteY2792" fmla="*/ 802124 h 2607908"/>
              <a:gd name="connsiteX2793" fmla="*/ 574641 w 3689114"/>
              <a:gd name="connsiteY2793" fmla="*/ 799594 h 2607908"/>
              <a:gd name="connsiteX2794" fmla="*/ 577170 w 3689114"/>
              <a:gd name="connsiteY2794" fmla="*/ 797065 h 2607908"/>
              <a:gd name="connsiteX2795" fmla="*/ 2996727 w 3689114"/>
              <a:gd name="connsiteY2795" fmla="*/ 796330 h 2607908"/>
              <a:gd name="connsiteX2796" fmla="*/ 2999998 w 3689114"/>
              <a:gd name="connsiteY2796" fmla="*/ 799599 h 2607908"/>
              <a:gd name="connsiteX2797" fmla="*/ 2996727 w 3689114"/>
              <a:gd name="connsiteY2797" fmla="*/ 802869 h 2607908"/>
              <a:gd name="connsiteX2798" fmla="*/ 2993456 w 3689114"/>
              <a:gd name="connsiteY2798" fmla="*/ 799599 h 2607908"/>
              <a:gd name="connsiteX2799" fmla="*/ 2996727 w 3689114"/>
              <a:gd name="connsiteY2799" fmla="*/ 796330 h 2607908"/>
              <a:gd name="connsiteX2800" fmla="*/ 692388 w 3689114"/>
              <a:gd name="connsiteY2800" fmla="*/ 796324 h 2607908"/>
              <a:gd name="connsiteX2801" fmla="*/ 695658 w 3689114"/>
              <a:gd name="connsiteY2801" fmla="*/ 799599 h 2607908"/>
              <a:gd name="connsiteX2802" fmla="*/ 692388 w 3689114"/>
              <a:gd name="connsiteY2802" fmla="*/ 802869 h 2607908"/>
              <a:gd name="connsiteX2803" fmla="*/ 689116 w 3689114"/>
              <a:gd name="connsiteY2803" fmla="*/ 799599 h 2607908"/>
              <a:gd name="connsiteX2804" fmla="*/ 692388 w 3689114"/>
              <a:gd name="connsiteY2804" fmla="*/ 796324 h 2607908"/>
              <a:gd name="connsiteX2805" fmla="*/ 2881510 w 3689114"/>
              <a:gd name="connsiteY2805" fmla="*/ 795580 h 2607908"/>
              <a:gd name="connsiteX2806" fmla="*/ 2885528 w 3689114"/>
              <a:gd name="connsiteY2806" fmla="*/ 799599 h 2607908"/>
              <a:gd name="connsiteX2807" fmla="*/ 2881510 w 3689114"/>
              <a:gd name="connsiteY2807" fmla="*/ 803613 h 2607908"/>
              <a:gd name="connsiteX2808" fmla="*/ 2877494 w 3689114"/>
              <a:gd name="connsiteY2808" fmla="*/ 799599 h 2607908"/>
              <a:gd name="connsiteX2809" fmla="*/ 2881510 w 3689114"/>
              <a:gd name="connsiteY2809" fmla="*/ 795580 h 2607908"/>
              <a:gd name="connsiteX2810" fmla="*/ 807604 w 3689114"/>
              <a:gd name="connsiteY2810" fmla="*/ 795578 h 2607908"/>
              <a:gd name="connsiteX2811" fmla="*/ 811621 w 3689114"/>
              <a:gd name="connsiteY2811" fmla="*/ 799599 h 2607908"/>
              <a:gd name="connsiteX2812" fmla="*/ 807604 w 3689114"/>
              <a:gd name="connsiteY2812" fmla="*/ 803613 h 2607908"/>
              <a:gd name="connsiteX2813" fmla="*/ 803587 w 3689114"/>
              <a:gd name="connsiteY2813" fmla="*/ 799599 h 2607908"/>
              <a:gd name="connsiteX2814" fmla="*/ 807604 w 3689114"/>
              <a:gd name="connsiteY2814" fmla="*/ 795578 h 2607908"/>
              <a:gd name="connsiteX2815" fmla="*/ 2766294 w 3689114"/>
              <a:gd name="connsiteY2815" fmla="*/ 794759 h 2607908"/>
              <a:gd name="connsiteX2816" fmla="*/ 2771131 w 3689114"/>
              <a:gd name="connsiteY2816" fmla="*/ 799599 h 2607908"/>
              <a:gd name="connsiteX2817" fmla="*/ 2766294 w 3689114"/>
              <a:gd name="connsiteY2817" fmla="*/ 804433 h 2607908"/>
              <a:gd name="connsiteX2818" fmla="*/ 2761456 w 3689114"/>
              <a:gd name="connsiteY2818" fmla="*/ 799599 h 2607908"/>
              <a:gd name="connsiteX2819" fmla="*/ 2766294 w 3689114"/>
              <a:gd name="connsiteY2819" fmla="*/ 794759 h 2607908"/>
              <a:gd name="connsiteX2820" fmla="*/ 922821 w 3689114"/>
              <a:gd name="connsiteY2820" fmla="*/ 794759 h 2607908"/>
              <a:gd name="connsiteX2821" fmla="*/ 927658 w 3689114"/>
              <a:gd name="connsiteY2821" fmla="*/ 799599 h 2607908"/>
              <a:gd name="connsiteX2822" fmla="*/ 922821 w 3689114"/>
              <a:gd name="connsiteY2822" fmla="*/ 804433 h 2607908"/>
              <a:gd name="connsiteX2823" fmla="*/ 917983 w 3689114"/>
              <a:gd name="connsiteY2823" fmla="*/ 799599 h 2607908"/>
              <a:gd name="connsiteX2824" fmla="*/ 922821 w 3689114"/>
              <a:gd name="connsiteY2824" fmla="*/ 794759 h 2607908"/>
              <a:gd name="connsiteX2825" fmla="*/ 2651076 w 3689114"/>
              <a:gd name="connsiteY2825" fmla="*/ 793969 h 2607908"/>
              <a:gd name="connsiteX2826" fmla="*/ 2656705 w 3689114"/>
              <a:gd name="connsiteY2826" fmla="*/ 799599 h 2607908"/>
              <a:gd name="connsiteX2827" fmla="*/ 2651076 w 3689114"/>
              <a:gd name="connsiteY2827" fmla="*/ 805228 h 2607908"/>
              <a:gd name="connsiteX2828" fmla="*/ 2645447 w 3689114"/>
              <a:gd name="connsiteY2828" fmla="*/ 799599 h 2607908"/>
              <a:gd name="connsiteX2829" fmla="*/ 2651076 w 3689114"/>
              <a:gd name="connsiteY2829" fmla="*/ 793969 h 2607908"/>
              <a:gd name="connsiteX2830" fmla="*/ 1038038 w 3689114"/>
              <a:gd name="connsiteY2830" fmla="*/ 793969 h 2607908"/>
              <a:gd name="connsiteX2831" fmla="*/ 1043667 w 3689114"/>
              <a:gd name="connsiteY2831" fmla="*/ 799599 h 2607908"/>
              <a:gd name="connsiteX2832" fmla="*/ 1038038 w 3689114"/>
              <a:gd name="connsiteY2832" fmla="*/ 805228 h 2607908"/>
              <a:gd name="connsiteX2833" fmla="*/ 1032409 w 3689114"/>
              <a:gd name="connsiteY2833" fmla="*/ 799599 h 2607908"/>
              <a:gd name="connsiteX2834" fmla="*/ 1038038 w 3689114"/>
              <a:gd name="connsiteY2834" fmla="*/ 793969 h 2607908"/>
              <a:gd name="connsiteX2835" fmla="*/ 2535859 w 3689114"/>
              <a:gd name="connsiteY2835" fmla="*/ 793120 h 2607908"/>
              <a:gd name="connsiteX2836" fmla="*/ 2542338 w 3689114"/>
              <a:gd name="connsiteY2836" fmla="*/ 799599 h 2607908"/>
              <a:gd name="connsiteX2837" fmla="*/ 2535859 w 3689114"/>
              <a:gd name="connsiteY2837" fmla="*/ 806077 h 2607908"/>
              <a:gd name="connsiteX2838" fmla="*/ 2529380 w 3689114"/>
              <a:gd name="connsiteY2838" fmla="*/ 799599 h 2607908"/>
              <a:gd name="connsiteX2839" fmla="*/ 2535859 w 3689114"/>
              <a:gd name="connsiteY2839" fmla="*/ 793120 h 2607908"/>
              <a:gd name="connsiteX2840" fmla="*/ 1153255 w 3689114"/>
              <a:gd name="connsiteY2840" fmla="*/ 793120 h 2607908"/>
              <a:gd name="connsiteX2841" fmla="*/ 1159734 w 3689114"/>
              <a:gd name="connsiteY2841" fmla="*/ 799599 h 2607908"/>
              <a:gd name="connsiteX2842" fmla="*/ 1153255 w 3689114"/>
              <a:gd name="connsiteY2842" fmla="*/ 806077 h 2607908"/>
              <a:gd name="connsiteX2843" fmla="*/ 1146776 w 3689114"/>
              <a:gd name="connsiteY2843" fmla="*/ 799599 h 2607908"/>
              <a:gd name="connsiteX2844" fmla="*/ 1153255 w 3689114"/>
              <a:gd name="connsiteY2844" fmla="*/ 793120 h 2607908"/>
              <a:gd name="connsiteX2845" fmla="*/ 2420642 w 3689114"/>
              <a:gd name="connsiteY2845" fmla="*/ 792328 h 2607908"/>
              <a:gd name="connsiteX2846" fmla="*/ 2427913 w 3689114"/>
              <a:gd name="connsiteY2846" fmla="*/ 799599 h 2607908"/>
              <a:gd name="connsiteX2847" fmla="*/ 2420642 w 3689114"/>
              <a:gd name="connsiteY2847" fmla="*/ 806868 h 2607908"/>
              <a:gd name="connsiteX2848" fmla="*/ 2413372 w 3689114"/>
              <a:gd name="connsiteY2848" fmla="*/ 799599 h 2607908"/>
              <a:gd name="connsiteX2849" fmla="*/ 2420642 w 3689114"/>
              <a:gd name="connsiteY2849" fmla="*/ 792328 h 2607908"/>
              <a:gd name="connsiteX2850" fmla="*/ 1268472 w 3689114"/>
              <a:gd name="connsiteY2850" fmla="*/ 792328 h 2607908"/>
              <a:gd name="connsiteX2851" fmla="*/ 1275742 w 3689114"/>
              <a:gd name="connsiteY2851" fmla="*/ 799599 h 2607908"/>
              <a:gd name="connsiteX2852" fmla="*/ 1268472 w 3689114"/>
              <a:gd name="connsiteY2852" fmla="*/ 806868 h 2607908"/>
              <a:gd name="connsiteX2853" fmla="*/ 1261202 w 3689114"/>
              <a:gd name="connsiteY2853" fmla="*/ 799599 h 2607908"/>
              <a:gd name="connsiteX2854" fmla="*/ 1268472 w 3689114"/>
              <a:gd name="connsiteY2854" fmla="*/ 792328 h 2607908"/>
              <a:gd name="connsiteX2855" fmla="*/ 2305425 w 3689114"/>
              <a:gd name="connsiteY2855" fmla="*/ 791614 h 2607908"/>
              <a:gd name="connsiteX2856" fmla="*/ 2313409 w 3689114"/>
              <a:gd name="connsiteY2856" fmla="*/ 799599 h 2607908"/>
              <a:gd name="connsiteX2857" fmla="*/ 2305425 w 3689114"/>
              <a:gd name="connsiteY2857" fmla="*/ 807582 h 2607908"/>
              <a:gd name="connsiteX2858" fmla="*/ 2297441 w 3689114"/>
              <a:gd name="connsiteY2858" fmla="*/ 799599 h 2607908"/>
              <a:gd name="connsiteX2859" fmla="*/ 2305425 w 3689114"/>
              <a:gd name="connsiteY2859" fmla="*/ 791614 h 2607908"/>
              <a:gd name="connsiteX2860" fmla="*/ 1383689 w 3689114"/>
              <a:gd name="connsiteY2860" fmla="*/ 791614 h 2607908"/>
              <a:gd name="connsiteX2861" fmla="*/ 1391673 w 3689114"/>
              <a:gd name="connsiteY2861" fmla="*/ 799599 h 2607908"/>
              <a:gd name="connsiteX2862" fmla="*/ 1383689 w 3689114"/>
              <a:gd name="connsiteY2862" fmla="*/ 807582 h 2607908"/>
              <a:gd name="connsiteX2863" fmla="*/ 1375706 w 3689114"/>
              <a:gd name="connsiteY2863" fmla="*/ 799599 h 2607908"/>
              <a:gd name="connsiteX2864" fmla="*/ 1383689 w 3689114"/>
              <a:gd name="connsiteY2864" fmla="*/ 791614 h 2607908"/>
              <a:gd name="connsiteX2865" fmla="*/ 2190209 w 3689114"/>
              <a:gd name="connsiteY2865" fmla="*/ 791118 h 2607908"/>
              <a:gd name="connsiteX2866" fmla="*/ 2198686 w 3689114"/>
              <a:gd name="connsiteY2866" fmla="*/ 799599 h 2607908"/>
              <a:gd name="connsiteX2867" fmla="*/ 2190209 w 3689114"/>
              <a:gd name="connsiteY2867" fmla="*/ 808073 h 2607908"/>
              <a:gd name="connsiteX2868" fmla="*/ 2181731 w 3689114"/>
              <a:gd name="connsiteY2868" fmla="*/ 799599 h 2607908"/>
              <a:gd name="connsiteX2869" fmla="*/ 2190209 w 3689114"/>
              <a:gd name="connsiteY2869" fmla="*/ 791118 h 2607908"/>
              <a:gd name="connsiteX2870" fmla="*/ 1498906 w 3689114"/>
              <a:gd name="connsiteY2870" fmla="*/ 791118 h 2607908"/>
              <a:gd name="connsiteX2871" fmla="*/ 1507383 w 3689114"/>
              <a:gd name="connsiteY2871" fmla="*/ 799599 h 2607908"/>
              <a:gd name="connsiteX2872" fmla="*/ 1498906 w 3689114"/>
              <a:gd name="connsiteY2872" fmla="*/ 808073 h 2607908"/>
              <a:gd name="connsiteX2873" fmla="*/ 1490429 w 3689114"/>
              <a:gd name="connsiteY2873" fmla="*/ 799599 h 2607908"/>
              <a:gd name="connsiteX2874" fmla="*/ 1498906 w 3689114"/>
              <a:gd name="connsiteY2874" fmla="*/ 791118 h 2607908"/>
              <a:gd name="connsiteX2875" fmla="*/ 2074992 w 3689114"/>
              <a:gd name="connsiteY2875" fmla="*/ 790612 h 2607908"/>
              <a:gd name="connsiteX2876" fmla="*/ 2083977 w 3689114"/>
              <a:gd name="connsiteY2876" fmla="*/ 799599 h 2607908"/>
              <a:gd name="connsiteX2877" fmla="*/ 2074992 w 3689114"/>
              <a:gd name="connsiteY2877" fmla="*/ 808583 h 2607908"/>
              <a:gd name="connsiteX2878" fmla="*/ 2066006 w 3689114"/>
              <a:gd name="connsiteY2878" fmla="*/ 799599 h 2607908"/>
              <a:gd name="connsiteX2879" fmla="*/ 2074992 w 3689114"/>
              <a:gd name="connsiteY2879" fmla="*/ 790612 h 2607908"/>
              <a:gd name="connsiteX2880" fmla="*/ 1614123 w 3689114"/>
              <a:gd name="connsiteY2880" fmla="*/ 790612 h 2607908"/>
              <a:gd name="connsiteX2881" fmla="*/ 1623109 w 3689114"/>
              <a:gd name="connsiteY2881" fmla="*/ 799599 h 2607908"/>
              <a:gd name="connsiteX2882" fmla="*/ 1614123 w 3689114"/>
              <a:gd name="connsiteY2882" fmla="*/ 808583 h 2607908"/>
              <a:gd name="connsiteX2883" fmla="*/ 1605138 w 3689114"/>
              <a:gd name="connsiteY2883" fmla="*/ 799599 h 2607908"/>
              <a:gd name="connsiteX2884" fmla="*/ 1614123 w 3689114"/>
              <a:gd name="connsiteY2884" fmla="*/ 790612 h 2607908"/>
              <a:gd name="connsiteX2885" fmla="*/ 1959774 w 3689114"/>
              <a:gd name="connsiteY2885" fmla="*/ 790351 h 2607908"/>
              <a:gd name="connsiteX2886" fmla="*/ 1969020 w 3689114"/>
              <a:gd name="connsiteY2886" fmla="*/ 799599 h 2607908"/>
              <a:gd name="connsiteX2887" fmla="*/ 1959774 w 3689114"/>
              <a:gd name="connsiteY2887" fmla="*/ 808841 h 2607908"/>
              <a:gd name="connsiteX2888" fmla="*/ 1950530 w 3689114"/>
              <a:gd name="connsiteY2888" fmla="*/ 799599 h 2607908"/>
              <a:gd name="connsiteX2889" fmla="*/ 1959774 w 3689114"/>
              <a:gd name="connsiteY2889" fmla="*/ 790351 h 2607908"/>
              <a:gd name="connsiteX2890" fmla="*/ 1844558 w 3689114"/>
              <a:gd name="connsiteY2890" fmla="*/ 790351 h 2607908"/>
              <a:gd name="connsiteX2891" fmla="*/ 1853803 w 3689114"/>
              <a:gd name="connsiteY2891" fmla="*/ 799599 h 2607908"/>
              <a:gd name="connsiteX2892" fmla="*/ 1844558 w 3689114"/>
              <a:gd name="connsiteY2892" fmla="*/ 808841 h 2607908"/>
              <a:gd name="connsiteX2893" fmla="*/ 1835312 w 3689114"/>
              <a:gd name="connsiteY2893" fmla="*/ 799599 h 2607908"/>
              <a:gd name="connsiteX2894" fmla="*/ 1844558 w 3689114"/>
              <a:gd name="connsiteY2894" fmla="*/ 790351 h 2607908"/>
              <a:gd name="connsiteX2895" fmla="*/ 1729340 w 3689114"/>
              <a:gd name="connsiteY2895" fmla="*/ 790351 h 2607908"/>
              <a:gd name="connsiteX2896" fmla="*/ 1738586 w 3689114"/>
              <a:gd name="connsiteY2896" fmla="*/ 799599 h 2607908"/>
              <a:gd name="connsiteX2897" fmla="*/ 1729340 w 3689114"/>
              <a:gd name="connsiteY2897" fmla="*/ 808841 h 2607908"/>
              <a:gd name="connsiteX2898" fmla="*/ 1720095 w 3689114"/>
              <a:gd name="connsiteY2898" fmla="*/ 799599 h 2607908"/>
              <a:gd name="connsiteX2899" fmla="*/ 1729340 w 3689114"/>
              <a:gd name="connsiteY2899" fmla="*/ 790351 h 2607908"/>
              <a:gd name="connsiteX2900" fmla="*/ 3284770 w 3689114"/>
              <a:gd name="connsiteY2900" fmla="*/ 698578 h 2607908"/>
              <a:gd name="connsiteX2901" fmla="*/ 3285997 w 3689114"/>
              <a:gd name="connsiteY2901" fmla="*/ 699807 h 2607908"/>
              <a:gd name="connsiteX2902" fmla="*/ 3284770 w 3689114"/>
              <a:gd name="connsiteY2902" fmla="*/ 701034 h 2607908"/>
              <a:gd name="connsiteX2903" fmla="*/ 3283543 w 3689114"/>
              <a:gd name="connsiteY2903" fmla="*/ 699807 h 2607908"/>
              <a:gd name="connsiteX2904" fmla="*/ 3284770 w 3689114"/>
              <a:gd name="connsiteY2904" fmla="*/ 698578 h 2607908"/>
              <a:gd name="connsiteX2905" fmla="*/ 404345 w 3689114"/>
              <a:gd name="connsiteY2905" fmla="*/ 698576 h 2607908"/>
              <a:gd name="connsiteX2906" fmla="*/ 405572 w 3689114"/>
              <a:gd name="connsiteY2906" fmla="*/ 699805 h 2607908"/>
              <a:gd name="connsiteX2907" fmla="*/ 404345 w 3689114"/>
              <a:gd name="connsiteY2907" fmla="*/ 701032 h 2607908"/>
              <a:gd name="connsiteX2908" fmla="*/ 403117 w 3689114"/>
              <a:gd name="connsiteY2908" fmla="*/ 699805 h 2607908"/>
              <a:gd name="connsiteX2909" fmla="*/ 404345 w 3689114"/>
              <a:gd name="connsiteY2909" fmla="*/ 698576 h 2607908"/>
              <a:gd name="connsiteX2910" fmla="*/ 3169553 w 3689114"/>
              <a:gd name="connsiteY2910" fmla="*/ 698050 h 2607908"/>
              <a:gd name="connsiteX2911" fmla="*/ 3171316 w 3689114"/>
              <a:gd name="connsiteY2911" fmla="*/ 699813 h 2607908"/>
              <a:gd name="connsiteX2912" fmla="*/ 3169553 w 3689114"/>
              <a:gd name="connsiteY2912" fmla="*/ 701576 h 2607908"/>
              <a:gd name="connsiteX2913" fmla="*/ 3167789 w 3689114"/>
              <a:gd name="connsiteY2913" fmla="*/ 699813 h 2607908"/>
              <a:gd name="connsiteX2914" fmla="*/ 3169553 w 3689114"/>
              <a:gd name="connsiteY2914" fmla="*/ 698050 h 2607908"/>
              <a:gd name="connsiteX2915" fmla="*/ 519562 w 3689114"/>
              <a:gd name="connsiteY2915" fmla="*/ 698048 h 2607908"/>
              <a:gd name="connsiteX2916" fmla="*/ 521325 w 3689114"/>
              <a:gd name="connsiteY2916" fmla="*/ 699812 h 2607908"/>
              <a:gd name="connsiteX2917" fmla="*/ 519562 w 3689114"/>
              <a:gd name="connsiteY2917" fmla="*/ 701576 h 2607908"/>
              <a:gd name="connsiteX2918" fmla="*/ 517799 w 3689114"/>
              <a:gd name="connsiteY2918" fmla="*/ 699812 h 2607908"/>
              <a:gd name="connsiteX2919" fmla="*/ 519562 w 3689114"/>
              <a:gd name="connsiteY2919" fmla="*/ 698048 h 2607908"/>
              <a:gd name="connsiteX2920" fmla="*/ 3054336 w 3689114"/>
              <a:gd name="connsiteY2920" fmla="*/ 697422 h 2607908"/>
              <a:gd name="connsiteX2921" fmla="*/ 3056729 w 3689114"/>
              <a:gd name="connsiteY2921" fmla="*/ 699816 h 2607908"/>
              <a:gd name="connsiteX2922" fmla="*/ 3054336 w 3689114"/>
              <a:gd name="connsiteY2922" fmla="*/ 702209 h 2607908"/>
              <a:gd name="connsiteX2923" fmla="*/ 3051943 w 3689114"/>
              <a:gd name="connsiteY2923" fmla="*/ 699816 h 2607908"/>
              <a:gd name="connsiteX2924" fmla="*/ 3054336 w 3689114"/>
              <a:gd name="connsiteY2924" fmla="*/ 697422 h 2607908"/>
              <a:gd name="connsiteX2925" fmla="*/ 634779 w 3689114"/>
              <a:gd name="connsiteY2925" fmla="*/ 697422 h 2607908"/>
              <a:gd name="connsiteX2926" fmla="*/ 637173 w 3689114"/>
              <a:gd name="connsiteY2926" fmla="*/ 699816 h 2607908"/>
              <a:gd name="connsiteX2927" fmla="*/ 634779 w 3689114"/>
              <a:gd name="connsiteY2927" fmla="*/ 702207 h 2607908"/>
              <a:gd name="connsiteX2928" fmla="*/ 632387 w 3689114"/>
              <a:gd name="connsiteY2928" fmla="*/ 699816 h 2607908"/>
              <a:gd name="connsiteX2929" fmla="*/ 634779 w 3689114"/>
              <a:gd name="connsiteY2929" fmla="*/ 697422 h 2607908"/>
              <a:gd name="connsiteX2930" fmla="*/ 2939119 w 3689114"/>
              <a:gd name="connsiteY2930" fmla="*/ 696776 h 2607908"/>
              <a:gd name="connsiteX2931" fmla="*/ 2942158 w 3689114"/>
              <a:gd name="connsiteY2931" fmla="*/ 699816 h 2607908"/>
              <a:gd name="connsiteX2932" fmla="*/ 2939119 w 3689114"/>
              <a:gd name="connsiteY2932" fmla="*/ 702853 h 2607908"/>
              <a:gd name="connsiteX2933" fmla="*/ 2936080 w 3689114"/>
              <a:gd name="connsiteY2933" fmla="*/ 699816 h 2607908"/>
              <a:gd name="connsiteX2934" fmla="*/ 2939119 w 3689114"/>
              <a:gd name="connsiteY2934" fmla="*/ 696776 h 2607908"/>
              <a:gd name="connsiteX2935" fmla="*/ 749996 w 3689114"/>
              <a:gd name="connsiteY2935" fmla="*/ 696775 h 2607908"/>
              <a:gd name="connsiteX2936" fmla="*/ 753035 w 3689114"/>
              <a:gd name="connsiteY2936" fmla="*/ 699816 h 2607908"/>
              <a:gd name="connsiteX2937" fmla="*/ 749996 w 3689114"/>
              <a:gd name="connsiteY2937" fmla="*/ 702853 h 2607908"/>
              <a:gd name="connsiteX2938" fmla="*/ 746957 w 3689114"/>
              <a:gd name="connsiteY2938" fmla="*/ 699816 h 2607908"/>
              <a:gd name="connsiteX2939" fmla="*/ 749996 w 3689114"/>
              <a:gd name="connsiteY2939" fmla="*/ 696775 h 2607908"/>
              <a:gd name="connsiteX2940" fmla="*/ 2823902 w 3689114"/>
              <a:gd name="connsiteY2940" fmla="*/ 696061 h 2607908"/>
              <a:gd name="connsiteX2941" fmla="*/ 2827662 w 3689114"/>
              <a:gd name="connsiteY2941" fmla="*/ 699816 h 2607908"/>
              <a:gd name="connsiteX2942" fmla="*/ 2823902 w 3689114"/>
              <a:gd name="connsiteY2942" fmla="*/ 703575 h 2607908"/>
              <a:gd name="connsiteX2943" fmla="*/ 2820142 w 3689114"/>
              <a:gd name="connsiteY2943" fmla="*/ 699816 h 2607908"/>
              <a:gd name="connsiteX2944" fmla="*/ 2823902 w 3689114"/>
              <a:gd name="connsiteY2944" fmla="*/ 696061 h 2607908"/>
              <a:gd name="connsiteX2945" fmla="*/ 865213 w 3689114"/>
              <a:gd name="connsiteY2945" fmla="*/ 696061 h 2607908"/>
              <a:gd name="connsiteX2946" fmla="*/ 868973 w 3689114"/>
              <a:gd name="connsiteY2946" fmla="*/ 699816 h 2607908"/>
              <a:gd name="connsiteX2947" fmla="*/ 865213 w 3689114"/>
              <a:gd name="connsiteY2947" fmla="*/ 703575 h 2607908"/>
              <a:gd name="connsiteX2948" fmla="*/ 861453 w 3689114"/>
              <a:gd name="connsiteY2948" fmla="*/ 699816 h 2607908"/>
              <a:gd name="connsiteX2949" fmla="*/ 865213 w 3689114"/>
              <a:gd name="connsiteY2949" fmla="*/ 696061 h 2607908"/>
              <a:gd name="connsiteX2950" fmla="*/ 2708685 w 3689114"/>
              <a:gd name="connsiteY2950" fmla="*/ 695355 h 2607908"/>
              <a:gd name="connsiteX2951" fmla="*/ 2713149 w 3689114"/>
              <a:gd name="connsiteY2951" fmla="*/ 699816 h 2607908"/>
              <a:gd name="connsiteX2952" fmla="*/ 2708685 w 3689114"/>
              <a:gd name="connsiteY2952" fmla="*/ 704280 h 2607908"/>
              <a:gd name="connsiteX2953" fmla="*/ 2704221 w 3689114"/>
              <a:gd name="connsiteY2953" fmla="*/ 699816 h 2607908"/>
              <a:gd name="connsiteX2954" fmla="*/ 2708685 w 3689114"/>
              <a:gd name="connsiteY2954" fmla="*/ 695355 h 2607908"/>
              <a:gd name="connsiteX2955" fmla="*/ 980429 w 3689114"/>
              <a:gd name="connsiteY2955" fmla="*/ 695355 h 2607908"/>
              <a:gd name="connsiteX2956" fmla="*/ 984893 w 3689114"/>
              <a:gd name="connsiteY2956" fmla="*/ 699816 h 2607908"/>
              <a:gd name="connsiteX2957" fmla="*/ 980429 w 3689114"/>
              <a:gd name="connsiteY2957" fmla="*/ 704280 h 2607908"/>
              <a:gd name="connsiteX2958" fmla="*/ 975965 w 3689114"/>
              <a:gd name="connsiteY2958" fmla="*/ 699816 h 2607908"/>
              <a:gd name="connsiteX2959" fmla="*/ 980429 w 3689114"/>
              <a:gd name="connsiteY2959" fmla="*/ 695355 h 2607908"/>
              <a:gd name="connsiteX2960" fmla="*/ 2593468 w 3689114"/>
              <a:gd name="connsiteY2960" fmla="*/ 694593 h 2607908"/>
              <a:gd name="connsiteX2961" fmla="*/ 2598694 w 3689114"/>
              <a:gd name="connsiteY2961" fmla="*/ 699820 h 2607908"/>
              <a:gd name="connsiteX2962" fmla="*/ 2593468 w 3689114"/>
              <a:gd name="connsiteY2962" fmla="*/ 705042 h 2607908"/>
              <a:gd name="connsiteX2963" fmla="*/ 2588242 w 3689114"/>
              <a:gd name="connsiteY2963" fmla="*/ 699820 h 2607908"/>
              <a:gd name="connsiteX2964" fmla="*/ 2593468 w 3689114"/>
              <a:gd name="connsiteY2964" fmla="*/ 694593 h 2607908"/>
              <a:gd name="connsiteX2965" fmla="*/ 1095646 w 3689114"/>
              <a:gd name="connsiteY2965" fmla="*/ 694593 h 2607908"/>
              <a:gd name="connsiteX2966" fmla="*/ 1100872 w 3689114"/>
              <a:gd name="connsiteY2966" fmla="*/ 699820 h 2607908"/>
              <a:gd name="connsiteX2967" fmla="*/ 1095646 w 3689114"/>
              <a:gd name="connsiteY2967" fmla="*/ 705042 h 2607908"/>
              <a:gd name="connsiteX2968" fmla="*/ 1090420 w 3689114"/>
              <a:gd name="connsiteY2968" fmla="*/ 699820 h 2607908"/>
              <a:gd name="connsiteX2969" fmla="*/ 1095646 w 3689114"/>
              <a:gd name="connsiteY2969" fmla="*/ 694593 h 2607908"/>
              <a:gd name="connsiteX2970" fmla="*/ 2478251 w 3689114"/>
              <a:gd name="connsiteY2970" fmla="*/ 693980 h 2607908"/>
              <a:gd name="connsiteX2971" fmla="*/ 2484087 w 3689114"/>
              <a:gd name="connsiteY2971" fmla="*/ 699820 h 2607908"/>
              <a:gd name="connsiteX2972" fmla="*/ 2478251 w 3689114"/>
              <a:gd name="connsiteY2972" fmla="*/ 705656 h 2607908"/>
              <a:gd name="connsiteX2973" fmla="*/ 2472415 w 3689114"/>
              <a:gd name="connsiteY2973" fmla="*/ 699820 h 2607908"/>
              <a:gd name="connsiteX2974" fmla="*/ 2478251 w 3689114"/>
              <a:gd name="connsiteY2974" fmla="*/ 693980 h 2607908"/>
              <a:gd name="connsiteX2975" fmla="*/ 1210863 w 3689114"/>
              <a:gd name="connsiteY2975" fmla="*/ 693980 h 2607908"/>
              <a:gd name="connsiteX2976" fmla="*/ 1216699 w 3689114"/>
              <a:gd name="connsiteY2976" fmla="*/ 699820 h 2607908"/>
              <a:gd name="connsiteX2977" fmla="*/ 1210863 w 3689114"/>
              <a:gd name="connsiteY2977" fmla="*/ 705656 h 2607908"/>
              <a:gd name="connsiteX2978" fmla="*/ 1205027 w 3689114"/>
              <a:gd name="connsiteY2978" fmla="*/ 699820 h 2607908"/>
              <a:gd name="connsiteX2979" fmla="*/ 1210863 w 3689114"/>
              <a:gd name="connsiteY2979" fmla="*/ 693980 h 2607908"/>
              <a:gd name="connsiteX2980" fmla="*/ 2363034 w 3689114"/>
              <a:gd name="connsiteY2980" fmla="*/ 693338 h 2607908"/>
              <a:gd name="connsiteX2981" fmla="*/ 2369513 w 3689114"/>
              <a:gd name="connsiteY2981" fmla="*/ 699820 h 2607908"/>
              <a:gd name="connsiteX2982" fmla="*/ 2363034 w 3689114"/>
              <a:gd name="connsiteY2982" fmla="*/ 706298 h 2607908"/>
              <a:gd name="connsiteX2983" fmla="*/ 2356555 w 3689114"/>
              <a:gd name="connsiteY2983" fmla="*/ 699820 h 2607908"/>
              <a:gd name="connsiteX2984" fmla="*/ 2363034 w 3689114"/>
              <a:gd name="connsiteY2984" fmla="*/ 693338 h 2607908"/>
              <a:gd name="connsiteX2985" fmla="*/ 1326080 w 3689114"/>
              <a:gd name="connsiteY2985" fmla="*/ 693338 h 2607908"/>
              <a:gd name="connsiteX2986" fmla="*/ 1332559 w 3689114"/>
              <a:gd name="connsiteY2986" fmla="*/ 699820 h 2607908"/>
              <a:gd name="connsiteX2987" fmla="*/ 1326080 w 3689114"/>
              <a:gd name="connsiteY2987" fmla="*/ 706298 h 2607908"/>
              <a:gd name="connsiteX2988" fmla="*/ 1319602 w 3689114"/>
              <a:gd name="connsiteY2988" fmla="*/ 699820 h 2607908"/>
              <a:gd name="connsiteX2989" fmla="*/ 1326080 w 3689114"/>
              <a:gd name="connsiteY2989" fmla="*/ 693338 h 2607908"/>
              <a:gd name="connsiteX2990" fmla="*/ 2247817 w 3689114"/>
              <a:gd name="connsiteY2990" fmla="*/ 692781 h 2607908"/>
              <a:gd name="connsiteX2991" fmla="*/ 2254857 w 3689114"/>
              <a:gd name="connsiteY2991" fmla="*/ 699820 h 2607908"/>
              <a:gd name="connsiteX2992" fmla="*/ 2247817 w 3689114"/>
              <a:gd name="connsiteY2992" fmla="*/ 706856 h 2607908"/>
              <a:gd name="connsiteX2993" fmla="*/ 2240777 w 3689114"/>
              <a:gd name="connsiteY2993" fmla="*/ 699820 h 2607908"/>
              <a:gd name="connsiteX2994" fmla="*/ 2247817 w 3689114"/>
              <a:gd name="connsiteY2994" fmla="*/ 692781 h 2607908"/>
              <a:gd name="connsiteX2995" fmla="*/ 1441297 w 3689114"/>
              <a:gd name="connsiteY2995" fmla="*/ 692781 h 2607908"/>
              <a:gd name="connsiteX2996" fmla="*/ 1448337 w 3689114"/>
              <a:gd name="connsiteY2996" fmla="*/ 699820 h 2607908"/>
              <a:gd name="connsiteX2997" fmla="*/ 1441297 w 3689114"/>
              <a:gd name="connsiteY2997" fmla="*/ 706856 h 2607908"/>
              <a:gd name="connsiteX2998" fmla="*/ 1434258 w 3689114"/>
              <a:gd name="connsiteY2998" fmla="*/ 699820 h 2607908"/>
              <a:gd name="connsiteX2999" fmla="*/ 1441297 w 3689114"/>
              <a:gd name="connsiteY2999" fmla="*/ 692781 h 2607908"/>
              <a:gd name="connsiteX3000" fmla="*/ 2132600 w 3689114"/>
              <a:gd name="connsiteY3000" fmla="*/ 692316 h 2607908"/>
              <a:gd name="connsiteX3001" fmla="*/ 2140104 w 3689114"/>
              <a:gd name="connsiteY3001" fmla="*/ 699820 h 2607908"/>
              <a:gd name="connsiteX3002" fmla="*/ 2132600 w 3689114"/>
              <a:gd name="connsiteY3002" fmla="*/ 707322 h 2607908"/>
              <a:gd name="connsiteX3003" fmla="*/ 2125096 w 3689114"/>
              <a:gd name="connsiteY3003" fmla="*/ 699820 h 2607908"/>
              <a:gd name="connsiteX3004" fmla="*/ 2132600 w 3689114"/>
              <a:gd name="connsiteY3004" fmla="*/ 692316 h 2607908"/>
              <a:gd name="connsiteX3005" fmla="*/ 1556514 w 3689114"/>
              <a:gd name="connsiteY3005" fmla="*/ 692316 h 2607908"/>
              <a:gd name="connsiteX3006" fmla="*/ 1564019 w 3689114"/>
              <a:gd name="connsiteY3006" fmla="*/ 699820 h 2607908"/>
              <a:gd name="connsiteX3007" fmla="*/ 1556514 w 3689114"/>
              <a:gd name="connsiteY3007" fmla="*/ 707322 h 2607908"/>
              <a:gd name="connsiteX3008" fmla="*/ 1549010 w 3689114"/>
              <a:gd name="connsiteY3008" fmla="*/ 699820 h 2607908"/>
              <a:gd name="connsiteX3009" fmla="*/ 1556514 w 3689114"/>
              <a:gd name="connsiteY3009" fmla="*/ 692316 h 2607908"/>
              <a:gd name="connsiteX3010" fmla="*/ 2017383 w 3689114"/>
              <a:gd name="connsiteY3010" fmla="*/ 692075 h 2607908"/>
              <a:gd name="connsiteX3011" fmla="*/ 2025124 w 3689114"/>
              <a:gd name="connsiteY3011" fmla="*/ 699820 h 2607908"/>
              <a:gd name="connsiteX3012" fmla="*/ 2017383 w 3689114"/>
              <a:gd name="connsiteY3012" fmla="*/ 707560 h 2607908"/>
              <a:gd name="connsiteX3013" fmla="*/ 2009640 w 3689114"/>
              <a:gd name="connsiteY3013" fmla="*/ 699820 h 2607908"/>
              <a:gd name="connsiteX3014" fmla="*/ 2017383 w 3689114"/>
              <a:gd name="connsiteY3014" fmla="*/ 692075 h 2607908"/>
              <a:gd name="connsiteX3015" fmla="*/ 1671732 w 3689114"/>
              <a:gd name="connsiteY3015" fmla="*/ 692075 h 2607908"/>
              <a:gd name="connsiteX3016" fmla="*/ 1679473 w 3689114"/>
              <a:gd name="connsiteY3016" fmla="*/ 699820 h 2607908"/>
              <a:gd name="connsiteX3017" fmla="*/ 1671732 w 3689114"/>
              <a:gd name="connsiteY3017" fmla="*/ 707560 h 2607908"/>
              <a:gd name="connsiteX3018" fmla="*/ 1663989 w 3689114"/>
              <a:gd name="connsiteY3018" fmla="*/ 699820 h 2607908"/>
              <a:gd name="connsiteX3019" fmla="*/ 1671732 w 3689114"/>
              <a:gd name="connsiteY3019" fmla="*/ 692075 h 2607908"/>
              <a:gd name="connsiteX3020" fmla="*/ 1902166 w 3689114"/>
              <a:gd name="connsiteY3020" fmla="*/ 691834 h 2607908"/>
              <a:gd name="connsiteX3021" fmla="*/ 1910149 w 3689114"/>
              <a:gd name="connsiteY3021" fmla="*/ 699820 h 2607908"/>
              <a:gd name="connsiteX3022" fmla="*/ 1902166 w 3689114"/>
              <a:gd name="connsiteY3022" fmla="*/ 707802 h 2607908"/>
              <a:gd name="connsiteX3023" fmla="*/ 1894182 w 3689114"/>
              <a:gd name="connsiteY3023" fmla="*/ 699820 h 2607908"/>
              <a:gd name="connsiteX3024" fmla="*/ 1902166 w 3689114"/>
              <a:gd name="connsiteY3024" fmla="*/ 691834 h 2607908"/>
              <a:gd name="connsiteX3025" fmla="*/ 1786949 w 3689114"/>
              <a:gd name="connsiteY3025" fmla="*/ 691834 h 2607908"/>
              <a:gd name="connsiteX3026" fmla="*/ 1794932 w 3689114"/>
              <a:gd name="connsiteY3026" fmla="*/ 699820 h 2607908"/>
              <a:gd name="connsiteX3027" fmla="*/ 1786949 w 3689114"/>
              <a:gd name="connsiteY3027" fmla="*/ 707802 h 2607908"/>
              <a:gd name="connsiteX3028" fmla="*/ 1778965 w 3689114"/>
              <a:gd name="connsiteY3028" fmla="*/ 699820 h 2607908"/>
              <a:gd name="connsiteX3029" fmla="*/ 1786949 w 3689114"/>
              <a:gd name="connsiteY3029" fmla="*/ 691834 h 2607908"/>
              <a:gd name="connsiteX3030" fmla="*/ 3227162 w 3689114"/>
              <a:gd name="connsiteY3030" fmla="*/ 598849 h 2607908"/>
              <a:gd name="connsiteX3031" fmla="*/ 3228341 w 3689114"/>
              <a:gd name="connsiteY3031" fmla="*/ 600028 h 2607908"/>
              <a:gd name="connsiteX3032" fmla="*/ 3227162 w 3689114"/>
              <a:gd name="connsiteY3032" fmla="*/ 601208 h 2607908"/>
              <a:gd name="connsiteX3033" fmla="*/ 3225982 w 3689114"/>
              <a:gd name="connsiteY3033" fmla="*/ 600028 h 2607908"/>
              <a:gd name="connsiteX3034" fmla="*/ 3227162 w 3689114"/>
              <a:gd name="connsiteY3034" fmla="*/ 598849 h 2607908"/>
              <a:gd name="connsiteX3035" fmla="*/ 461953 w 3689114"/>
              <a:gd name="connsiteY3035" fmla="*/ 598847 h 2607908"/>
              <a:gd name="connsiteX3036" fmla="*/ 463133 w 3689114"/>
              <a:gd name="connsiteY3036" fmla="*/ 600025 h 2607908"/>
              <a:gd name="connsiteX3037" fmla="*/ 461953 w 3689114"/>
              <a:gd name="connsiteY3037" fmla="*/ 601204 h 2607908"/>
              <a:gd name="connsiteX3038" fmla="*/ 460774 w 3689114"/>
              <a:gd name="connsiteY3038" fmla="*/ 600025 h 2607908"/>
              <a:gd name="connsiteX3039" fmla="*/ 461953 w 3689114"/>
              <a:gd name="connsiteY3039" fmla="*/ 598847 h 2607908"/>
              <a:gd name="connsiteX3040" fmla="*/ 3111944 w 3689114"/>
              <a:gd name="connsiteY3040" fmla="*/ 598385 h 2607908"/>
              <a:gd name="connsiteX3041" fmla="*/ 3113593 w 3689114"/>
              <a:gd name="connsiteY3041" fmla="*/ 600033 h 2607908"/>
              <a:gd name="connsiteX3042" fmla="*/ 3111944 w 3689114"/>
              <a:gd name="connsiteY3042" fmla="*/ 601682 h 2607908"/>
              <a:gd name="connsiteX3043" fmla="*/ 3110296 w 3689114"/>
              <a:gd name="connsiteY3043" fmla="*/ 600033 h 2607908"/>
              <a:gd name="connsiteX3044" fmla="*/ 3111944 w 3689114"/>
              <a:gd name="connsiteY3044" fmla="*/ 598385 h 2607908"/>
              <a:gd name="connsiteX3045" fmla="*/ 577170 w 3689114"/>
              <a:gd name="connsiteY3045" fmla="*/ 598385 h 2607908"/>
              <a:gd name="connsiteX3046" fmla="*/ 578819 w 3689114"/>
              <a:gd name="connsiteY3046" fmla="*/ 600031 h 2607908"/>
              <a:gd name="connsiteX3047" fmla="*/ 577170 w 3689114"/>
              <a:gd name="connsiteY3047" fmla="*/ 601682 h 2607908"/>
              <a:gd name="connsiteX3048" fmla="*/ 575522 w 3689114"/>
              <a:gd name="connsiteY3048" fmla="*/ 600031 h 2607908"/>
              <a:gd name="connsiteX3049" fmla="*/ 577170 w 3689114"/>
              <a:gd name="connsiteY3049" fmla="*/ 598385 h 2607908"/>
              <a:gd name="connsiteX3050" fmla="*/ 2996727 w 3689114"/>
              <a:gd name="connsiteY3050" fmla="*/ 597841 h 2607908"/>
              <a:gd name="connsiteX3051" fmla="*/ 2998921 w 3689114"/>
              <a:gd name="connsiteY3051" fmla="*/ 600036 h 2607908"/>
              <a:gd name="connsiteX3052" fmla="*/ 2996727 w 3689114"/>
              <a:gd name="connsiteY3052" fmla="*/ 602229 h 2607908"/>
              <a:gd name="connsiteX3053" fmla="*/ 2994533 w 3689114"/>
              <a:gd name="connsiteY3053" fmla="*/ 600036 h 2607908"/>
              <a:gd name="connsiteX3054" fmla="*/ 2996727 w 3689114"/>
              <a:gd name="connsiteY3054" fmla="*/ 597841 h 2607908"/>
              <a:gd name="connsiteX3055" fmla="*/ 692388 w 3689114"/>
              <a:gd name="connsiteY3055" fmla="*/ 597841 h 2607908"/>
              <a:gd name="connsiteX3056" fmla="*/ 694580 w 3689114"/>
              <a:gd name="connsiteY3056" fmla="*/ 600033 h 2607908"/>
              <a:gd name="connsiteX3057" fmla="*/ 692388 w 3689114"/>
              <a:gd name="connsiteY3057" fmla="*/ 602229 h 2607908"/>
              <a:gd name="connsiteX3058" fmla="*/ 690193 w 3689114"/>
              <a:gd name="connsiteY3058" fmla="*/ 600033 h 2607908"/>
              <a:gd name="connsiteX3059" fmla="*/ 692388 w 3689114"/>
              <a:gd name="connsiteY3059" fmla="*/ 597841 h 2607908"/>
              <a:gd name="connsiteX3060" fmla="*/ 2881510 w 3689114"/>
              <a:gd name="connsiteY3060" fmla="*/ 597294 h 2607908"/>
              <a:gd name="connsiteX3061" fmla="*/ 2884252 w 3689114"/>
              <a:gd name="connsiteY3061" fmla="*/ 600036 h 2607908"/>
              <a:gd name="connsiteX3062" fmla="*/ 2881510 w 3689114"/>
              <a:gd name="connsiteY3062" fmla="*/ 602779 h 2607908"/>
              <a:gd name="connsiteX3063" fmla="*/ 2878768 w 3689114"/>
              <a:gd name="connsiteY3063" fmla="*/ 600036 h 2607908"/>
              <a:gd name="connsiteX3064" fmla="*/ 2881510 w 3689114"/>
              <a:gd name="connsiteY3064" fmla="*/ 597294 h 2607908"/>
              <a:gd name="connsiteX3065" fmla="*/ 807604 w 3689114"/>
              <a:gd name="connsiteY3065" fmla="*/ 597294 h 2607908"/>
              <a:gd name="connsiteX3066" fmla="*/ 810346 w 3689114"/>
              <a:gd name="connsiteY3066" fmla="*/ 600036 h 2607908"/>
              <a:gd name="connsiteX3067" fmla="*/ 807604 w 3689114"/>
              <a:gd name="connsiteY3067" fmla="*/ 602779 h 2607908"/>
              <a:gd name="connsiteX3068" fmla="*/ 804861 w 3689114"/>
              <a:gd name="connsiteY3068" fmla="*/ 600036 h 2607908"/>
              <a:gd name="connsiteX3069" fmla="*/ 807604 w 3689114"/>
              <a:gd name="connsiteY3069" fmla="*/ 597294 h 2607908"/>
              <a:gd name="connsiteX3070" fmla="*/ 2766293 w 3689114"/>
              <a:gd name="connsiteY3070" fmla="*/ 596688 h 2607908"/>
              <a:gd name="connsiteX3071" fmla="*/ 2769644 w 3689114"/>
              <a:gd name="connsiteY3071" fmla="*/ 600036 h 2607908"/>
              <a:gd name="connsiteX3072" fmla="*/ 2766293 w 3689114"/>
              <a:gd name="connsiteY3072" fmla="*/ 603387 h 2607908"/>
              <a:gd name="connsiteX3073" fmla="*/ 2762943 w 3689114"/>
              <a:gd name="connsiteY3073" fmla="*/ 600036 h 2607908"/>
              <a:gd name="connsiteX3074" fmla="*/ 2766293 w 3689114"/>
              <a:gd name="connsiteY3074" fmla="*/ 596688 h 2607908"/>
              <a:gd name="connsiteX3075" fmla="*/ 922821 w 3689114"/>
              <a:gd name="connsiteY3075" fmla="*/ 596688 h 2607908"/>
              <a:gd name="connsiteX3076" fmla="*/ 926172 w 3689114"/>
              <a:gd name="connsiteY3076" fmla="*/ 600036 h 2607908"/>
              <a:gd name="connsiteX3077" fmla="*/ 922821 w 3689114"/>
              <a:gd name="connsiteY3077" fmla="*/ 603387 h 2607908"/>
              <a:gd name="connsiteX3078" fmla="*/ 919471 w 3689114"/>
              <a:gd name="connsiteY3078" fmla="*/ 600036 h 2607908"/>
              <a:gd name="connsiteX3079" fmla="*/ 922821 w 3689114"/>
              <a:gd name="connsiteY3079" fmla="*/ 596688 h 2607908"/>
              <a:gd name="connsiteX3080" fmla="*/ 2651076 w 3689114"/>
              <a:gd name="connsiteY3080" fmla="*/ 596023 h 2607908"/>
              <a:gd name="connsiteX3081" fmla="*/ 2655094 w 3689114"/>
              <a:gd name="connsiteY3081" fmla="*/ 600037 h 2607908"/>
              <a:gd name="connsiteX3082" fmla="*/ 2651076 w 3689114"/>
              <a:gd name="connsiteY3082" fmla="*/ 604057 h 2607908"/>
              <a:gd name="connsiteX3083" fmla="*/ 2647059 w 3689114"/>
              <a:gd name="connsiteY3083" fmla="*/ 600037 h 2607908"/>
              <a:gd name="connsiteX3084" fmla="*/ 2651076 w 3689114"/>
              <a:gd name="connsiteY3084" fmla="*/ 596023 h 2607908"/>
              <a:gd name="connsiteX3085" fmla="*/ 1038037 w 3689114"/>
              <a:gd name="connsiteY3085" fmla="*/ 596023 h 2607908"/>
              <a:gd name="connsiteX3086" fmla="*/ 1042055 w 3689114"/>
              <a:gd name="connsiteY3086" fmla="*/ 600037 h 2607908"/>
              <a:gd name="connsiteX3087" fmla="*/ 1038037 w 3689114"/>
              <a:gd name="connsiteY3087" fmla="*/ 604057 h 2607908"/>
              <a:gd name="connsiteX3088" fmla="*/ 1034021 w 3689114"/>
              <a:gd name="connsiteY3088" fmla="*/ 600037 h 2607908"/>
              <a:gd name="connsiteX3089" fmla="*/ 1038037 w 3689114"/>
              <a:gd name="connsiteY3089" fmla="*/ 596023 h 2607908"/>
              <a:gd name="connsiteX3090" fmla="*/ 2535859 w 3689114"/>
              <a:gd name="connsiteY3090" fmla="*/ 595391 h 2607908"/>
              <a:gd name="connsiteX3091" fmla="*/ 2540508 w 3689114"/>
              <a:gd name="connsiteY3091" fmla="*/ 600038 h 2607908"/>
              <a:gd name="connsiteX3092" fmla="*/ 2535859 w 3689114"/>
              <a:gd name="connsiteY3092" fmla="*/ 604691 h 2607908"/>
              <a:gd name="connsiteX3093" fmla="*/ 2531210 w 3689114"/>
              <a:gd name="connsiteY3093" fmla="*/ 600038 h 2607908"/>
              <a:gd name="connsiteX3094" fmla="*/ 2535859 w 3689114"/>
              <a:gd name="connsiteY3094" fmla="*/ 595391 h 2607908"/>
              <a:gd name="connsiteX3095" fmla="*/ 1153255 w 3689114"/>
              <a:gd name="connsiteY3095" fmla="*/ 595391 h 2607908"/>
              <a:gd name="connsiteX3096" fmla="*/ 1157904 w 3689114"/>
              <a:gd name="connsiteY3096" fmla="*/ 600038 h 2607908"/>
              <a:gd name="connsiteX3097" fmla="*/ 1153255 w 3689114"/>
              <a:gd name="connsiteY3097" fmla="*/ 604691 h 2607908"/>
              <a:gd name="connsiteX3098" fmla="*/ 1148606 w 3689114"/>
              <a:gd name="connsiteY3098" fmla="*/ 600038 h 2607908"/>
              <a:gd name="connsiteX3099" fmla="*/ 1153255 w 3689114"/>
              <a:gd name="connsiteY3099" fmla="*/ 595391 h 2607908"/>
              <a:gd name="connsiteX3100" fmla="*/ 2420642 w 3689114"/>
              <a:gd name="connsiteY3100" fmla="*/ 594816 h 2607908"/>
              <a:gd name="connsiteX3101" fmla="*/ 2425868 w 3689114"/>
              <a:gd name="connsiteY3101" fmla="*/ 600038 h 2607908"/>
              <a:gd name="connsiteX3102" fmla="*/ 2420642 w 3689114"/>
              <a:gd name="connsiteY3102" fmla="*/ 605264 h 2607908"/>
              <a:gd name="connsiteX3103" fmla="*/ 2415416 w 3689114"/>
              <a:gd name="connsiteY3103" fmla="*/ 600038 h 2607908"/>
              <a:gd name="connsiteX3104" fmla="*/ 2420642 w 3689114"/>
              <a:gd name="connsiteY3104" fmla="*/ 594816 h 2607908"/>
              <a:gd name="connsiteX3105" fmla="*/ 1268472 w 3689114"/>
              <a:gd name="connsiteY3105" fmla="*/ 594816 h 2607908"/>
              <a:gd name="connsiteX3106" fmla="*/ 1273698 w 3689114"/>
              <a:gd name="connsiteY3106" fmla="*/ 600038 h 2607908"/>
              <a:gd name="connsiteX3107" fmla="*/ 1268472 w 3689114"/>
              <a:gd name="connsiteY3107" fmla="*/ 605264 h 2607908"/>
              <a:gd name="connsiteX3108" fmla="*/ 1263246 w 3689114"/>
              <a:gd name="connsiteY3108" fmla="*/ 600038 h 2607908"/>
              <a:gd name="connsiteX3109" fmla="*/ 1268472 w 3689114"/>
              <a:gd name="connsiteY3109" fmla="*/ 594816 h 2607908"/>
              <a:gd name="connsiteX3110" fmla="*/ 2305425 w 3689114"/>
              <a:gd name="connsiteY3110" fmla="*/ 594307 h 2607908"/>
              <a:gd name="connsiteX3111" fmla="*/ 2311158 w 3689114"/>
              <a:gd name="connsiteY3111" fmla="*/ 600038 h 2607908"/>
              <a:gd name="connsiteX3112" fmla="*/ 2305425 w 3689114"/>
              <a:gd name="connsiteY3112" fmla="*/ 605772 h 2607908"/>
              <a:gd name="connsiteX3113" fmla="*/ 2299693 w 3689114"/>
              <a:gd name="connsiteY3113" fmla="*/ 600038 h 2607908"/>
              <a:gd name="connsiteX3114" fmla="*/ 2305425 w 3689114"/>
              <a:gd name="connsiteY3114" fmla="*/ 594307 h 2607908"/>
              <a:gd name="connsiteX3115" fmla="*/ 1383689 w 3689114"/>
              <a:gd name="connsiteY3115" fmla="*/ 594307 h 2607908"/>
              <a:gd name="connsiteX3116" fmla="*/ 1389421 w 3689114"/>
              <a:gd name="connsiteY3116" fmla="*/ 600037 h 2607908"/>
              <a:gd name="connsiteX3117" fmla="*/ 1383689 w 3689114"/>
              <a:gd name="connsiteY3117" fmla="*/ 605772 h 2607908"/>
              <a:gd name="connsiteX3118" fmla="*/ 1377957 w 3689114"/>
              <a:gd name="connsiteY3118" fmla="*/ 600037 h 2607908"/>
              <a:gd name="connsiteX3119" fmla="*/ 1383689 w 3689114"/>
              <a:gd name="connsiteY3119" fmla="*/ 594307 h 2607908"/>
              <a:gd name="connsiteX3120" fmla="*/ 2190209 w 3689114"/>
              <a:gd name="connsiteY3120" fmla="*/ 593887 h 2607908"/>
              <a:gd name="connsiteX3121" fmla="*/ 2196362 w 3689114"/>
              <a:gd name="connsiteY3121" fmla="*/ 600038 h 2607908"/>
              <a:gd name="connsiteX3122" fmla="*/ 2190209 w 3689114"/>
              <a:gd name="connsiteY3122" fmla="*/ 606192 h 2607908"/>
              <a:gd name="connsiteX3123" fmla="*/ 2184055 w 3689114"/>
              <a:gd name="connsiteY3123" fmla="*/ 600038 h 2607908"/>
              <a:gd name="connsiteX3124" fmla="*/ 2190209 w 3689114"/>
              <a:gd name="connsiteY3124" fmla="*/ 593887 h 2607908"/>
              <a:gd name="connsiteX3125" fmla="*/ 1498906 w 3689114"/>
              <a:gd name="connsiteY3125" fmla="*/ 593887 h 2607908"/>
              <a:gd name="connsiteX3126" fmla="*/ 1505059 w 3689114"/>
              <a:gd name="connsiteY3126" fmla="*/ 600037 h 2607908"/>
              <a:gd name="connsiteX3127" fmla="*/ 1498906 w 3689114"/>
              <a:gd name="connsiteY3127" fmla="*/ 606192 h 2607908"/>
              <a:gd name="connsiteX3128" fmla="*/ 1492753 w 3689114"/>
              <a:gd name="connsiteY3128" fmla="*/ 600037 h 2607908"/>
              <a:gd name="connsiteX3129" fmla="*/ 1498906 w 3689114"/>
              <a:gd name="connsiteY3129" fmla="*/ 593887 h 2607908"/>
              <a:gd name="connsiteX3130" fmla="*/ 2074991 w 3689114"/>
              <a:gd name="connsiteY3130" fmla="*/ 593559 h 2607908"/>
              <a:gd name="connsiteX3131" fmla="*/ 2081470 w 3689114"/>
              <a:gd name="connsiteY3131" fmla="*/ 600037 h 2607908"/>
              <a:gd name="connsiteX3132" fmla="*/ 2074991 w 3689114"/>
              <a:gd name="connsiteY3132" fmla="*/ 606517 h 2607908"/>
              <a:gd name="connsiteX3133" fmla="*/ 2068512 w 3689114"/>
              <a:gd name="connsiteY3133" fmla="*/ 600037 h 2607908"/>
              <a:gd name="connsiteX3134" fmla="*/ 2074991 w 3689114"/>
              <a:gd name="connsiteY3134" fmla="*/ 593559 h 2607908"/>
              <a:gd name="connsiteX3135" fmla="*/ 1614123 w 3689114"/>
              <a:gd name="connsiteY3135" fmla="*/ 593559 h 2607908"/>
              <a:gd name="connsiteX3136" fmla="*/ 1620601 w 3689114"/>
              <a:gd name="connsiteY3136" fmla="*/ 600037 h 2607908"/>
              <a:gd name="connsiteX3137" fmla="*/ 1614123 w 3689114"/>
              <a:gd name="connsiteY3137" fmla="*/ 606517 h 2607908"/>
              <a:gd name="connsiteX3138" fmla="*/ 1607644 w 3689114"/>
              <a:gd name="connsiteY3138" fmla="*/ 600037 h 2607908"/>
              <a:gd name="connsiteX3139" fmla="*/ 1614123 w 3689114"/>
              <a:gd name="connsiteY3139" fmla="*/ 593559 h 2607908"/>
              <a:gd name="connsiteX3140" fmla="*/ 1959774 w 3689114"/>
              <a:gd name="connsiteY3140" fmla="*/ 593448 h 2607908"/>
              <a:gd name="connsiteX3141" fmla="*/ 1966364 w 3689114"/>
              <a:gd name="connsiteY3141" fmla="*/ 600037 h 2607908"/>
              <a:gd name="connsiteX3142" fmla="*/ 1959774 w 3689114"/>
              <a:gd name="connsiteY3142" fmla="*/ 606629 h 2607908"/>
              <a:gd name="connsiteX3143" fmla="*/ 1953185 w 3689114"/>
              <a:gd name="connsiteY3143" fmla="*/ 600037 h 2607908"/>
              <a:gd name="connsiteX3144" fmla="*/ 1959774 w 3689114"/>
              <a:gd name="connsiteY3144" fmla="*/ 593448 h 2607908"/>
              <a:gd name="connsiteX3145" fmla="*/ 1729340 w 3689114"/>
              <a:gd name="connsiteY3145" fmla="*/ 593448 h 2607908"/>
              <a:gd name="connsiteX3146" fmla="*/ 1735929 w 3689114"/>
              <a:gd name="connsiteY3146" fmla="*/ 600037 h 2607908"/>
              <a:gd name="connsiteX3147" fmla="*/ 1729340 w 3689114"/>
              <a:gd name="connsiteY3147" fmla="*/ 606629 h 2607908"/>
              <a:gd name="connsiteX3148" fmla="*/ 1722751 w 3689114"/>
              <a:gd name="connsiteY3148" fmla="*/ 600037 h 2607908"/>
              <a:gd name="connsiteX3149" fmla="*/ 1729340 w 3689114"/>
              <a:gd name="connsiteY3149" fmla="*/ 593448 h 2607908"/>
              <a:gd name="connsiteX3150" fmla="*/ 1844558 w 3689114"/>
              <a:gd name="connsiteY3150" fmla="*/ 593336 h 2607908"/>
              <a:gd name="connsiteX3151" fmla="*/ 1851257 w 3689114"/>
              <a:gd name="connsiteY3151" fmla="*/ 600038 h 2607908"/>
              <a:gd name="connsiteX3152" fmla="*/ 1844558 w 3689114"/>
              <a:gd name="connsiteY3152" fmla="*/ 606736 h 2607908"/>
              <a:gd name="connsiteX3153" fmla="*/ 1837857 w 3689114"/>
              <a:gd name="connsiteY3153" fmla="*/ 600038 h 2607908"/>
              <a:gd name="connsiteX3154" fmla="*/ 1844558 w 3689114"/>
              <a:gd name="connsiteY3154" fmla="*/ 593336 h 2607908"/>
              <a:gd name="connsiteX3155" fmla="*/ 3054336 w 3689114"/>
              <a:gd name="connsiteY3155" fmla="*/ 498821 h 2607908"/>
              <a:gd name="connsiteX3156" fmla="*/ 3055767 w 3689114"/>
              <a:gd name="connsiteY3156" fmla="*/ 500250 h 2607908"/>
              <a:gd name="connsiteX3157" fmla="*/ 3054336 w 3689114"/>
              <a:gd name="connsiteY3157" fmla="*/ 501683 h 2607908"/>
              <a:gd name="connsiteX3158" fmla="*/ 3052906 w 3689114"/>
              <a:gd name="connsiteY3158" fmla="*/ 500250 h 2607908"/>
              <a:gd name="connsiteX3159" fmla="*/ 3054336 w 3689114"/>
              <a:gd name="connsiteY3159" fmla="*/ 498821 h 2607908"/>
              <a:gd name="connsiteX3160" fmla="*/ 634779 w 3689114"/>
              <a:gd name="connsiteY3160" fmla="*/ 498819 h 2607908"/>
              <a:gd name="connsiteX3161" fmla="*/ 636210 w 3689114"/>
              <a:gd name="connsiteY3161" fmla="*/ 500250 h 2607908"/>
              <a:gd name="connsiteX3162" fmla="*/ 634779 w 3689114"/>
              <a:gd name="connsiteY3162" fmla="*/ 501680 h 2607908"/>
              <a:gd name="connsiteX3163" fmla="*/ 633350 w 3689114"/>
              <a:gd name="connsiteY3163" fmla="*/ 500250 h 2607908"/>
              <a:gd name="connsiteX3164" fmla="*/ 634779 w 3689114"/>
              <a:gd name="connsiteY3164" fmla="*/ 498819 h 2607908"/>
              <a:gd name="connsiteX3165" fmla="*/ 2939119 w 3689114"/>
              <a:gd name="connsiteY3165" fmla="*/ 498370 h 2607908"/>
              <a:gd name="connsiteX3166" fmla="*/ 2941000 w 3689114"/>
              <a:gd name="connsiteY3166" fmla="*/ 500254 h 2607908"/>
              <a:gd name="connsiteX3167" fmla="*/ 2939119 w 3689114"/>
              <a:gd name="connsiteY3167" fmla="*/ 502134 h 2607908"/>
              <a:gd name="connsiteX3168" fmla="*/ 2937237 w 3689114"/>
              <a:gd name="connsiteY3168" fmla="*/ 500254 h 2607908"/>
              <a:gd name="connsiteX3169" fmla="*/ 2939119 w 3689114"/>
              <a:gd name="connsiteY3169" fmla="*/ 498370 h 2607908"/>
              <a:gd name="connsiteX3170" fmla="*/ 749996 w 3689114"/>
              <a:gd name="connsiteY3170" fmla="*/ 498370 h 2607908"/>
              <a:gd name="connsiteX3171" fmla="*/ 751877 w 3689114"/>
              <a:gd name="connsiteY3171" fmla="*/ 500254 h 2607908"/>
              <a:gd name="connsiteX3172" fmla="*/ 749996 w 3689114"/>
              <a:gd name="connsiteY3172" fmla="*/ 502134 h 2607908"/>
              <a:gd name="connsiteX3173" fmla="*/ 748114 w 3689114"/>
              <a:gd name="connsiteY3173" fmla="*/ 500254 h 2607908"/>
              <a:gd name="connsiteX3174" fmla="*/ 749996 w 3689114"/>
              <a:gd name="connsiteY3174" fmla="*/ 498370 h 2607908"/>
              <a:gd name="connsiteX3175" fmla="*/ 2823902 w 3689114"/>
              <a:gd name="connsiteY3175" fmla="*/ 497861 h 2607908"/>
              <a:gd name="connsiteX3176" fmla="*/ 2826295 w 3689114"/>
              <a:gd name="connsiteY3176" fmla="*/ 500254 h 2607908"/>
              <a:gd name="connsiteX3177" fmla="*/ 2823902 w 3689114"/>
              <a:gd name="connsiteY3177" fmla="*/ 502651 h 2607908"/>
              <a:gd name="connsiteX3178" fmla="*/ 2821509 w 3689114"/>
              <a:gd name="connsiteY3178" fmla="*/ 500254 h 2607908"/>
              <a:gd name="connsiteX3179" fmla="*/ 2823902 w 3689114"/>
              <a:gd name="connsiteY3179" fmla="*/ 497861 h 2607908"/>
              <a:gd name="connsiteX3180" fmla="*/ 865213 w 3689114"/>
              <a:gd name="connsiteY3180" fmla="*/ 497861 h 2607908"/>
              <a:gd name="connsiteX3181" fmla="*/ 867606 w 3689114"/>
              <a:gd name="connsiteY3181" fmla="*/ 500254 h 2607908"/>
              <a:gd name="connsiteX3182" fmla="*/ 865213 w 3689114"/>
              <a:gd name="connsiteY3182" fmla="*/ 502651 h 2607908"/>
              <a:gd name="connsiteX3183" fmla="*/ 862820 w 3689114"/>
              <a:gd name="connsiteY3183" fmla="*/ 500254 h 2607908"/>
              <a:gd name="connsiteX3184" fmla="*/ 865213 w 3689114"/>
              <a:gd name="connsiteY3184" fmla="*/ 497861 h 2607908"/>
              <a:gd name="connsiteX3185" fmla="*/ 2708685 w 3689114"/>
              <a:gd name="connsiteY3185" fmla="*/ 497368 h 2607908"/>
              <a:gd name="connsiteX3186" fmla="*/ 2711574 w 3689114"/>
              <a:gd name="connsiteY3186" fmla="*/ 500254 h 2607908"/>
              <a:gd name="connsiteX3187" fmla="*/ 2708685 w 3689114"/>
              <a:gd name="connsiteY3187" fmla="*/ 503143 h 2607908"/>
              <a:gd name="connsiteX3188" fmla="*/ 2705796 w 3689114"/>
              <a:gd name="connsiteY3188" fmla="*/ 500254 h 2607908"/>
              <a:gd name="connsiteX3189" fmla="*/ 2708685 w 3689114"/>
              <a:gd name="connsiteY3189" fmla="*/ 497368 h 2607908"/>
              <a:gd name="connsiteX3190" fmla="*/ 980430 w 3689114"/>
              <a:gd name="connsiteY3190" fmla="*/ 497368 h 2607908"/>
              <a:gd name="connsiteX3191" fmla="*/ 983318 w 3689114"/>
              <a:gd name="connsiteY3191" fmla="*/ 500254 h 2607908"/>
              <a:gd name="connsiteX3192" fmla="*/ 980430 w 3689114"/>
              <a:gd name="connsiteY3192" fmla="*/ 503140 h 2607908"/>
              <a:gd name="connsiteX3193" fmla="*/ 977541 w 3689114"/>
              <a:gd name="connsiteY3193" fmla="*/ 500254 h 2607908"/>
              <a:gd name="connsiteX3194" fmla="*/ 980430 w 3689114"/>
              <a:gd name="connsiteY3194" fmla="*/ 497368 h 2607908"/>
              <a:gd name="connsiteX3195" fmla="*/ 2593467 w 3689114"/>
              <a:gd name="connsiteY3195" fmla="*/ 496823 h 2607908"/>
              <a:gd name="connsiteX3196" fmla="*/ 2596898 w 3689114"/>
              <a:gd name="connsiteY3196" fmla="*/ 500254 h 2607908"/>
              <a:gd name="connsiteX3197" fmla="*/ 2593467 w 3689114"/>
              <a:gd name="connsiteY3197" fmla="*/ 503687 h 2607908"/>
              <a:gd name="connsiteX3198" fmla="*/ 2590037 w 3689114"/>
              <a:gd name="connsiteY3198" fmla="*/ 500254 h 2607908"/>
              <a:gd name="connsiteX3199" fmla="*/ 2593467 w 3689114"/>
              <a:gd name="connsiteY3199" fmla="*/ 496823 h 2607908"/>
              <a:gd name="connsiteX3200" fmla="*/ 1095646 w 3689114"/>
              <a:gd name="connsiteY3200" fmla="*/ 496823 h 2607908"/>
              <a:gd name="connsiteX3201" fmla="*/ 1099077 w 3689114"/>
              <a:gd name="connsiteY3201" fmla="*/ 500254 h 2607908"/>
              <a:gd name="connsiteX3202" fmla="*/ 1095646 w 3689114"/>
              <a:gd name="connsiteY3202" fmla="*/ 503687 h 2607908"/>
              <a:gd name="connsiteX3203" fmla="*/ 1092216 w 3689114"/>
              <a:gd name="connsiteY3203" fmla="*/ 500254 h 2607908"/>
              <a:gd name="connsiteX3204" fmla="*/ 1095646 w 3689114"/>
              <a:gd name="connsiteY3204" fmla="*/ 496823 h 2607908"/>
              <a:gd name="connsiteX3205" fmla="*/ 2478250 w 3689114"/>
              <a:gd name="connsiteY3205" fmla="*/ 496324 h 2607908"/>
              <a:gd name="connsiteX3206" fmla="*/ 2482181 w 3689114"/>
              <a:gd name="connsiteY3206" fmla="*/ 500254 h 2607908"/>
              <a:gd name="connsiteX3207" fmla="*/ 2478250 w 3689114"/>
              <a:gd name="connsiteY3207" fmla="*/ 504187 h 2607908"/>
              <a:gd name="connsiteX3208" fmla="*/ 2474320 w 3689114"/>
              <a:gd name="connsiteY3208" fmla="*/ 500254 h 2607908"/>
              <a:gd name="connsiteX3209" fmla="*/ 2478250 w 3689114"/>
              <a:gd name="connsiteY3209" fmla="*/ 496324 h 2607908"/>
              <a:gd name="connsiteX3210" fmla="*/ 1210864 w 3689114"/>
              <a:gd name="connsiteY3210" fmla="*/ 496324 h 2607908"/>
              <a:gd name="connsiteX3211" fmla="*/ 1214794 w 3689114"/>
              <a:gd name="connsiteY3211" fmla="*/ 500254 h 2607908"/>
              <a:gd name="connsiteX3212" fmla="*/ 1210864 w 3689114"/>
              <a:gd name="connsiteY3212" fmla="*/ 504187 h 2607908"/>
              <a:gd name="connsiteX3213" fmla="*/ 1206933 w 3689114"/>
              <a:gd name="connsiteY3213" fmla="*/ 500254 h 2607908"/>
              <a:gd name="connsiteX3214" fmla="*/ 1210864 w 3689114"/>
              <a:gd name="connsiteY3214" fmla="*/ 496324 h 2607908"/>
              <a:gd name="connsiteX3215" fmla="*/ 2363034 w 3689114"/>
              <a:gd name="connsiteY3215" fmla="*/ 495886 h 2607908"/>
              <a:gd name="connsiteX3216" fmla="*/ 2367407 w 3689114"/>
              <a:gd name="connsiteY3216" fmla="*/ 500254 h 2607908"/>
              <a:gd name="connsiteX3217" fmla="*/ 2363034 w 3689114"/>
              <a:gd name="connsiteY3217" fmla="*/ 504627 h 2607908"/>
              <a:gd name="connsiteX3218" fmla="*/ 2358661 w 3689114"/>
              <a:gd name="connsiteY3218" fmla="*/ 500254 h 2607908"/>
              <a:gd name="connsiteX3219" fmla="*/ 2363034 w 3689114"/>
              <a:gd name="connsiteY3219" fmla="*/ 495886 h 2607908"/>
              <a:gd name="connsiteX3220" fmla="*/ 1326080 w 3689114"/>
              <a:gd name="connsiteY3220" fmla="*/ 495886 h 2607908"/>
              <a:gd name="connsiteX3221" fmla="*/ 1330453 w 3689114"/>
              <a:gd name="connsiteY3221" fmla="*/ 500254 h 2607908"/>
              <a:gd name="connsiteX3222" fmla="*/ 1326080 w 3689114"/>
              <a:gd name="connsiteY3222" fmla="*/ 504627 h 2607908"/>
              <a:gd name="connsiteX3223" fmla="*/ 1321708 w 3689114"/>
              <a:gd name="connsiteY3223" fmla="*/ 500254 h 2607908"/>
              <a:gd name="connsiteX3224" fmla="*/ 1326080 w 3689114"/>
              <a:gd name="connsiteY3224" fmla="*/ 495886 h 2607908"/>
              <a:gd name="connsiteX3225" fmla="*/ 2247817 w 3689114"/>
              <a:gd name="connsiteY3225" fmla="*/ 495421 h 2607908"/>
              <a:gd name="connsiteX3226" fmla="*/ 2252654 w 3689114"/>
              <a:gd name="connsiteY3226" fmla="*/ 500254 h 2607908"/>
              <a:gd name="connsiteX3227" fmla="*/ 2247817 w 3689114"/>
              <a:gd name="connsiteY3227" fmla="*/ 505095 h 2607908"/>
              <a:gd name="connsiteX3228" fmla="*/ 2242979 w 3689114"/>
              <a:gd name="connsiteY3228" fmla="*/ 500254 h 2607908"/>
              <a:gd name="connsiteX3229" fmla="*/ 2247817 w 3689114"/>
              <a:gd name="connsiteY3229" fmla="*/ 495421 h 2607908"/>
              <a:gd name="connsiteX3230" fmla="*/ 1441298 w 3689114"/>
              <a:gd name="connsiteY3230" fmla="*/ 495421 h 2607908"/>
              <a:gd name="connsiteX3231" fmla="*/ 1446135 w 3689114"/>
              <a:gd name="connsiteY3231" fmla="*/ 500254 h 2607908"/>
              <a:gd name="connsiteX3232" fmla="*/ 1441298 w 3689114"/>
              <a:gd name="connsiteY3232" fmla="*/ 505093 h 2607908"/>
              <a:gd name="connsiteX3233" fmla="*/ 1436460 w 3689114"/>
              <a:gd name="connsiteY3233" fmla="*/ 500254 h 2607908"/>
              <a:gd name="connsiteX3234" fmla="*/ 1441298 w 3689114"/>
              <a:gd name="connsiteY3234" fmla="*/ 495421 h 2607908"/>
              <a:gd name="connsiteX3235" fmla="*/ 2132600 w 3689114"/>
              <a:gd name="connsiteY3235" fmla="*/ 495127 h 2607908"/>
              <a:gd name="connsiteX3236" fmla="*/ 2137727 w 3689114"/>
              <a:gd name="connsiteY3236" fmla="*/ 500254 h 2607908"/>
              <a:gd name="connsiteX3237" fmla="*/ 2132600 w 3689114"/>
              <a:gd name="connsiteY3237" fmla="*/ 505385 h 2607908"/>
              <a:gd name="connsiteX3238" fmla="*/ 2127472 w 3689114"/>
              <a:gd name="connsiteY3238" fmla="*/ 500254 h 2607908"/>
              <a:gd name="connsiteX3239" fmla="*/ 2132600 w 3689114"/>
              <a:gd name="connsiteY3239" fmla="*/ 495127 h 2607908"/>
              <a:gd name="connsiteX3240" fmla="*/ 1556514 w 3689114"/>
              <a:gd name="connsiteY3240" fmla="*/ 495127 h 2607908"/>
              <a:gd name="connsiteX3241" fmla="*/ 1561642 w 3689114"/>
              <a:gd name="connsiteY3241" fmla="*/ 500254 h 2607908"/>
              <a:gd name="connsiteX3242" fmla="*/ 1556514 w 3689114"/>
              <a:gd name="connsiteY3242" fmla="*/ 505385 h 2607908"/>
              <a:gd name="connsiteX3243" fmla="*/ 1551387 w 3689114"/>
              <a:gd name="connsiteY3243" fmla="*/ 500254 h 2607908"/>
              <a:gd name="connsiteX3244" fmla="*/ 1556514 w 3689114"/>
              <a:gd name="connsiteY3244" fmla="*/ 495127 h 2607908"/>
              <a:gd name="connsiteX3245" fmla="*/ 2017383 w 3689114"/>
              <a:gd name="connsiteY3245" fmla="*/ 494930 h 2607908"/>
              <a:gd name="connsiteX3246" fmla="*/ 2022708 w 3689114"/>
              <a:gd name="connsiteY3246" fmla="*/ 500254 h 2607908"/>
              <a:gd name="connsiteX3247" fmla="*/ 2017383 w 3689114"/>
              <a:gd name="connsiteY3247" fmla="*/ 505582 h 2607908"/>
              <a:gd name="connsiteX3248" fmla="*/ 2012057 w 3689114"/>
              <a:gd name="connsiteY3248" fmla="*/ 500254 h 2607908"/>
              <a:gd name="connsiteX3249" fmla="*/ 2017383 w 3689114"/>
              <a:gd name="connsiteY3249" fmla="*/ 494930 h 2607908"/>
              <a:gd name="connsiteX3250" fmla="*/ 1671732 w 3689114"/>
              <a:gd name="connsiteY3250" fmla="*/ 494930 h 2607908"/>
              <a:gd name="connsiteX3251" fmla="*/ 1677057 w 3689114"/>
              <a:gd name="connsiteY3251" fmla="*/ 500254 h 2607908"/>
              <a:gd name="connsiteX3252" fmla="*/ 1671732 w 3689114"/>
              <a:gd name="connsiteY3252" fmla="*/ 505582 h 2607908"/>
              <a:gd name="connsiteX3253" fmla="*/ 1666406 w 3689114"/>
              <a:gd name="connsiteY3253" fmla="*/ 500254 h 2607908"/>
              <a:gd name="connsiteX3254" fmla="*/ 1671732 w 3689114"/>
              <a:gd name="connsiteY3254" fmla="*/ 494930 h 2607908"/>
              <a:gd name="connsiteX3255" fmla="*/ 1902166 w 3689114"/>
              <a:gd name="connsiteY3255" fmla="*/ 494828 h 2607908"/>
              <a:gd name="connsiteX3256" fmla="*/ 1907591 w 3689114"/>
              <a:gd name="connsiteY3256" fmla="*/ 500254 h 2607908"/>
              <a:gd name="connsiteX3257" fmla="*/ 1902166 w 3689114"/>
              <a:gd name="connsiteY3257" fmla="*/ 505680 h 2607908"/>
              <a:gd name="connsiteX3258" fmla="*/ 1896740 w 3689114"/>
              <a:gd name="connsiteY3258" fmla="*/ 500254 h 2607908"/>
              <a:gd name="connsiteX3259" fmla="*/ 1902166 w 3689114"/>
              <a:gd name="connsiteY3259" fmla="*/ 494828 h 2607908"/>
              <a:gd name="connsiteX3260" fmla="*/ 1786949 w 3689114"/>
              <a:gd name="connsiteY3260" fmla="*/ 494828 h 2607908"/>
              <a:gd name="connsiteX3261" fmla="*/ 1792374 w 3689114"/>
              <a:gd name="connsiteY3261" fmla="*/ 500254 h 2607908"/>
              <a:gd name="connsiteX3262" fmla="*/ 1786949 w 3689114"/>
              <a:gd name="connsiteY3262" fmla="*/ 505680 h 2607908"/>
              <a:gd name="connsiteX3263" fmla="*/ 1781522 w 3689114"/>
              <a:gd name="connsiteY3263" fmla="*/ 500254 h 2607908"/>
              <a:gd name="connsiteX3264" fmla="*/ 1786949 w 3689114"/>
              <a:gd name="connsiteY3264" fmla="*/ 494828 h 2607908"/>
              <a:gd name="connsiteX3265" fmla="*/ 2996727 w 3689114"/>
              <a:gd name="connsiteY3265" fmla="*/ 399242 h 2607908"/>
              <a:gd name="connsiteX3266" fmla="*/ 2997955 w 3689114"/>
              <a:gd name="connsiteY3266" fmla="*/ 400472 h 2607908"/>
              <a:gd name="connsiteX3267" fmla="*/ 2996727 w 3689114"/>
              <a:gd name="connsiteY3267" fmla="*/ 401698 h 2607908"/>
              <a:gd name="connsiteX3268" fmla="*/ 2995500 w 3689114"/>
              <a:gd name="connsiteY3268" fmla="*/ 400472 h 2607908"/>
              <a:gd name="connsiteX3269" fmla="*/ 2996727 w 3689114"/>
              <a:gd name="connsiteY3269" fmla="*/ 399242 h 2607908"/>
              <a:gd name="connsiteX3270" fmla="*/ 692388 w 3689114"/>
              <a:gd name="connsiteY3270" fmla="*/ 399242 h 2607908"/>
              <a:gd name="connsiteX3271" fmla="*/ 693615 w 3689114"/>
              <a:gd name="connsiteY3271" fmla="*/ 400469 h 2607908"/>
              <a:gd name="connsiteX3272" fmla="*/ 692388 w 3689114"/>
              <a:gd name="connsiteY3272" fmla="*/ 401695 h 2607908"/>
              <a:gd name="connsiteX3273" fmla="*/ 691160 w 3689114"/>
              <a:gd name="connsiteY3273" fmla="*/ 400469 h 2607908"/>
              <a:gd name="connsiteX3274" fmla="*/ 692388 w 3689114"/>
              <a:gd name="connsiteY3274" fmla="*/ 399242 h 2607908"/>
              <a:gd name="connsiteX3275" fmla="*/ 2881510 w 3689114"/>
              <a:gd name="connsiteY3275" fmla="*/ 398824 h 2607908"/>
              <a:gd name="connsiteX3276" fmla="*/ 2883159 w 3689114"/>
              <a:gd name="connsiteY3276" fmla="*/ 400472 h 2607908"/>
              <a:gd name="connsiteX3277" fmla="*/ 2881510 w 3689114"/>
              <a:gd name="connsiteY3277" fmla="*/ 402122 h 2607908"/>
              <a:gd name="connsiteX3278" fmla="*/ 2879862 w 3689114"/>
              <a:gd name="connsiteY3278" fmla="*/ 400472 h 2607908"/>
              <a:gd name="connsiteX3279" fmla="*/ 2881510 w 3689114"/>
              <a:gd name="connsiteY3279" fmla="*/ 398824 h 2607908"/>
              <a:gd name="connsiteX3280" fmla="*/ 807603 w 3689114"/>
              <a:gd name="connsiteY3280" fmla="*/ 398822 h 2607908"/>
              <a:gd name="connsiteX3281" fmla="*/ 809252 w 3689114"/>
              <a:gd name="connsiteY3281" fmla="*/ 400472 h 2607908"/>
              <a:gd name="connsiteX3282" fmla="*/ 807603 w 3689114"/>
              <a:gd name="connsiteY3282" fmla="*/ 402119 h 2607908"/>
              <a:gd name="connsiteX3283" fmla="*/ 805955 w 3689114"/>
              <a:gd name="connsiteY3283" fmla="*/ 400472 h 2607908"/>
              <a:gd name="connsiteX3284" fmla="*/ 807603 w 3689114"/>
              <a:gd name="connsiteY3284" fmla="*/ 398822 h 2607908"/>
              <a:gd name="connsiteX3285" fmla="*/ 2766293 w 3689114"/>
              <a:gd name="connsiteY3285" fmla="*/ 398406 h 2607908"/>
              <a:gd name="connsiteX3286" fmla="*/ 2768360 w 3689114"/>
              <a:gd name="connsiteY3286" fmla="*/ 400477 h 2607908"/>
              <a:gd name="connsiteX3287" fmla="*/ 2766293 w 3689114"/>
              <a:gd name="connsiteY3287" fmla="*/ 402540 h 2607908"/>
              <a:gd name="connsiteX3288" fmla="*/ 2764227 w 3689114"/>
              <a:gd name="connsiteY3288" fmla="*/ 400477 h 2607908"/>
              <a:gd name="connsiteX3289" fmla="*/ 2766293 w 3689114"/>
              <a:gd name="connsiteY3289" fmla="*/ 398406 h 2607908"/>
              <a:gd name="connsiteX3290" fmla="*/ 922821 w 3689114"/>
              <a:gd name="connsiteY3290" fmla="*/ 398406 h 2607908"/>
              <a:gd name="connsiteX3291" fmla="*/ 924887 w 3689114"/>
              <a:gd name="connsiteY3291" fmla="*/ 400477 h 2607908"/>
              <a:gd name="connsiteX3292" fmla="*/ 922821 w 3689114"/>
              <a:gd name="connsiteY3292" fmla="*/ 402540 h 2607908"/>
              <a:gd name="connsiteX3293" fmla="*/ 920754 w 3689114"/>
              <a:gd name="connsiteY3293" fmla="*/ 400477 h 2607908"/>
              <a:gd name="connsiteX3294" fmla="*/ 922821 w 3689114"/>
              <a:gd name="connsiteY3294" fmla="*/ 398406 h 2607908"/>
              <a:gd name="connsiteX3295" fmla="*/ 2651076 w 3689114"/>
              <a:gd name="connsiteY3295" fmla="*/ 398013 h 2607908"/>
              <a:gd name="connsiteX3296" fmla="*/ 2653537 w 3689114"/>
              <a:gd name="connsiteY3296" fmla="*/ 400477 h 2607908"/>
              <a:gd name="connsiteX3297" fmla="*/ 2651076 w 3689114"/>
              <a:gd name="connsiteY3297" fmla="*/ 402933 h 2607908"/>
              <a:gd name="connsiteX3298" fmla="*/ 2648616 w 3689114"/>
              <a:gd name="connsiteY3298" fmla="*/ 400477 h 2607908"/>
              <a:gd name="connsiteX3299" fmla="*/ 2651076 w 3689114"/>
              <a:gd name="connsiteY3299" fmla="*/ 398013 h 2607908"/>
              <a:gd name="connsiteX3300" fmla="*/ 1038038 w 3689114"/>
              <a:gd name="connsiteY3300" fmla="*/ 397942 h 2607908"/>
              <a:gd name="connsiteX3301" fmla="*/ 1040568 w 3689114"/>
              <a:gd name="connsiteY3301" fmla="*/ 400477 h 2607908"/>
              <a:gd name="connsiteX3302" fmla="*/ 1038038 w 3689114"/>
              <a:gd name="connsiteY3302" fmla="*/ 403005 h 2607908"/>
              <a:gd name="connsiteX3303" fmla="*/ 1035508 w 3689114"/>
              <a:gd name="connsiteY3303" fmla="*/ 400477 h 2607908"/>
              <a:gd name="connsiteX3304" fmla="*/ 1038038 w 3689114"/>
              <a:gd name="connsiteY3304" fmla="*/ 397942 h 2607908"/>
              <a:gd name="connsiteX3305" fmla="*/ 2535859 w 3689114"/>
              <a:gd name="connsiteY3305" fmla="*/ 397509 h 2607908"/>
              <a:gd name="connsiteX3306" fmla="*/ 2538822 w 3689114"/>
              <a:gd name="connsiteY3306" fmla="*/ 400477 h 2607908"/>
              <a:gd name="connsiteX3307" fmla="*/ 2535859 w 3689114"/>
              <a:gd name="connsiteY3307" fmla="*/ 403436 h 2607908"/>
              <a:gd name="connsiteX3308" fmla="*/ 2532896 w 3689114"/>
              <a:gd name="connsiteY3308" fmla="*/ 400477 h 2607908"/>
              <a:gd name="connsiteX3309" fmla="*/ 2535859 w 3689114"/>
              <a:gd name="connsiteY3309" fmla="*/ 397509 h 2607908"/>
              <a:gd name="connsiteX3310" fmla="*/ 1153255 w 3689114"/>
              <a:gd name="connsiteY3310" fmla="*/ 397509 h 2607908"/>
              <a:gd name="connsiteX3311" fmla="*/ 1156218 w 3689114"/>
              <a:gd name="connsiteY3311" fmla="*/ 400477 h 2607908"/>
              <a:gd name="connsiteX3312" fmla="*/ 1153255 w 3689114"/>
              <a:gd name="connsiteY3312" fmla="*/ 403436 h 2607908"/>
              <a:gd name="connsiteX3313" fmla="*/ 1150292 w 3689114"/>
              <a:gd name="connsiteY3313" fmla="*/ 400477 h 2607908"/>
              <a:gd name="connsiteX3314" fmla="*/ 1153255 w 3689114"/>
              <a:gd name="connsiteY3314" fmla="*/ 397509 h 2607908"/>
              <a:gd name="connsiteX3315" fmla="*/ 2420642 w 3689114"/>
              <a:gd name="connsiteY3315" fmla="*/ 397124 h 2607908"/>
              <a:gd name="connsiteX3316" fmla="*/ 2423993 w 3689114"/>
              <a:gd name="connsiteY3316" fmla="*/ 400477 h 2607908"/>
              <a:gd name="connsiteX3317" fmla="*/ 2420642 w 3689114"/>
              <a:gd name="connsiteY3317" fmla="*/ 403827 h 2607908"/>
              <a:gd name="connsiteX3318" fmla="*/ 2417292 w 3689114"/>
              <a:gd name="connsiteY3318" fmla="*/ 400477 h 2607908"/>
              <a:gd name="connsiteX3319" fmla="*/ 2420642 w 3689114"/>
              <a:gd name="connsiteY3319" fmla="*/ 397124 h 2607908"/>
              <a:gd name="connsiteX3320" fmla="*/ 1268471 w 3689114"/>
              <a:gd name="connsiteY3320" fmla="*/ 397124 h 2607908"/>
              <a:gd name="connsiteX3321" fmla="*/ 1271822 w 3689114"/>
              <a:gd name="connsiteY3321" fmla="*/ 400477 h 2607908"/>
              <a:gd name="connsiteX3322" fmla="*/ 1268471 w 3689114"/>
              <a:gd name="connsiteY3322" fmla="*/ 403827 h 2607908"/>
              <a:gd name="connsiteX3323" fmla="*/ 1265121 w 3689114"/>
              <a:gd name="connsiteY3323" fmla="*/ 400477 h 2607908"/>
              <a:gd name="connsiteX3324" fmla="*/ 1268471 w 3689114"/>
              <a:gd name="connsiteY3324" fmla="*/ 397124 h 2607908"/>
              <a:gd name="connsiteX3325" fmla="*/ 2305425 w 3689114"/>
              <a:gd name="connsiteY3325" fmla="*/ 396796 h 2607908"/>
              <a:gd name="connsiteX3326" fmla="*/ 2309101 w 3689114"/>
              <a:gd name="connsiteY3326" fmla="*/ 400477 h 2607908"/>
              <a:gd name="connsiteX3327" fmla="*/ 2305425 w 3689114"/>
              <a:gd name="connsiteY3327" fmla="*/ 404150 h 2607908"/>
              <a:gd name="connsiteX3328" fmla="*/ 2301749 w 3689114"/>
              <a:gd name="connsiteY3328" fmla="*/ 400477 h 2607908"/>
              <a:gd name="connsiteX3329" fmla="*/ 2305425 w 3689114"/>
              <a:gd name="connsiteY3329" fmla="*/ 396796 h 2607908"/>
              <a:gd name="connsiteX3330" fmla="*/ 1383689 w 3689114"/>
              <a:gd name="connsiteY3330" fmla="*/ 396796 h 2607908"/>
              <a:gd name="connsiteX3331" fmla="*/ 1387366 w 3689114"/>
              <a:gd name="connsiteY3331" fmla="*/ 400477 h 2607908"/>
              <a:gd name="connsiteX3332" fmla="*/ 1383689 w 3689114"/>
              <a:gd name="connsiteY3332" fmla="*/ 404150 h 2607908"/>
              <a:gd name="connsiteX3333" fmla="*/ 1380013 w 3689114"/>
              <a:gd name="connsiteY3333" fmla="*/ 400477 h 2607908"/>
              <a:gd name="connsiteX3334" fmla="*/ 1383689 w 3689114"/>
              <a:gd name="connsiteY3334" fmla="*/ 396796 h 2607908"/>
              <a:gd name="connsiteX3335" fmla="*/ 2190208 w 3689114"/>
              <a:gd name="connsiteY3335" fmla="*/ 396457 h 2607908"/>
              <a:gd name="connsiteX3336" fmla="*/ 2194225 w 3689114"/>
              <a:gd name="connsiteY3336" fmla="*/ 400477 h 2607908"/>
              <a:gd name="connsiteX3337" fmla="*/ 2190208 w 3689114"/>
              <a:gd name="connsiteY3337" fmla="*/ 404489 h 2607908"/>
              <a:gd name="connsiteX3338" fmla="*/ 2186191 w 3689114"/>
              <a:gd name="connsiteY3338" fmla="*/ 400477 h 2607908"/>
              <a:gd name="connsiteX3339" fmla="*/ 2190208 w 3689114"/>
              <a:gd name="connsiteY3339" fmla="*/ 396457 h 2607908"/>
              <a:gd name="connsiteX3340" fmla="*/ 1498906 w 3689114"/>
              <a:gd name="connsiteY3340" fmla="*/ 396457 h 2607908"/>
              <a:gd name="connsiteX3341" fmla="*/ 1502923 w 3689114"/>
              <a:gd name="connsiteY3341" fmla="*/ 400477 h 2607908"/>
              <a:gd name="connsiteX3342" fmla="*/ 1498906 w 3689114"/>
              <a:gd name="connsiteY3342" fmla="*/ 404489 h 2607908"/>
              <a:gd name="connsiteX3343" fmla="*/ 1494889 w 3689114"/>
              <a:gd name="connsiteY3343" fmla="*/ 400477 h 2607908"/>
              <a:gd name="connsiteX3344" fmla="*/ 1498906 w 3689114"/>
              <a:gd name="connsiteY3344" fmla="*/ 396457 h 2607908"/>
              <a:gd name="connsiteX3345" fmla="*/ 2074991 w 3689114"/>
              <a:gd name="connsiteY3345" fmla="*/ 396190 h 2607908"/>
              <a:gd name="connsiteX3346" fmla="*/ 2079273 w 3689114"/>
              <a:gd name="connsiteY3346" fmla="*/ 400477 h 2607908"/>
              <a:gd name="connsiteX3347" fmla="*/ 2074991 w 3689114"/>
              <a:gd name="connsiteY3347" fmla="*/ 404757 h 2607908"/>
              <a:gd name="connsiteX3348" fmla="*/ 2070709 w 3689114"/>
              <a:gd name="connsiteY3348" fmla="*/ 400477 h 2607908"/>
              <a:gd name="connsiteX3349" fmla="*/ 2074991 w 3689114"/>
              <a:gd name="connsiteY3349" fmla="*/ 396190 h 2607908"/>
              <a:gd name="connsiteX3350" fmla="*/ 1614123 w 3689114"/>
              <a:gd name="connsiteY3350" fmla="*/ 396190 h 2607908"/>
              <a:gd name="connsiteX3351" fmla="*/ 1618405 w 3689114"/>
              <a:gd name="connsiteY3351" fmla="*/ 400477 h 2607908"/>
              <a:gd name="connsiteX3352" fmla="*/ 1614123 w 3689114"/>
              <a:gd name="connsiteY3352" fmla="*/ 404757 h 2607908"/>
              <a:gd name="connsiteX3353" fmla="*/ 1609841 w 3689114"/>
              <a:gd name="connsiteY3353" fmla="*/ 400477 h 2607908"/>
              <a:gd name="connsiteX3354" fmla="*/ 1614123 w 3689114"/>
              <a:gd name="connsiteY3354" fmla="*/ 396190 h 2607908"/>
              <a:gd name="connsiteX3355" fmla="*/ 1959774 w 3689114"/>
              <a:gd name="connsiteY3355" fmla="*/ 396099 h 2607908"/>
              <a:gd name="connsiteX3356" fmla="*/ 1964146 w 3689114"/>
              <a:gd name="connsiteY3356" fmla="*/ 400477 h 2607908"/>
              <a:gd name="connsiteX3357" fmla="*/ 1959774 w 3689114"/>
              <a:gd name="connsiteY3357" fmla="*/ 404847 h 2607908"/>
              <a:gd name="connsiteX3358" fmla="*/ 1955401 w 3689114"/>
              <a:gd name="connsiteY3358" fmla="*/ 400477 h 2607908"/>
              <a:gd name="connsiteX3359" fmla="*/ 1959774 w 3689114"/>
              <a:gd name="connsiteY3359" fmla="*/ 396099 h 2607908"/>
              <a:gd name="connsiteX3360" fmla="*/ 1729340 w 3689114"/>
              <a:gd name="connsiteY3360" fmla="*/ 396099 h 2607908"/>
              <a:gd name="connsiteX3361" fmla="*/ 1733713 w 3689114"/>
              <a:gd name="connsiteY3361" fmla="*/ 400477 h 2607908"/>
              <a:gd name="connsiteX3362" fmla="*/ 1729340 w 3689114"/>
              <a:gd name="connsiteY3362" fmla="*/ 404847 h 2607908"/>
              <a:gd name="connsiteX3363" fmla="*/ 1724968 w 3689114"/>
              <a:gd name="connsiteY3363" fmla="*/ 400477 h 2607908"/>
              <a:gd name="connsiteX3364" fmla="*/ 1729340 w 3689114"/>
              <a:gd name="connsiteY3364" fmla="*/ 396099 h 2607908"/>
              <a:gd name="connsiteX3365" fmla="*/ 1844557 w 3689114"/>
              <a:gd name="connsiteY3365" fmla="*/ 396010 h 2607908"/>
              <a:gd name="connsiteX3366" fmla="*/ 1849021 w 3689114"/>
              <a:gd name="connsiteY3366" fmla="*/ 400477 h 2607908"/>
              <a:gd name="connsiteX3367" fmla="*/ 1844557 w 3689114"/>
              <a:gd name="connsiteY3367" fmla="*/ 404934 h 2607908"/>
              <a:gd name="connsiteX3368" fmla="*/ 1840093 w 3689114"/>
              <a:gd name="connsiteY3368" fmla="*/ 400477 h 2607908"/>
              <a:gd name="connsiteX3369" fmla="*/ 1844557 w 3689114"/>
              <a:gd name="connsiteY3369" fmla="*/ 396010 h 2607908"/>
              <a:gd name="connsiteX3370" fmla="*/ 2823902 w 3689114"/>
              <a:gd name="connsiteY3370" fmla="*/ 299312 h 2607908"/>
              <a:gd name="connsiteX3371" fmla="*/ 2825281 w 3689114"/>
              <a:gd name="connsiteY3371" fmla="*/ 300691 h 2607908"/>
              <a:gd name="connsiteX3372" fmla="*/ 2823902 w 3689114"/>
              <a:gd name="connsiteY3372" fmla="*/ 302071 h 2607908"/>
              <a:gd name="connsiteX3373" fmla="*/ 2822524 w 3689114"/>
              <a:gd name="connsiteY3373" fmla="*/ 300691 h 2607908"/>
              <a:gd name="connsiteX3374" fmla="*/ 2823902 w 3689114"/>
              <a:gd name="connsiteY3374" fmla="*/ 299312 h 2607908"/>
              <a:gd name="connsiteX3375" fmla="*/ 865213 w 3689114"/>
              <a:gd name="connsiteY3375" fmla="*/ 299312 h 2607908"/>
              <a:gd name="connsiteX3376" fmla="*/ 866591 w 3689114"/>
              <a:gd name="connsiteY3376" fmla="*/ 300691 h 2607908"/>
              <a:gd name="connsiteX3377" fmla="*/ 865213 w 3689114"/>
              <a:gd name="connsiteY3377" fmla="*/ 302069 h 2607908"/>
              <a:gd name="connsiteX3378" fmla="*/ 863834 w 3689114"/>
              <a:gd name="connsiteY3378" fmla="*/ 300691 h 2607908"/>
              <a:gd name="connsiteX3379" fmla="*/ 865213 w 3689114"/>
              <a:gd name="connsiteY3379" fmla="*/ 299312 h 2607908"/>
              <a:gd name="connsiteX3380" fmla="*/ 2708685 w 3689114"/>
              <a:gd name="connsiteY3380" fmla="*/ 298985 h 2607908"/>
              <a:gd name="connsiteX3381" fmla="*/ 2710391 w 3689114"/>
              <a:gd name="connsiteY3381" fmla="*/ 300691 h 2607908"/>
              <a:gd name="connsiteX3382" fmla="*/ 2708685 w 3689114"/>
              <a:gd name="connsiteY3382" fmla="*/ 302397 h 2607908"/>
              <a:gd name="connsiteX3383" fmla="*/ 2706980 w 3689114"/>
              <a:gd name="connsiteY3383" fmla="*/ 300691 h 2607908"/>
              <a:gd name="connsiteX3384" fmla="*/ 2708685 w 3689114"/>
              <a:gd name="connsiteY3384" fmla="*/ 298985 h 2607908"/>
              <a:gd name="connsiteX3385" fmla="*/ 980430 w 3689114"/>
              <a:gd name="connsiteY3385" fmla="*/ 298985 h 2607908"/>
              <a:gd name="connsiteX3386" fmla="*/ 982135 w 3689114"/>
              <a:gd name="connsiteY3386" fmla="*/ 300691 h 2607908"/>
              <a:gd name="connsiteX3387" fmla="*/ 980430 w 3689114"/>
              <a:gd name="connsiteY3387" fmla="*/ 302396 h 2607908"/>
              <a:gd name="connsiteX3388" fmla="*/ 978724 w 3689114"/>
              <a:gd name="connsiteY3388" fmla="*/ 300691 h 2607908"/>
              <a:gd name="connsiteX3389" fmla="*/ 980430 w 3689114"/>
              <a:gd name="connsiteY3389" fmla="*/ 298985 h 2607908"/>
              <a:gd name="connsiteX3390" fmla="*/ 2593468 w 3689114"/>
              <a:gd name="connsiteY3390" fmla="*/ 298626 h 2607908"/>
              <a:gd name="connsiteX3391" fmla="*/ 2595535 w 3689114"/>
              <a:gd name="connsiteY3391" fmla="*/ 300691 h 2607908"/>
              <a:gd name="connsiteX3392" fmla="*/ 2593468 w 3689114"/>
              <a:gd name="connsiteY3392" fmla="*/ 302756 h 2607908"/>
              <a:gd name="connsiteX3393" fmla="*/ 2591402 w 3689114"/>
              <a:gd name="connsiteY3393" fmla="*/ 300691 h 2607908"/>
              <a:gd name="connsiteX3394" fmla="*/ 2593468 w 3689114"/>
              <a:gd name="connsiteY3394" fmla="*/ 298626 h 2607908"/>
              <a:gd name="connsiteX3395" fmla="*/ 1095647 w 3689114"/>
              <a:gd name="connsiteY3395" fmla="*/ 298626 h 2607908"/>
              <a:gd name="connsiteX3396" fmla="*/ 1097713 w 3689114"/>
              <a:gd name="connsiteY3396" fmla="*/ 300691 h 2607908"/>
              <a:gd name="connsiteX3397" fmla="*/ 1095647 w 3689114"/>
              <a:gd name="connsiteY3397" fmla="*/ 302756 h 2607908"/>
              <a:gd name="connsiteX3398" fmla="*/ 1093581 w 3689114"/>
              <a:gd name="connsiteY3398" fmla="*/ 300691 h 2607908"/>
              <a:gd name="connsiteX3399" fmla="*/ 1095647 w 3689114"/>
              <a:gd name="connsiteY3399" fmla="*/ 298626 h 2607908"/>
              <a:gd name="connsiteX3400" fmla="*/ 2478251 w 3689114"/>
              <a:gd name="connsiteY3400" fmla="*/ 298304 h 2607908"/>
              <a:gd name="connsiteX3401" fmla="*/ 2480644 w 3689114"/>
              <a:gd name="connsiteY3401" fmla="*/ 300691 h 2607908"/>
              <a:gd name="connsiteX3402" fmla="*/ 2478251 w 3689114"/>
              <a:gd name="connsiteY3402" fmla="*/ 303084 h 2607908"/>
              <a:gd name="connsiteX3403" fmla="*/ 2475858 w 3689114"/>
              <a:gd name="connsiteY3403" fmla="*/ 300691 h 2607908"/>
              <a:gd name="connsiteX3404" fmla="*/ 2478251 w 3689114"/>
              <a:gd name="connsiteY3404" fmla="*/ 298304 h 2607908"/>
              <a:gd name="connsiteX3405" fmla="*/ 1210863 w 3689114"/>
              <a:gd name="connsiteY3405" fmla="*/ 298304 h 2607908"/>
              <a:gd name="connsiteX3406" fmla="*/ 1213256 w 3689114"/>
              <a:gd name="connsiteY3406" fmla="*/ 300691 h 2607908"/>
              <a:gd name="connsiteX3407" fmla="*/ 1210863 w 3689114"/>
              <a:gd name="connsiteY3407" fmla="*/ 303084 h 2607908"/>
              <a:gd name="connsiteX3408" fmla="*/ 1208470 w 3689114"/>
              <a:gd name="connsiteY3408" fmla="*/ 300691 h 2607908"/>
              <a:gd name="connsiteX3409" fmla="*/ 1210863 w 3689114"/>
              <a:gd name="connsiteY3409" fmla="*/ 298304 h 2607908"/>
              <a:gd name="connsiteX3410" fmla="*/ 2363034 w 3689114"/>
              <a:gd name="connsiteY3410" fmla="*/ 297949 h 2607908"/>
              <a:gd name="connsiteX3411" fmla="*/ 2365776 w 3689114"/>
              <a:gd name="connsiteY3411" fmla="*/ 300691 h 2607908"/>
              <a:gd name="connsiteX3412" fmla="*/ 2363034 w 3689114"/>
              <a:gd name="connsiteY3412" fmla="*/ 303433 h 2607908"/>
              <a:gd name="connsiteX3413" fmla="*/ 2360291 w 3689114"/>
              <a:gd name="connsiteY3413" fmla="*/ 300691 h 2607908"/>
              <a:gd name="connsiteX3414" fmla="*/ 2363034 w 3689114"/>
              <a:gd name="connsiteY3414" fmla="*/ 297949 h 2607908"/>
              <a:gd name="connsiteX3415" fmla="*/ 1326081 w 3689114"/>
              <a:gd name="connsiteY3415" fmla="*/ 297949 h 2607908"/>
              <a:gd name="connsiteX3416" fmla="*/ 1328823 w 3689114"/>
              <a:gd name="connsiteY3416" fmla="*/ 300691 h 2607908"/>
              <a:gd name="connsiteX3417" fmla="*/ 1326081 w 3689114"/>
              <a:gd name="connsiteY3417" fmla="*/ 303433 h 2607908"/>
              <a:gd name="connsiteX3418" fmla="*/ 1323338 w 3689114"/>
              <a:gd name="connsiteY3418" fmla="*/ 300691 h 2607908"/>
              <a:gd name="connsiteX3419" fmla="*/ 1326081 w 3689114"/>
              <a:gd name="connsiteY3419" fmla="*/ 297949 h 2607908"/>
              <a:gd name="connsiteX3420" fmla="*/ 2247817 w 3689114"/>
              <a:gd name="connsiteY3420" fmla="*/ 297653 h 2607908"/>
              <a:gd name="connsiteX3421" fmla="*/ 2250856 w 3689114"/>
              <a:gd name="connsiteY3421" fmla="*/ 300691 h 2607908"/>
              <a:gd name="connsiteX3422" fmla="*/ 2247817 w 3689114"/>
              <a:gd name="connsiteY3422" fmla="*/ 303728 h 2607908"/>
              <a:gd name="connsiteX3423" fmla="*/ 2244778 w 3689114"/>
              <a:gd name="connsiteY3423" fmla="*/ 300691 h 2607908"/>
              <a:gd name="connsiteX3424" fmla="*/ 2247817 w 3689114"/>
              <a:gd name="connsiteY3424" fmla="*/ 297653 h 2607908"/>
              <a:gd name="connsiteX3425" fmla="*/ 1441297 w 3689114"/>
              <a:gd name="connsiteY3425" fmla="*/ 297653 h 2607908"/>
              <a:gd name="connsiteX3426" fmla="*/ 1444337 w 3689114"/>
              <a:gd name="connsiteY3426" fmla="*/ 300691 h 2607908"/>
              <a:gd name="connsiteX3427" fmla="*/ 1441297 w 3689114"/>
              <a:gd name="connsiteY3427" fmla="*/ 303728 h 2607908"/>
              <a:gd name="connsiteX3428" fmla="*/ 1438258 w 3689114"/>
              <a:gd name="connsiteY3428" fmla="*/ 300691 h 2607908"/>
              <a:gd name="connsiteX3429" fmla="*/ 1441297 w 3689114"/>
              <a:gd name="connsiteY3429" fmla="*/ 297653 h 2607908"/>
              <a:gd name="connsiteX3430" fmla="*/ 2132600 w 3689114"/>
              <a:gd name="connsiteY3430" fmla="*/ 297419 h 2607908"/>
              <a:gd name="connsiteX3431" fmla="*/ 2135870 w 3689114"/>
              <a:gd name="connsiteY3431" fmla="*/ 300691 h 2607908"/>
              <a:gd name="connsiteX3432" fmla="*/ 2132600 w 3689114"/>
              <a:gd name="connsiteY3432" fmla="*/ 303963 h 2607908"/>
              <a:gd name="connsiteX3433" fmla="*/ 2129328 w 3689114"/>
              <a:gd name="connsiteY3433" fmla="*/ 300691 h 2607908"/>
              <a:gd name="connsiteX3434" fmla="*/ 2132600 w 3689114"/>
              <a:gd name="connsiteY3434" fmla="*/ 297419 h 2607908"/>
              <a:gd name="connsiteX3435" fmla="*/ 1556515 w 3689114"/>
              <a:gd name="connsiteY3435" fmla="*/ 297419 h 2607908"/>
              <a:gd name="connsiteX3436" fmla="*/ 1559786 w 3689114"/>
              <a:gd name="connsiteY3436" fmla="*/ 300691 h 2607908"/>
              <a:gd name="connsiteX3437" fmla="*/ 1556515 w 3689114"/>
              <a:gd name="connsiteY3437" fmla="*/ 303963 h 2607908"/>
              <a:gd name="connsiteX3438" fmla="*/ 1553244 w 3689114"/>
              <a:gd name="connsiteY3438" fmla="*/ 300691 h 2607908"/>
              <a:gd name="connsiteX3439" fmla="*/ 1556515 w 3689114"/>
              <a:gd name="connsiteY3439" fmla="*/ 297419 h 2607908"/>
              <a:gd name="connsiteX3440" fmla="*/ 2017383 w 3689114"/>
              <a:gd name="connsiteY3440" fmla="*/ 297258 h 2607908"/>
              <a:gd name="connsiteX3441" fmla="*/ 2020814 w 3689114"/>
              <a:gd name="connsiteY3441" fmla="*/ 300691 h 2607908"/>
              <a:gd name="connsiteX3442" fmla="*/ 2017383 w 3689114"/>
              <a:gd name="connsiteY3442" fmla="*/ 304122 h 2607908"/>
              <a:gd name="connsiteX3443" fmla="*/ 2013953 w 3689114"/>
              <a:gd name="connsiteY3443" fmla="*/ 300691 h 2607908"/>
              <a:gd name="connsiteX3444" fmla="*/ 2017383 w 3689114"/>
              <a:gd name="connsiteY3444" fmla="*/ 297258 h 2607908"/>
              <a:gd name="connsiteX3445" fmla="*/ 1671732 w 3689114"/>
              <a:gd name="connsiteY3445" fmla="*/ 297258 h 2607908"/>
              <a:gd name="connsiteX3446" fmla="*/ 1675162 w 3689114"/>
              <a:gd name="connsiteY3446" fmla="*/ 300691 h 2607908"/>
              <a:gd name="connsiteX3447" fmla="*/ 1671732 w 3689114"/>
              <a:gd name="connsiteY3447" fmla="*/ 304122 h 2607908"/>
              <a:gd name="connsiteX3448" fmla="*/ 1668301 w 3689114"/>
              <a:gd name="connsiteY3448" fmla="*/ 300691 h 2607908"/>
              <a:gd name="connsiteX3449" fmla="*/ 1671732 w 3689114"/>
              <a:gd name="connsiteY3449" fmla="*/ 297258 h 2607908"/>
              <a:gd name="connsiteX3450" fmla="*/ 1902166 w 3689114"/>
              <a:gd name="connsiteY3450" fmla="*/ 297180 h 2607908"/>
              <a:gd name="connsiteX3451" fmla="*/ 1905677 w 3689114"/>
              <a:gd name="connsiteY3451" fmla="*/ 300691 h 2607908"/>
              <a:gd name="connsiteX3452" fmla="*/ 1902166 w 3689114"/>
              <a:gd name="connsiteY3452" fmla="*/ 304201 h 2607908"/>
              <a:gd name="connsiteX3453" fmla="*/ 1898654 w 3689114"/>
              <a:gd name="connsiteY3453" fmla="*/ 300691 h 2607908"/>
              <a:gd name="connsiteX3454" fmla="*/ 1902166 w 3689114"/>
              <a:gd name="connsiteY3454" fmla="*/ 297180 h 2607908"/>
              <a:gd name="connsiteX3455" fmla="*/ 1786949 w 3689114"/>
              <a:gd name="connsiteY3455" fmla="*/ 297180 h 2607908"/>
              <a:gd name="connsiteX3456" fmla="*/ 1790460 w 3689114"/>
              <a:gd name="connsiteY3456" fmla="*/ 300691 h 2607908"/>
              <a:gd name="connsiteX3457" fmla="*/ 1786949 w 3689114"/>
              <a:gd name="connsiteY3457" fmla="*/ 304201 h 2607908"/>
              <a:gd name="connsiteX3458" fmla="*/ 1783437 w 3689114"/>
              <a:gd name="connsiteY3458" fmla="*/ 300691 h 2607908"/>
              <a:gd name="connsiteX3459" fmla="*/ 1786949 w 3689114"/>
              <a:gd name="connsiteY3459" fmla="*/ 297180 h 2607908"/>
              <a:gd name="connsiteX3460" fmla="*/ 2766293 w 3689114"/>
              <a:gd name="connsiteY3460" fmla="*/ 199820 h 2607908"/>
              <a:gd name="connsiteX3461" fmla="*/ 2767378 w 3689114"/>
              <a:gd name="connsiteY3461" fmla="*/ 200905 h 2607908"/>
              <a:gd name="connsiteX3462" fmla="*/ 2766293 w 3689114"/>
              <a:gd name="connsiteY3462" fmla="*/ 201990 h 2607908"/>
              <a:gd name="connsiteX3463" fmla="*/ 2765208 w 3689114"/>
              <a:gd name="connsiteY3463" fmla="*/ 200905 h 2607908"/>
              <a:gd name="connsiteX3464" fmla="*/ 2766293 w 3689114"/>
              <a:gd name="connsiteY3464" fmla="*/ 199820 h 2607908"/>
              <a:gd name="connsiteX3465" fmla="*/ 922821 w 3689114"/>
              <a:gd name="connsiteY3465" fmla="*/ 199820 h 2607908"/>
              <a:gd name="connsiteX3466" fmla="*/ 923906 w 3689114"/>
              <a:gd name="connsiteY3466" fmla="*/ 200905 h 2607908"/>
              <a:gd name="connsiteX3467" fmla="*/ 922821 w 3689114"/>
              <a:gd name="connsiteY3467" fmla="*/ 201990 h 2607908"/>
              <a:gd name="connsiteX3468" fmla="*/ 921736 w 3689114"/>
              <a:gd name="connsiteY3468" fmla="*/ 200905 h 2607908"/>
              <a:gd name="connsiteX3469" fmla="*/ 922821 w 3689114"/>
              <a:gd name="connsiteY3469" fmla="*/ 199820 h 2607908"/>
              <a:gd name="connsiteX3470" fmla="*/ 2651076 w 3689114"/>
              <a:gd name="connsiteY3470" fmla="*/ 199529 h 2607908"/>
              <a:gd name="connsiteX3471" fmla="*/ 2652455 w 3689114"/>
              <a:gd name="connsiteY3471" fmla="*/ 200908 h 2607908"/>
              <a:gd name="connsiteX3472" fmla="*/ 2651076 w 3689114"/>
              <a:gd name="connsiteY3472" fmla="*/ 202286 h 2607908"/>
              <a:gd name="connsiteX3473" fmla="*/ 2649698 w 3689114"/>
              <a:gd name="connsiteY3473" fmla="*/ 200908 h 2607908"/>
              <a:gd name="connsiteX3474" fmla="*/ 2651076 w 3689114"/>
              <a:gd name="connsiteY3474" fmla="*/ 199529 h 2607908"/>
              <a:gd name="connsiteX3475" fmla="*/ 1038038 w 3689114"/>
              <a:gd name="connsiteY3475" fmla="*/ 199529 h 2607908"/>
              <a:gd name="connsiteX3476" fmla="*/ 1039416 w 3689114"/>
              <a:gd name="connsiteY3476" fmla="*/ 200905 h 2607908"/>
              <a:gd name="connsiteX3477" fmla="*/ 1038038 w 3689114"/>
              <a:gd name="connsiteY3477" fmla="*/ 202286 h 2607908"/>
              <a:gd name="connsiteX3478" fmla="*/ 1036660 w 3689114"/>
              <a:gd name="connsiteY3478" fmla="*/ 200905 h 2607908"/>
              <a:gd name="connsiteX3479" fmla="*/ 1038038 w 3689114"/>
              <a:gd name="connsiteY3479" fmla="*/ 199529 h 2607908"/>
              <a:gd name="connsiteX3480" fmla="*/ 2535860 w 3689114"/>
              <a:gd name="connsiteY3480" fmla="*/ 199257 h 2607908"/>
              <a:gd name="connsiteX3481" fmla="*/ 2537508 w 3689114"/>
              <a:gd name="connsiteY3481" fmla="*/ 200905 h 2607908"/>
              <a:gd name="connsiteX3482" fmla="*/ 2535860 w 3689114"/>
              <a:gd name="connsiteY3482" fmla="*/ 202555 h 2607908"/>
              <a:gd name="connsiteX3483" fmla="*/ 2534211 w 3689114"/>
              <a:gd name="connsiteY3483" fmla="*/ 200905 h 2607908"/>
              <a:gd name="connsiteX3484" fmla="*/ 2535860 w 3689114"/>
              <a:gd name="connsiteY3484" fmla="*/ 199257 h 2607908"/>
              <a:gd name="connsiteX3485" fmla="*/ 1153254 w 3689114"/>
              <a:gd name="connsiteY3485" fmla="*/ 199257 h 2607908"/>
              <a:gd name="connsiteX3486" fmla="*/ 1154903 w 3689114"/>
              <a:gd name="connsiteY3486" fmla="*/ 200905 h 2607908"/>
              <a:gd name="connsiteX3487" fmla="*/ 1153254 w 3689114"/>
              <a:gd name="connsiteY3487" fmla="*/ 202555 h 2607908"/>
              <a:gd name="connsiteX3488" fmla="*/ 1151606 w 3689114"/>
              <a:gd name="connsiteY3488" fmla="*/ 200905 h 2607908"/>
              <a:gd name="connsiteX3489" fmla="*/ 1153254 w 3689114"/>
              <a:gd name="connsiteY3489" fmla="*/ 199257 h 2607908"/>
              <a:gd name="connsiteX3490" fmla="*/ 2420642 w 3689114"/>
              <a:gd name="connsiteY3490" fmla="*/ 198965 h 2607908"/>
              <a:gd name="connsiteX3491" fmla="*/ 2422584 w 3689114"/>
              <a:gd name="connsiteY3491" fmla="*/ 200905 h 2607908"/>
              <a:gd name="connsiteX3492" fmla="*/ 2420642 w 3689114"/>
              <a:gd name="connsiteY3492" fmla="*/ 202848 h 2607908"/>
              <a:gd name="connsiteX3493" fmla="*/ 2418700 w 3689114"/>
              <a:gd name="connsiteY3493" fmla="*/ 200905 h 2607908"/>
              <a:gd name="connsiteX3494" fmla="*/ 2420642 w 3689114"/>
              <a:gd name="connsiteY3494" fmla="*/ 198965 h 2607908"/>
              <a:gd name="connsiteX3495" fmla="*/ 1268472 w 3689114"/>
              <a:gd name="connsiteY3495" fmla="*/ 198965 h 2607908"/>
              <a:gd name="connsiteX3496" fmla="*/ 1270414 w 3689114"/>
              <a:gd name="connsiteY3496" fmla="*/ 200905 h 2607908"/>
              <a:gd name="connsiteX3497" fmla="*/ 1268472 w 3689114"/>
              <a:gd name="connsiteY3497" fmla="*/ 202848 h 2607908"/>
              <a:gd name="connsiteX3498" fmla="*/ 1266530 w 3689114"/>
              <a:gd name="connsiteY3498" fmla="*/ 200905 h 2607908"/>
              <a:gd name="connsiteX3499" fmla="*/ 1268472 w 3689114"/>
              <a:gd name="connsiteY3499" fmla="*/ 198965 h 2607908"/>
              <a:gd name="connsiteX3500" fmla="*/ 2305426 w 3689114"/>
              <a:gd name="connsiteY3500" fmla="*/ 198713 h 2607908"/>
              <a:gd name="connsiteX3501" fmla="*/ 2307619 w 3689114"/>
              <a:gd name="connsiteY3501" fmla="*/ 200908 h 2607908"/>
              <a:gd name="connsiteX3502" fmla="*/ 2305426 w 3689114"/>
              <a:gd name="connsiteY3502" fmla="*/ 203101 h 2607908"/>
              <a:gd name="connsiteX3503" fmla="*/ 2303231 w 3689114"/>
              <a:gd name="connsiteY3503" fmla="*/ 200908 h 2607908"/>
              <a:gd name="connsiteX3504" fmla="*/ 2305426 w 3689114"/>
              <a:gd name="connsiteY3504" fmla="*/ 198713 h 2607908"/>
              <a:gd name="connsiteX3505" fmla="*/ 1383689 w 3689114"/>
              <a:gd name="connsiteY3505" fmla="*/ 198713 h 2607908"/>
              <a:gd name="connsiteX3506" fmla="*/ 1385883 w 3689114"/>
              <a:gd name="connsiteY3506" fmla="*/ 200905 h 2607908"/>
              <a:gd name="connsiteX3507" fmla="*/ 1383689 w 3689114"/>
              <a:gd name="connsiteY3507" fmla="*/ 203101 h 2607908"/>
              <a:gd name="connsiteX3508" fmla="*/ 1381495 w 3689114"/>
              <a:gd name="connsiteY3508" fmla="*/ 200905 h 2607908"/>
              <a:gd name="connsiteX3509" fmla="*/ 1383689 w 3689114"/>
              <a:gd name="connsiteY3509" fmla="*/ 198713 h 2607908"/>
              <a:gd name="connsiteX3510" fmla="*/ 2190209 w 3689114"/>
              <a:gd name="connsiteY3510" fmla="*/ 198514 h 2607908"/>
              <a:gd name="connsiteX3511" fmla="*/ 2192602 w 3689114"/>
              <a:gd name="connsiteY3511" fmla="*/ 200905 h 2607908"/>
              <a:gd name="connsiteX3512" fmla="*/ 2190209 w 3689114"/>
              <a:gd name="connsiteY3512" fmla="*/ 203301 h 2607908"/>
              <a:gd name="connsiteX3513" fmla="*/ 2187816 w 3689114"/>
              <a:gd name="connsiteY3513" fmla="*/ 200905 h 2607908"/>
              <a:gd name="connsiteX3514" fmla="*/ 2190209 w 3689114"/>
              <a:gd name="connsiteY3514" fmla="*/ 198514 h 2607908"/>
              <a:gd name="connsiteX3515" fmla="*/ 1498906 w 3689114"/>
              <a:gd name="connsiteY3515" fmla="*/ 198514 h 2607908"/>
              <a:gd name="connsiteX3516" fmla="*/ 1501299 w 3689114"/>
              <a:gd name="connsiteY3516" fmla="*/ 200905 h 2607908"/>
              <a:gd name="connsiteX3517" fmla="*/ 1498906 w 3689114"/>
              <a:gd name="connsiteY3517" fmla="*/ 203301 h 2607908"/>
              <a:gd name="connsiteX3518" fmla="*/ 1496513 w 3689114"/>
              <a:gd name="connsiteY3518" fmla="*/ 200905 h 2607908"/>
              <a:gd name="connsiteX3519" fmla="*/ 1498906 w 3689114"/>
              <a:gd name="connsiteY3519" fmla="*/ 198514 h 2607908"/>
              <a:gd name="connsiteX3520" fmla="*/ 2074991 w 3689114"/>
              <a:gd name="connsiteY3520" fmla="*/ 198375 h 2607908"/>
              <a:gd name="connsiteX3521" fmla="*/ 2077521 w 3689114"/>
              <a:gd name="connsiteY3521" fmla="*/ 200905 h 2607908"/>
              <a:gd name="connsiteX3522" fmla="*/ 2074991 w 3689114"/>
              <a:gd name="connsiteY3522" fmla="*/ 203437 h 2607908"/>
              <a:gd name="connsiteX3523" fmla="*/ 2072461 w 3689114"/>
              <a:gd name="connsiteY3523" fmla="*/ 200905 h 2607908"/>
              <a:gd name="connsiteX3524" fmla="*/ 2074991 w 3689114"/>
              <a:gd name="connsiteY3524" fmla="*/ 198375 h 2607908"/>
              <a:gd name="connsiteX3525" fmla="*/ 1614123 w 3689114"/>
              <a:gd name="connsiteY3525" fmla="*/ 198375 h 2607908"/>
              <a:gd name="connsiteX3526" fmla="*/ 1616653 w 3689114"/>
              <a:gd name="connsiteY3526" fmla="*/ 200905 h 2607908"/>
              <a:gd name="connsiteX3527" fmla="*/ 1614123 w 3689114"/>
              <a:gd name="connsiteY3527" fmla="*/ 203437 h 2607908"/>
              <a:gd name="connsiteX3528" fmla="*/ 1611593 w 3689114"/>
              <a:gd name="connsiteY3528" fmla="*/ 200905 h 2607908"/>
              <a:gd name="connsiteX3529" fmla="*/ 1614123 w 3689114"/>
              <a:gd name="connsiteY3529" fmla="*/ 198375 h 2607908"/>
              <a:gd name="connsiteX3530" fmla="*/ 1959774 w 3689114"/>
              <a:gd name="connsiteY3530" fmla="*/ 198307 h 2607908"/>
              <a:gd name="connsiteX3531" fmla="*/ 1962374 w 3689114"/>
              <a:gd name="connsiteY3531" fmla="*/ 200905 h 2607908"/>
              <a:gd name="connsiteX3532" fmla="*/ 1959774 w 3689114"/>
              <a:gd name="connsiteY3532" fmla="*/ 203504 h 2607908"/>
              <a:gd name="connsiteX3533" fmla="*/ 1957174 w 3689114"/>
              <a:gd name="connsiteY3533" fmla="*/ 200905 h 2607908"/>
              <a:gd name="connsiteX3534" fmla="*/ 1959774 w 3689114"/>
              <a:gd name="connsiteY3534" fmla="*/ 198307 h 2607908"/>
              <a:gd name="connsiteX3535" fmla="*/ 1729340 w 3689114"/>
              <a:gd name="connsiteY3535" fmla="*/ 198307 h 2607908"/>
              <a:gd name="connsiteX3536" fmla="*/ 1731940 w 3689114"/>
              <a:gd name="connsiteY3536" fmla="*/ 200905 h 2607908"/>
              <a:gd name="connsiteX3537" fmla="*/ 1729340 w 3689114"/>
              <a:gd name="connsiteY3537" fmla="*/ 203504 h 2607908"/>
              <a:gd name="connsiteX3538" fmla="*/ 1726740 w 3689114"/>
              <a:gd name="connsiteY3538" fmla="*/ 200905 h 2607908"/>
              <a:gd name="connsiteX3539" fmla="*/ 1729340 w 3689114"/>
              <a:gd name="connsiteY3539" fmla="*/ 198307 h 2607908"/>
              <a:gd name="connsiteX3540" fmla="*/ 1844558 w 3689114"/>
              <a:gd name="connsiteY3540" fmla="*/ 198236 h 2607908"/>
              <a:gd name="connsiteX3541" fmla="*/ 1847228 w 3689114"/>
              <a:gd name="connsiteY3541" fmla="*/ 200905 h 2607908"/>
              <a:gd name="connsiteX3542" fmla="*/ 1844558 w 3689114"/>
              <a:gd name="connsiteY3542" fmla="*/ 203577 h 2607908"/>
              <a:gd name="connsiteX3543" fmla="*/ 1841887 w 3689114"/>
              <a:gd name="connsiteY3543" fmla="*/ 200905 h 2607908"/>
              <a:gd name="connsiteX3544" fmla="*/ 1844558 w 3689114"/>
              <a:gd name="connsiteY3544" fmla="*/ 198236 h 2607908"/>
              <a:gd name="connsiteX3545" fmla="*/ 2478251 w 3689114"/>
              <a:gd name="connsiteY3545" fmla="*/ 99885 h 2607908"/>
              <a:gd name="connsiteX3546" fmla="*/ 2479479 w 3689114"/>
              <a:gd name="connsiteY3546" fmla="*/ 101114 h 2607908"/>
              <a:gd name="connsiteX3547" fmla="*/ 2478251 w 3689114"/>
              <a:gd name="connsiteY3547" fmla="*/ 102341 h 2607908"/>
              <a:gd name="connsiteX3548" fmla="*/ 2477023 w 3689114"/>
              <a:gd name="connsiteY3548" fmla="*/ 101114 h 2607908"/>
              <a:gd name="connsiteX3549" fmla="*/ 2478251 w 3689114"/>
              <a:gd name="connsiteY3549" fmla="*/ 99885 h 2607908"/>
              <a:gd name="connsiteX3550" fmla="*/ 1210864 w 3689114"/>
              <a:gd name="connsiteY3550" fmla="*/ 99885 h 2607908"/>
              <a:gd name="connsiteX3551" fmla="*/ 1212092 w 3689114"/>
              <a:gd name="connsiteY3551" fmla="*/ 101112 h 2607908"/>
              <a:gd name="connsiteX3552" fmla="*/ 1210864 w 3689114"/>
              <a:gd name="connsiteY3552" fmla="*/ 102340 h 2607908"/>
              <a:gd name="connsiteX3553" fmla="*/ 1209636 w 3689114"/>
              <a:gd name="connsiteY3553" fmla="*/ 101112 h 2607908"/>
              <a:gd name="connsiteX3554" fmla="*/ 1210864 w 3689114"/>
              <a:gd name="connsiteY3554" fmla="*/ 99885 h 2607908"/>
              <a:gd name="connsiteX3555" fmla="*/ 2363034 w 3689114"/>
              <a:gd name="connsiteY3555" fmla="*/ 99682 h 2607908"/>
              <a:gd name="connsiteX3556" fmla="*/ 2364464 w 3689114"/>
              <a:gd name="connsiteY3556" fmla="*/ 101114 h 2607908"/>
              <a:gd name="connsiteX3557" fmla="*/ 2363034 w 3689114"/>
              <a:gd name="connsiteY3557" fmla="*/ 102543 h 2607908"/>
              <a:gd name="connsiteX3558" fmla="*/ 2361603 w 3689114"/>
              <a:gd name="connsiteY3558" fmla="*/ 101114 h 2607908"/>
              <a:gd name="connsiteX3559" fmla="*/ 2363034 w 3689114"/>
              <a:gd name="connsiteY3559" fmla="*/ 99682 h 2607908"/>
              <a:gd name="connsiteX3560" fmla="*/ 1326080 w 3689114"/>
              <a:gd name="connsiteY3560" fmla="*/ 99682 h 2607908"/>
              <a:gd name="connsiteX3561" fmla="*/ 1327511 w 3689114"/>
              <a:gd name="connsiteY3561" fmla="*/ 101112 h 2607908"/>
              <a:gd name="connsiteX3562" fmla="*/ 1326080 w 3689114"/>
              <a:gd name="connsiteY3562" fmla="*/ 102543 h 2607908"/>
              <a:gd name="connsiteX3563" fmla="*/ 1324650 w 3689114"/>
              <a:gd name="connsiteY3563" fmla="*/ 101112 h 2607908"/>
              <a:gd name="connsiteX3564" fmla="*/ 1326080 w 3689114"/>
              <a:gd name="connsiteY3564" fmla="*/ 99682 h 2607908"/>
              <a:gd name="connsiteX3565" fmla="*/ 2247816 w 3689114"/>
              <a:gd name="connsiteY3565" fmla="*/ 99521 h 2607908"/>
              <a:gd name="connsiteX3566" fmla="*/ 2249409 w 3689114"/>
              <a:gd name="connsiteY3566" fmla="*/ 101114 h 2607908"/>
              <a:gd name="connsiteX3567" fmla="*/ 2247816 w 3689114"/>
              <a:gd name="connsiteY3567" fmla="*/ 102706 h 2607908"/>
              <a:gd name="connsiteX3568" fmla="*/ 2246224 w 3689114"/>
              <a:gd name="connsiteY3568" fmla="*/ 101114 h 2607908"/>
              <a:gd name="connsiteX3569" fmla="*/ 2247816 w 3689114"/>
              <a:gd name="connsiteY3569" fmla="*/ 99521 h 2607908"/>
              <a:gd name="connsiteX3570" fmla="*/ 1441297 w 3689114"/>
              <a:gd name="connsiteY3570" fmla="*/ 99521 h 2607908"/>
              <a:gd name="connsiteX3571" fmla="*/ 1442890 w 3689114"/>
              <a:gd name="connsiteY3571" fmla="*/ 101114 h 2607908"/>
              <a:gd name="connsiteX3572" fmla="*/ 1441297 w 3689114"/>
              <a:gd name="connsiteY3572" fmla="*/ 102706 h 2607908"/>
              <a:gd name="connsiteX3573" fmla="*/ 1439705 w 3689114"/>
              <a:gd name="connsiteY3573" fmla="*/ 101114 h 2607908"/>
              <a:gd name="connsiteX3574" fmla="*/ 1441297 w 3689114"/>
              <a:gd name="connsiteY3574" fmla="*/ 99521 h 2607908"/>
              <a:gd name="connsiteX3575" fmla="*/ 2132599 w 3689114"/>
              <a:gd name="connsiteY3575" fmla="*/ 99351 h 2607908"/>
              <a:gd name="connsiteX3576" fmla="*/ 2134363 w 3689114"/>
              <a:gd name="connsiteY3576" fmla="*/ 101114 h 2607908"/>
              <a:gd name="connsiteX3577" fmla="*/ 2132599 w 3689114"/>
              <a:gd name="connsiteY3577" fmla="*/ 102877 h 2607908"/>
              <a:gd name="connsiteX3578" fmla="*/ 2130836 w 3689114"/>
              <a:gd name="connsiteY3578" fmla="*/ 101114 h 2607908"/>
              <a:gd name="connsiteX3579" fmla="*/ 2132599 w 3689114"/>
              <a:gd name="connsiteY3579" fmla="*/ 99351 h 2607908"/>
              <a:gd name="connsiteX3580" fmla="*/ 1556515 w 3689114"/>
              <a:gd name="connsiteY3580" fmla="*/ 99350 h 2607908"/>
              <a:gd name="connsiteX3581" fmla="*/ 1558278 w 3689114"/>
              <a:gd name="connsiteY3581" fmla="*/ 101114 h 2607908"/>
              <a:gd name="connsiteX3582" fmla="*/ 1556515 w 3689114"/>
              <a:gd name="connsiteY3582" fmla="*/ 102876 h 2607908"/>
              <a:gd name="connsiteX3583" fmla="*/ 1554752 w 3689114"/>
              <a:gd name="connsiteY3583" fmla="*/ 101114 h 2607908"/>
              <a:gd name="connsiteX3584" fmla="*/ 1556515 w 3689114"/>
              <a:gd name="connsiteY3584" fmla="*/ 99350 h 2607908"/>
              <a:gd name="connsiteX3585" fmla="*/ 2017383 w 3689114"/>
              <a:gd name="connsiteY3585" fmla="*/ 99291 h 2607908"/>
              <a:gd name="connsiteX3586" fmla="*/ 2019205 w 3689114"/>
              <a:gd name="connsiteY3586" fmla="*/ 101114 h 2607908"/>
              <a:gd name="connsiteX3587" fmla="*/ 2017383 w 3689114"/>
              <a:gd name="connsiteY3587" fmla="*/ 102935 h 2607908"/>
              <a:gd name="connsiteX3588" fmla="*/ 2015561 w 3689114"/>
              <a:gd name="connsiteY3588" fmla="*/ 101114 h 2607908"/>
              <a:gd name="connsiteX3589" fmla="*/ 2017383 w 3689114"/>
              <a:gd name="connsiteY3589" fmla="*/ 99291 h 2607908"/>
              <a:gd name="connsiteX3590" fmla="*/ 1671732 w 3689114"/>
              <a:gd name="connsiteY3590" fmla="*/ 99291 h 2607908"/>
              <a:gd name="connsiteX3591" fmla="*/ 1673554 w 3689114"/>
              <a:gd name="connsiteY3591" fmla="*/ 101114 h 2607908"/>
              <a:gd name="connsiteX3592" fmla="*/ 1671732 w 3689114"/>
              <a:gd name="connsiteY3592" fmla="*/ 102935 h 2607908"/>
              <a:gd name="connsiteX3593" fmla="*/ 1669910 w 3689114"/>
              <a:gd name="connsiteY3593" fmla="*/ 101114 h 2607908"/>
              <a:gd name="connsiteX3594" fmla="*/ 1671732 w 3689114"/>
              <a:gd name="connsiteY3594" fmla="*/ 99291 h 2607908"/>
              <a:gd name="connsiteX3595" fmla="*/ 1902166 w 3689114"/>
              <a:gd name="connsiteY3595" fmla="*/ 99231 h 2607908"/>
              <a:gd name="connsiteX3596" fmla="*/ 1904047 w 3689114"/>
              <a:gd name="connsiteY3596" fmla="*/ 101114 h 2607908"/>
              <a:gd name="connsiteX3597" fmla="*/ 1902166 w 3689114"/>
              <a:gd name="connsiteY3597" fmla="*/ 102995 h 2607908"/>
              <a:gd name="connsiteX3598" fmla="*/ 1900284 w 3689114"/>
              <a:gd name="connsiteY3598" fmla="*/ 101114 h 2607908"/>
              <a:gd name="connsiteX3599" fmla="*/ 1902166 w 3689114"/>
              <a:gd name="connsiteY3599" fmla="*/ 99231 h 2607908"/>
              <a:gd name="connsiteX3600" fmla="*/ 1786949 w 3689114"/>
              <a:gd name="connsiteY3600" fmla="*/ 99231 h 2607908"/>
              <a:gd name="connsiteX3601" fmla="*/ 1788830 w 3689114"/>
              <a:gd name="connsiteY3601" fmla="*/ 101114 h 2607908"/>
              <a:gd name="connsiteX3602" fmla="*/ 1786949 w 3689114"/>
              <a:gd name="connsiteY3602" fmla="*/ 102995 h 2607908"/>
              <a:gd name="connsiteX3603" fmla="*/ 1785067 w 3689114"/>
              <a:gd name="connsiteY3603" fmla="*/ 101114 h 2607908"/>
              <a:gd name="connsiteX3604" fmla="*/ 1786949 w 3689114"/>
              <a:gd name="connsiteY3604" fmla="*/ 99231 h 2607908"/>
              <a:gd name="connsiteX3605" fmla="*/ 2190208 w 3689114"/>
              <a:gd name="connsiteY3605" fmla="*/ 195 h 2607908"/>
              <a:gd name="connsiteX3606" fmla="*/ 2191340 w 3689114"/>
              <a:gd name="connsiteY3606" fmla="*/ 1326 h 2607908"/>
              <a:gd name="connsiteX3607" fmla="*/ 2190208 w 3689114"/>
              <a:gd name="connsiteY3607" fmla="*/ 2459 h 2607908"/>
              <a:gd name="connsiteX3608" fmla="*/ 2189077 w 3689114"/>
              <a:gd name="connsiteY3608" fmla="*/ 1326 h 2607908"/>
              <a:gd name="connsiteX3609" fmla="*/ 2190208 w 3689114"/>
              <a:gd name="connsiteY3609" fmla="*/ 195 h 2607908"/>
              <a:gd name="connsiteX3610" fmla="*/ 1498906 w 3689114"/>
              <a:gd name="connsiteY3610" fmla="*/ 195 h 2607908"/>
              <a:gd name="connsiteX3611" fmla="*/ 1500038 w 3689114"/>
              <a:gd name="connsiteY3611" fmla="*/ 1326 h 2607908"/>
              <a:gd name="connsiteX3612" fmla="*/ 1498906 w 3689114"/>
              <a:gd name="connsiteY3612" fmla="*/ 2458 h 2607908"/>
              <a:gd name="connsiteX3613" fmla="*/ 1497774 w 3689114"/>
              <a:gd name="connsiteY3613" fmla="*/ 1326 h 2607908"/>
              <a:gd name="connsiteX3614" fmla="*/ 1498906 w 3689114"/>
              <a:gd name="connsiteY3614" fmla="*/ 195 h 2607908"/>
              <a:gd name="connsiteX3615" fmla="*/ 2074992 w 3689114"/>
              <a:gd name="connsiteY3615" fmla="*/ 99 h 2607908"/>
              <a:gd name="connsiteX3616" fmla="*/ 2076219 w 3689114"/>
              <a:gd name="connsiteY3616" fmla="*/ 1326 h 2607908"/>
              <a:gd name="connsiteX3617" fmla="*/ 2074992 w 3689114"/>
              <a:gd name="connsiteY3617" fmla="*/ 2554 h 2607908"/>
              <a:gd name="connsiteX3618" fmla="*/ 2073764 w 3689114"/>
              <a:gd name="connsiteY3618" fmla="*/ 1326 h 2607908"/>
              <a:gd name="connsiteX3619" fmla="*/ 2074992 w 3689114"/>
              <a:gd name="connsiteY3619" fmla="*/ 99 h 2607908"/>
              <a:gd name="connsiteX3620" fmla="*/ 1614123 w 3689114"/>
              <a:gd name="connsiteY3620" fmla="*/ 99 h 2607908"/>
              <a:gd name="connsiteX3621" fmla="*/ 1615350 w 3689114"/>
              <a:gd name="connsiteY3621" fmla="*/ 1326 h 2607908"/>
              <a:gd name="connsiteX3622" fmla="*/ 1614123 w 3689114"/>
              <a:gd name="connsiteY3622" fmla="*/ 2554 h 2607908"/>
              <a:gd name="connsiteX3623" fmla="*/ 1612896 w 3689114"/>
              <a:gd name="connsiteY3623" fmla="*/ 1326 h 2607908"/>
              <a:gd name="connsiteX3624" fmla="*/ 1614123 w 3689114"/>
              <a:gd name="connsiteY3624" fmla="*/ 99 h 2607908"/>
              <a:gd name="connsiteX3625" fmla="*/ 1959774 w 3689114"/>
              <a:gd name="connsiteY3625" fmla="*/ 50 h 2607908"/>
              <a:gd name="connsiteX3626" fmla="*/ 1961052 w 3689114"/>
              <a:gd name="connsiteY3626" fmla="*/ 1326 h 2607908"/>
              <a:gd name="connsiteX3627" fmla="*/ 1959774 w 3689114"/>
              <a:gd name="connsiteY3627" fmla="*/ 2603 h 2607908"/>
              <a:gd name="connsiteX3628" fmla="*/ 1958498 w 3689114"/>
              <a:gd name="connsiteY3628" fmla="*/ 1326 h 2607908"/>
              <a:gd name="connsiteX3629" fmla="*/ 1959774 w 3689114"/>
              <a:gd name="connsiteY3629" fmla="*/ 50 h 2607908"/>
              <a:gd name="connsiteX3630" fmla="*/ 1729340 w 3689114"/>
              <a:gd name="connsiteY3630" fmla="*/ 50 h 2607908"/>
              <a:gd name="connsiteX3631" fmla="*/ 1730617 w 3689114"/>
              <a:gd name="connsiteY3631" fmla="*/ 1326 h 2607908"/>
              <a:gd name="connsiteX3632" fmla="*/ 1729340 w 3689114"/>
              <a:gd name="connsiteY3632" fmla="*/ 2603 h 2607908"/>
              <a:gd name="connsiteX3633" fmla="*/ 1728064 w 3689114"/>
              <a:gd name="connsiteY3633" fmla="*/ 1326 h 2607908"/>
              <a:gd name="connsiteX3634" fmla="*/ 1729340 w 3689114"/>
              <a:gd name="connsiteY3634" fmla="*/ 50 h 2607908"/>
              <a:gd name="connsiteX3635" fmla="*/ 1844557 w 3689114"/>
              <a:gd name="connsiteY3635" fmla="*/ 0 h 2607908"/>
              <a:gd name="connsiteX3636" fmla="*/ 1845884 w 3689114"/>
              <a:gd name="connsiteY3636" fmla="*/ 1326 h 2607908"/>
              <a:gd name="connsiteX3637" fmla="*/ 1844557 w 3689114"/>
              <a:gd name="connsiteY3637" fmla="*/ 2654 h 2607908"/>
              <a:gd name="connsiteX3638" fmla="*/ 1843230 w 3689114"/>
              <a:gd name="connsiteY3638" fmla="*/ 1326 h 2607908"/>
              <a:gd name="connsiteX3639" fmla="*/ 1844557 w 3689114"/>
              <a:gd name="connsiteY3639" fmla="*/ 0 h 26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</a:cxnLst>
            <a:rect l="l" t="t" r="r" b="b"/>
            <a:pathLst>
              <a:path w="3689114" h="2607908">
                <a:moveTo>
                  <a:pt x="3457596" y="2594295"/>
                </a:moveTo>
                <a:cubicBezTo>
                  <a:pt x="3458301" y="2594295"/>
                  <a:pt x="3458873" y="2594867"/>
                  <a:pt x="3458873" y="2595572"/>
                </a:cubicBezTo>
                <a:cubicBezTo>
                  <a:pt x="3458873" y="2596277"/>
                  <a:pt x="3458301" y="2596849"/>
                  <a:pt x="3457596" y="2596849"/>
                </a:cubicBezTo>
                <a:cubicBezTo>
                  <a:pt x="3456890" y="2596849"/>
                  <a:pt x="3456319" y="2596277"/>
                  <a:pt x="3456319" y="2595572"/>
                </a:cubicBezTo>
                <a:cubicBezTo>
                  <a:pt x="3456319" y="2594867"/>
                  <a:pt x="3456890" y="2594295"/>
                  <a:pt x="3457596" y="2594295"/>
                </a:cubicBezTo>
                <a:close/>
                <a:moveTo>
                  <a:pt x="231519" y="2594295"/>
                </a:moveTo>
                <a:cubicBezTo>
                  <a:pt x="232224" y="2594295"/>
                  <a:pt x="232796" y="2594867"/>
                  <a:pt x="232796" y="2595572"/>
                </a:cubicBezTo>
                <a:cubicBezTo>
                  <a:pt x="232796" y="2596277"/>
                  <a:pt x="232224" y="2596849"/>
                  <a:pt x="231519" y="2596849"/>
                </a:cubicBezTo>
                <a:cubicBezTo>
                  <a:pt x="230814" y="2596849"/>
                  <a:pt x="230242" y="2596277"/>
                  <a:pt x="230242" y="2595572"/>
                </a:cubicBezTo>
                <a:cubicBezTo>
                  <a:pt x="230242" y="2594867"/>
                  <a:pt x="230814" y="2594295"/>
                  <a:pt x="231519" y="2594295"/>
                </a:cubicBezTo>
                <a:close/>
                <a:moveTo>
                  <a:pt x="3342378" y="2593690"/>
                </a:moveTo>
                <a:cubicBezTo>
                  <a:pt x="3343417" y="2593690"/>
                  <a:pt x="3344260" y="2594533"/>
                  <a:pt x="3344260" y="2595572"/>
                </a:cubicBezTo>
                <a:cubicBezTo>
                  <a:pt x="3344260" y="2596611"/>
                  <a:pt x="3343417" y="2597454"/>
                  <a:pt x="3342378" y="2597454"/>
                </a:cubicBezTo>
                <a:cubicBezTo>
                  <a:pt x="3341339" y="2597454"/>
                  <a:pt x="3340497" y="2596611"/>
                  <a:pt x="3340497" y="2595572"/>
                </a:cubicBezTo>
                <a:cubicBezTo>
                  <a:pt x="3340497" y="2594533"/>
                  <a:pt x="3341339" y="2593690"/>
                  <a:pt x="3342378" y="2593690"/>
                </a:cubicBezTo>
                <a:close/>
                <a:moveTo>
                  <a:pt x="346737" y="2593690"/>
                </a:moveTo>
                <a:cubicBezTo>
                  <a:pt x="347775" y="2593690"/>
                  <a:pt x="348618" y="2594533"/>
                  <a:pt x="348618" y="2595572"/>
                </a:cubicBezTo>
                <a:cubicBezTo>
                  <a:pt x="348618" y="2596611"/>
                  <a:pt x="347775" y="2597454"/>
                  <a:pt x="346737" y="2597454"/>
                </a:cubicBezTo>
                <a:cubicBezTo>
                  <a:pt x="345698" y="2597454"/>
                  <a:pt x="344854" y="2596611"/>
                  <a:pt x="344854" y="2595572"/>
                </a:cubicBezTo>
                <a:cubicBezTo>
                  <a:pt x="344854" y="2594533"/>
                  <a:pt x="345698" y="2593690"/>
                  <a:pt x="346737" y="2593690"/>
                </a:cubicBezTo>
                <a:close/>
                <a:moveTo>
                  <a:pt x="3227162" y="2592972"/>
                </a:moveTo>
                <a:cubicBezTo>
                  <a:pt x="3228597" y="2592972"/>
                  <a:pt x="3229761" y="2594136"/>
                  <a:pt x="3229761" y="2595572"/>
                </a:cubicBezTo>
                <a:cubicBezTo>
                  <a:pt x="3229761" y="2597008"/>
                  <a:pt x="3228597" y="2598172"/>
                  <a:pt x="3227162" y="2598172"/>
                </a:cubicBezTo>
                <a:cubicBezTo>
                  <a:pt x="3225725" y="2598172"/>
                  <a:pt x="3224561" y="2597008"/>
                  <a:pt x="3224561" y="2595572"/>
                </a:cubicBezTo>
                <a:cubicBezTo>
                  <a:pt x="3224561" y="2594136"/>
                  <a:pt x="3225726" y="2592972"/>
                  <a:pt x="3227162" y="2592972"/>
                </a:cubicBezTo>
                <a:close/>
                <a:moveTo>
                  <a:pt x="461954" y="2592972"/>
                </a:moveTo>
                <a:cubicBezTo>
                  <a:pt x="463391" y="2592972"/>
                  <a:pt x="464554" y="2594136"/>
                  <a:pt x="464554" y="2595572"/>
                </a:cubicBezTo>
                <a:cubicBezTo>
                  <a:pt x="464554" y="2597008"/>
                  <a:pt x="463391" y="2598172"/>
                  <a:pt x="461954" y="2598172"/>
                </a:cubicBezTo>
                <a:cubicBezTo>
                  <a:pt x="460518" y="2598172"/>
                  <a:pt x="459354" y="2597008"/>
                  <a:pt x="459354" y="2595572"/>
                </a:cubicBezTo>
                <a:cubicBezTo>
                  <a:pt x="459354" y="2594136"/>
                  <a:pt x="460518" y="2592972"/>
                  <a:pt x="461954" y="2592972"/>
                </a:cubicBezTo>
                <a:close/>
                <a:moveTo>
                  <a:pt x="3111944" y="2592061"/>
                </a:moveTo>
                <a:cubicBezTo>
                  <a:pt x="3113884" y="2592061"/>
                  <a:pt x="3115455" y="2593633"/>
                  <a:pt x="3115455" y="2595572"/>
                </a:cubicBezTo>
                <a:cubicBezTo>
                  <a:pt x="3115455" y="2597512"/>
                  <a:pt x="3113883" y="2599083"/>
                  <a:pt x="3111944" y="2599083"/>
                </a:cubicBezTo>
                <a:cubicBezTo>
                  <a:pt x="3110005" y="2599083"/>
                  <a:pt x="3108433" y="2597512"/>
                  <a:pt x="3108433" y="2595572"/>
                </a:cubicBezTo>
                <a:cubicBezTo>
                  <a:pt x="3108433" y="2593633"/>
                  <a:pt x="3110005" y="2592061"/>
                  <a:pt x="3111944" y="2592061"/>
                </a:cubicBezTo>
                <a:close/>
                <a:moveTo>
                  <a:pt x="577170" y="2592061"/>
                </a:moveTo>
                <a:cubicBezTo>
                  <a:pt x="579109" y="2592061"/>
                  <a:pt x="580681" y="2593633"/>
                  <a:pt x="580681" y="2595572"/>
                </a:cubicBezTo>
                <a:cubicBezTo>
                  <a:pt x="580681" y="2597512"/>
                  <a:pt x="579109" y="2599083"/>
                  <a:pt x="577170" y="2599083"/>
                </a:cubicBezTo>
                <a:cubicBezTo>
                  <a:pt x="575230" y="2599083"/>
                  <a:pt x="573659" y="2597512"/>
                  <a:pt x="573659" y="2595572"/>
                </a:cubicBezTo>
                <a:cubicBezTo>
                  <a:pt x="573659" y="2593633"/>
                  <a:pt x="575230" y="2592061"/>
                  <a:pt x="577170" y="2592061"/>
                </a:cubicBezTo>
                <a:close/>
                <a:moveTo>
                  <a:pt x="2996727" y="2591199"/>
                </a:moveTo>
                <a:cubicBezTo>
                  <a:pt x="2999143" y="2591199"/>
                  <a:pt x="3001100" y="2593157"/>
                  <a:pt x="3001100" y="2595572"/>
                </a:cubicBezTo>
                <a:cubicBezTo>
                  <a:pt x="3001100" y="2597987"/>
                  <a:pt x="2999142" y="2599944"/>
                  <a:pt x="2996727" y="2599944"/>
                </a:cubicBezTo>
                <a:cubicBezTo>
                  <a:pt x="2994312" y="2599944"/>
                  <a:pt x="2992355" y="2597987"/>
                  <a:pt x="2992355" y="2595572"/>
                </a:cubicBezTo>
                <a:cubicBezTo>
                  <a:pt x="2992355" y="2593157"/>
                  <a:pt x="2994313" y="2591199"/>
                  <a:pt x="2996727" y="2591199"/>
                </a:cubicBezTo>
                <a:close/>
                <a:moveTo>
                  <a:pt x="692388" y="2591199"/>
                </a:moveTo>
                <a:cubicBezTo>
                  <a:pt x="694803" y="2591199"/>
                  <a:pt x="696760" y="2593157"/>
                  <a:pt x="696760" y="2595572"/>
                </a:cubicBezTo>
                <a:cubicBezTo>
                  <a:pt x="696760" y="2597987"/>
                  <a:pt x="694803" y="2599944"/>
                  <a:pt x="692388" y="2599944"/>
                </a:cubicBezTo>
                <a:cubicBezTo>
                  <a:pt x="689973" y="2599944"/>
                  <a:pt x="688015" y="2597987"/>
                  <a:pt x="688015" y="2595572"/>
                </a:cubicBezTo>
                <a:cubicBezTo>
                  <a:pt x="688015" y="2593157"/>
                  <a:pt x="689973" y="2591199"/>
                  <a:pt x="692388" y="2591199"/>
                </a:cubicBezTo>
                <a:close/>
                <a:moveTo>
                  <a:pt x="2881510" y="2590246"/>
                </a:moveTo>
                <a:cubicBezTo>
                  <a:pt x="2884452" y="2590246"/>
                  <a:pt x="2886836" y="2592631"/>
                  <a:pt x="2886836" y="2595572"/>
                </a:cubicBezTo>
                <a:cubicBezTo>
                  <a:pt x="2886836" y="2598513"/>
                  <a:pt x="2884452" y="2600897"/>
                  <a:pt x="2881510" y="2600897"/>
                </a:cubicBezTo>
                <a:cubicBezTo>
                  <a:pt x="2878569" y="2600897"/>
                  <a:pt x="2876185" y="2598513"/>
                  <a:pt x="2876185" y="2595572"/>
                </a:cubicBezTo>
                <a:cubicBezTo>
                  <a:pt x="2876185" y="2592630"/>
                  <a:pt x="2878570" y="2590246"/>
                  <a:pt x="2881510" y="2590246"/>
                </a:cubicBezTo>
                <a:close/>
                <a:moveTo>
                  <a:pt x="807604" y="2590246"/>
                </a:moveTo>
                <a:cubicBezTo>
                  <a:pt x="810545" y="2590246"/>
                  <a:pt x="812929" y="2592631"/>
                  <a:pt x="812929" y="2595572"/>
                </a:cubicBezTo>
                <a:cubicBezTo>
                  <a:pt x="812929" y="2598513"/>
                  <a:pt x="810545" y="2600897"/>
                  <a:pt x="807604" y="2600897"/>
                </a:cubicBezTo>
                <a:cubicBezTo>
                  <a:pt x="804663" y="2600897"/>
                  <a:pt x="802279" y="2598513"/>
                  <a:pt x="802279" y="2595572"/>
                </a:cubicBezTo>
                <a:cubicBezTo>
                  <a:pt x="802279" y="2592630"/>
                  <a:pt x="804663" y="2590246"/>
                  <a:pt x="807604" y="2590246"/>
                </a:cubicBezTo>
                <a:close/>
                <a:moveTo>
                  <a:pt x="2766293" y="2589202"/>
                </a:moveTo>
                <a:cubicBezTo>
                  <a:pt x="2769812" y="2589202"/>
                  <a:pt x="2772663" y="2592054"/>
                  <a:pt x="2772663" y="2595572"/>
                </a:cubicBezTo>
                <a:cubicBezTo>
                  <a:pt x="2772663" y="2599090"/>
                  <a:pt x="2769812" y="2601942"/>
                  <a:pt x="2766293" y="2601942"/>
                </a:cubicBezTo>
                <a:cubicBezTo>
                  <a:pt x="2762776" y="2601942"/>
                  <a:pt x="2759924" y="2599090"/>
                  <a:pt x="2759924" y="2595572"/>
                </a:cubicBezTo>
                <a:cubicBezTo>
                  <a:pt x="2759924" y="2592054"/>
                  <a:pt x="2762776" y="2589202"/>
                  <a:pt x="2766293" y="2589202"/>
                </a:cubicBezTo>
                <a:close/>
                <a:moveTo>
                  <a:pt x="922821" y="2589202"/>
                </a:moveTo>
                <a:cubicBezTo>
                  <a:pt x="926339" y="2589202"/>
                  <a:pt x="929191" y="2592054"/>
                  <a:pt x="929191" y="2595572"/>
                </a:cubicBezTo>
                <a:cubicBezTo>
                  <a:pt x="929191" y="2599090"/>
                  <a:pt x="926339" y="2601942"/>
                  <a:pt x="922821" y="2601942"/>
                </a:cubicBezTo>
                <a:cubicBezTo>
                  <a:pt x="919303" y="2601942"/>
                  <a:pt x="916452" y="2599090"/>
                  <a:pt x="916452" y="2595572"/>
                </a:cubicBezTo>
                <a:cubicBezTo>
                  <a:pt x="916452" y="2592054"/>
                  <a:pt x="919303" y="2589202"/>
                  <a:pt x="922821" y="2589202"/>
                </a:cubicBezTo>
                <a:close/>
                <a:moveTo>
                  <a:pt x="2651076" y="2588185"/>
                </a:moveTo>
                <a:cubicBezTo>
                  <a:pt x="2655155" y="2588185"/>
                  <a:pt x="2658463" y="2591492"/>
                  <a:pt x="2658463" y="2595572"/>
                </a:cubicBezTo>
                <a:cubicBezTo>
                  <a:pt x="2658463" y="2599652"/>
                  <a:pt x="2655155" y="2602958"/>
                  <a:pt x="2651076" y="2602958"/>
                </a:cubicBezTo>
                <a:cubicBezTo>
                  <a:pt x="2646997" y="2602958"/>
                  <a:pt x="2643690" y="2599652"/>
                  <a:pt x="2643690" y="2595572"/>
                </a:cubicBezTo>
                <a:cubicBezTo>
                  <a:pt x="2643690" y="2591492"/>
                  <a:pt x="2646997" y="2588185"/>
                  <a:pt x="2651076" y="2588185"/>
                </a:cubicBezTo>
                <a:close/>
                <a:moveTo>
                  <a:pt x="1038038" y="2588185"/>
                </a:moveTo>
                <a:cubicBezTo>
                  <a:pt x="1042118" y="2588185"/>
                  <a:pt x="1045425" y="2591492"/>
                  <a:pt x="1045425" y="2595572"/>
                </a:cubicBezTo>
                <a:cubicBezTo>
                  <a:pt x="1045425" y="2599652"/>
                  <a:pt x="1042118" y="2602958"/>
                  <a:pt x="1038038" y="2602958"/>
                </a:cubicBezTo>
                <a:cubicBezTo>
                  <a:pt x="1033959" y="2602958"/>
                  <a:pt x="1030651" y="2599652"/>
                  <a:pt x="1030651" y="2595572"/>
                </a:cubicBezTo>
                <a:cubicBezTo>
                  <a:pt x="1030651" y="2591492"/>
                  <a:pt x="1033959" y="2588185"/>
                  <a:pt x="1038038" y="2588185"/>
                </a:cubicBezTo>
                <a:close/>
                <a:moveTo>
                  <a:pt x="2535860" y="2587095"/>
                </a:moveTo>
                <a:cubicBezTo>
                  <a:pt x="2540541" y="2587095"/>
                  <a:pt x="2544337" y="2590890"/>
                  <a:pt x="2544337" y="2595572"/>
                </a:cubicBezTo>
                <a:cubicBezTo>
                  <a:pt x="2544337" y="2600254"/>
                  <a:pt x="2540541" y="2604049"/>
                  <a:pt x="2535860" y="2604049"/>
                </a:cubicBezTo>
                <a:cubicBezTo>
                  <a:pt x="2531178" y="2604049"/>
                  <a:pt x="2527382" y="2600254"/>
                  <a:pt x="2527382" y="2595572"/>
                </a:cubicBezTo>
                <a:cubicBezTo>
                  <a:pt x="2527382" y="2590890"/>
                  <a:pt x="2531178" y="2587095"/>
                  <a:pt x="2535860" y="2587095"/>
                </a:cubicBezTo>
                <a:close/>
                <a:moveTo>
                  <a:pt x="1153255" y="2587095"/>
                </a:moveTo>
                <a:cubicBezTo>
                  <a:pt x="1157937" y="2587095"/>
                  <a:pt x="1161732" y="2590890"/>
                  <a:pt x="1161732" y="2595572"/>
                </a:cubicBezTo>
                <a:cubicBezTo>
                  <a:pt x="1161732" y="2600254"/>
                  <a:pt x="1157937" y="2604049"/>
                  <a:pt x="1153255" y="2604049"/>
                </a:cubicBezTo>
                <a:cubicBezTo>
                  <a:pt x="1148573" y="2604049"/>
                  <a:pt x="1144777" y="2600254"/>
                  <a:pt x="1144777" y="2595572"/>
                </a:cubicBezTo>
                <a:cubicBezTo>
                  <a:pt x="1144777" y="2590890"/>
                  <a:pt x="1148573" y="2587095"/>
                  <a:pt x="1153255" y="2587095"/>
                </a:cubicBezTo>
                <a:close/>
                <a:moveTo>
                  <a:pt x="2420643" y="2586064"/>
                </a:moveTo>
                <a:cubicBezTo>
                  <a:pt x="2425894" y="2586064"/>
                  <a:pt x="2430150" y="2590321"/>
                  <a:pt x="2430150" y="2595572"/>
                </a:cubicBezTo>
                <a:cubicBezTo>
                  <a:pt x="2430150" y="2600823"/>
                  <a:pt x="2425894" y="2605081"/>
                  <a:pt x="2420643" y="2605081"/>
                </a:cubicBezTo>
                <a:cubicBezTo>
                  <a:pt x="2415391" y="2605081"/>
                  <a:pt x="2411135" y="2600823"/>
                  <a:pt x="2411135" y="2595572"/>
                </a:cubicBezTo>
                <a:cubicBezTo>
                  <a:pt x="2411135" y="2590321"/>
                  <a:pt x="2415391" y="2586064"/>
                  <a:pt x="2420643" y="2586064"/>
                </a:cubicBezTo>
                <a:close/>
                <a:moveTo>
                  <a:pt x="1268472" y="2586064"/>
                </a:moveTo>
                <a:cubicBezTo>
                  <a:pt x="1273723" y="2586064"/>
                  <a:pt x="1277980" y="2590321"/>
                  <a:pt x="1277980" y="2595572"/>
                </a:cubicBezTo>
                <a:cubicBezTo>
                  <a:pt x="1277980" y="2600823"/>
                  <a:pt x="1273723" y="2605081"/>
                  <a:pt x="1268472" y="2605081"/>
                </a:cubicBezTo>
                <a:cubicBezTo>
                  <a:pt x="1263220" y="2605081"/>
                  <a:pt x="1258964" y="2600823"/>
                  <a:pt x="1258964" y="2595572"/>
                </a:cubicBezTo>
                <a:cubicBezTo>
                  <a:pt x="1258964" y="2590321"/>
                  <a:pt x="1263220" y="2586064"/>
                  <a:pt x="1268472" y="2586064"/>
                </a:cubicBezTo>
                <a:close/>
                <a:moveTo>
                  <a:pt x="2305426" y="2585115"/>
                </a:moveTo>
                <a:cubicBezTo>
                  <a:pt x="2311201" y="2585115"/>
                  <a:pt x="2315882" y="2589796"/>
                  <a:pt x="2315882" y="2595572"/>
                </a:cubicBezTo>
                <a:cubicBezTo>
                  <a:pt x="2315882" y="2601348"/>
                  <a:pt x="2311201" y="2606029"/>
                  <a:pt x="2305426" y="2606029"/>
                </a:cubicBezTo>
                <a:cubicBezTo>
                  <a:pt x="2299650" y="2606029"/>
                  <a:pt x="2294968" y="2601348"/>
                  <a:pt x="2294968" y="2595572"/>
                </a:cubicBezTo>
                <a:cubicBezTo>
                  <a:pt x="2294968" y="2589796"/>
                  <a:pt x="2299650" y="2585115"/>
                  <a:pt x="2305426" y="2585115"/>
                </a:cubicBezTo>
                <a:close/>
                <a:moveTo>
                  <a:pt x="1383689" y="2585115"/>
                </a:moveTo>
                <a:cubicBezTo>
                  <a:pt x="1389464" y="2585115"/>
                  <a:pt x="1394146" y="2589796"/>
                  <a:pt x="1394146" y="2595572"/>
                </a:cubicBezTo>
                <a:cubicBezTo>
                  <a:pt x="1394146" y="2601348"/>
                  <a:pt x="1389464" y="2606029"/>
                  <a:pt x="1383689" y="2606029"/>
                </a:cubicBezTo>
                <a:cubicBezTo>
                  <a:pt x="1377913" y="2606029"/>
                  <a:pt x="1373232" y="2601348"/>
                  <a:pt x="1373232" y="2595572"/>
                </a:cubicBezTo>
                <a:cubicBezTo>
                  <a:pt x="1373232" y="2589796"/>
                  <a:pt x="1377913" y="2585115"/>
                  <a:pt x="1383689" y="2585115"/>
                </a:cubicBezTo>
                <a:close/>
                <a:moveTo>
                  <a:pt x="2190208" y="2584410"/>
                </a:moveTo>
                <a:cubicBezTo>
                  <a:pt x="2196373" y="2584410"/>
                  <a:pt x="2201370" y="2589408"/>
                  <a:pt x="2201370" y="2595572"/>
                </a:cubicBezTo>
                <a:cubicBezTo>
                  <a:pt x="2201370" y="2601737"/>
                  <a:pt x="2196373" y="2606734"/>
                  <a:pt x="2190208" y="2606734"/>
                </a:cubicBezTo>
                <a:cubicBezTo>
                  <a:pt x="2184044" y="2606734"/>
                  <a:pt x="2179046" y="2601737"/>
                  <a:pt x="2179046" y="2595572"/>
                </a:cubicBezTo>
                <a:cubicBezTo>
                  <a:pt x="2179046" y="2589408"/>
                  <a:pt x="2184044" y="2584410"/>
                  <a:pt x="2190208" y="2584410"/>
                </a:cubicBezTo>
                <a:close/>
                <a:moveTo>
                  <a:pt x="1498906" y="2584410"/>
                </a:moveTo>
                <a:cubicBezTo>
                  <a:pt x="1505070" y="2584410"/>
                  <a:pt x="1510068" y="2589408"/>
                  <a:pt x="1510068" y="2595572"/>
                </a:cubicBezTo>
                <a:cubicBezTo>
                  <a:pt x="1510068" y="2601737"/>
                  <a:pt x="1505070" y="2606734"/>
                  <a:pt x="1498906" y="2606734"/>
                </a:cubicBezTo>
                <a:cubicBezTo>
                  <a:pt x="1492742" y="2606734"/>
                  <a:pt x="1487744" y="2601737"/>
                  <a:pt x="1487744" y="2595572"/>
                </a:cubicBezTo>
                <a:cubicBezTo>
                  <a:pt x="1487744" y="2589408"/>
                  <a:pt x="1492742" y="2584410"/>
                  <a:pt x="1498906" y="2584410"/>
                </a:cubicBezTo>
                <a:close/>
                <a:moveTo>
                  <a:pt x="2074991" y="2583830"/>
                </a:moveTo>
                <a:cubicBezTo>
                  <a:pt x="2081476" y="2583830"/>
                  <a:pt x="2086733" y="2589087"/>
                  <a:pt x="2086733" y="2595572"/>
                </a:cubicBezTo>
                <a:cubicBezTo>
                  <a:pt x="2086733" y="2602057"/>
                  <a:pt x="2081476" y="2607314"/>
                  <a:pt x="2074991" y="2607314"/>
                </a:cubicBezTo>
                <a:cubicBezTo>
                  <a:pt x="2068506" y="2607314"/>
                  <a:pt x="2063249" y="2602057"/>
                  <a:pt x="2063249" y="2595572"/>
                </a:cubicBezTo>
                <a:cubicBezTo>
                  <a:pt x="2063249" y="2589087"/>
                  <a:pt x="2068506" y="2583830"/>
                  <a:pt x="2074991" y="2583830"/>
                </a:cubicBezTo>
                <a:close/>
                <a:moveTo>
                  <a:pt x="1614123" y="2583830"/>
                </a:moveTo>
                <a:cubicBezTo>
                  <a:pt x="1620608" y="2583830"/>
                  <a:pt x="1625865" y="2589087"/>
                  <a:pt x="1625865" y="2595572"/>
                </a:cubicBezTo>
                <a:cubicBezTo>
                  <a:pt x="1625865" y="2602057"/>
                  <a:pt x="1620608" y="2607314"/>
                  <a:pt x="1614123" y="2607314"/>
                </a:cubicBezTo>
                <a:cubicBezTo>
                  <a:pt x="1607638" y="2607314"/>
                  <a:pt x="1602381" y="2602057"/>
                  <a:pt x="1602381" y="2595572"/>
                </a:cubicBezTo>
                <a:cubicBezTo>
                  <a:pt x="1602381" y="2589087"/>
                  <a:pt x="1607638" y="2583830"/>
                  <a:pt x="1614123" y="2583830"/>
                </a:cubicBezTo>
                <a:close/>
                <a:moveTo>
                  <a:pt x="1959774" y="2583386"/>
                </a:moveTo>
                <a:cubicBezTo>
                  <a:pt x="1966505" y="2583386"/>
                  <a:pt x="1971960" y="2588842"/>
                  <a:pt x="1971960" y="2595572"/>
                </a:cubicBezTo>
                <a:cubicBezTo>
                  <a:pt x="1971960" y="2602303"/>
                  <a:pt x="1966505" y="2607758"/>
                  <a:pt x="1959774" y="2607758"/>
                </a:cubicBezTo>
                <a:cubicBezTo>
                  <a:pt x="1953044" y="2607758"/>
                  <a:pt x="1947588" y="2602303"/>
                  <a:pt x="1947588" y="2595572"/>
                </a:cubicBezTo>
                <a:cubicBezTo>
                  <a:pt x="1947588" y="2588842"/>
                  <a:pt x="1953044" y="2583386"/>
                  <a:pt x="1959774" y="2583386"/>
                </a:cubicBezTo>
                <a:close/>
                <a:moveTo>
                  <a:pt x="1729340" y="2583386"/>
                </a:moveTo>
                <a:cubicBezTo>
                  <a:pt x="1736071" y="2583386"/>
                  <a:pt x="1741526" y="2588842"/>
                  <a:pt x="1741526" y="2595572"/>
                </a:cubicBezTo>
                <a:cubicBezTo>
                  <a:pt x="1741526" y="2602303"/>
                  <a:pt x="1736071" y="2607758"/>
                  <a:pt x="1729340" y="2607758"/>
                </a:cubicBezTo>
                <a:cubicBezTo>
                  <a:pt x="1722610" y="2607758"/>
                  <a:pt x="1717154" y="2602303"/>
                  <a:pt x="1717154" y="2595572"/>
                </a:cubicBezTo>
                <a:cubicBezTo>
                  <a:pt x="1717154" y="2588842"/>
                  <a:pt x="1722610" y="2583386"/>
                  <a:pt x="1729340" y="2583386"/>
                </a:cubicBezTo>
                <a:close/>
                <a:moveTo>
                  <a:pt x="1844558" y="2583236"/>
                </a:moveTo>
                <a:cubicBezTo>
                  <a:pt x="1851370" y="2583236"/>
                  <a:pt x="1856893" y="2588759"/>
                  <a:pt x="1856893" y="2595572"/>
                </a:cubicBezTo>
                <a:cubicBezTo>
                  <a:pt x="1856893" y="2602385"/>
                  <a:pt x="1851370" y="2607908"/>
                  <a:pt x="1844558" y="2607908"/>
                </a:cubicBezTo>
                <a:cubicBezTo>
                  <a:pt x="1837744" y="2607908"/>
                  <a:pt x="1832221" y="2602385"/>
                  <a:pt x="1832221" y="2595572"/>
                </a:cubicBezTo>
                <a:cubicBezTo>
                  <a:pt x="1832221" y="2588759"/>
                  <a:pt x="1837744" y="2583236"/>
                  <a:pt x="1844558" y="2583236"/>
                </a:cubicBezTo>
                <a:close/>
                <a:moveTo>
                  <a:pt x="3515204" y="2494563"/>
                </a:moveTo>
                <a:cubicBezTo>
                  <a:pt x="3515882" y="2494563"/>
                  <a:pt x="3516432" y="2495113"/>
                  <a:pt x="3516432" y="2495791"/>
                </a:cubicBezTo>
                <a:cubicBezTo>
                  <a:pt x="3516432" y="2496469"/>
                  <a:pt x="3515882" y="2497018"/>
                  <a:pt x="3515204" y="2497018"/>
                </a:cubicBezTo>
                <a:cubicBezTo>
                  <a:pt x="3514526" y="2497018"/>
                  <a:pt x="3513976" y="2496469"/>
                  <a:pt x="3513976" y="2495791"/>
                </a:cubicBezTo>
                <a:cubicBezTo>
                  <a:pt x="3513976" y="2495112"/>
                  <a:pt x="3514526" y="2494563"/>
                  <a:pt x="3515204" y="2494563"/>
                </a:cubicBezTo>
                <a:close/>
                <a:moveTo>
                  <a:pt x="173910" y="2494563"/>
                </a:moveTo>
                <a:cubicBezTo>
                  <a:pt x="174589" y="2494563"/>
                  <a:pt x="175139" y="2495113"/>
                  <a:pt x="175139" y="2495791"/>
                </a:cubicBezTo>
                <a:cubicBezTo>
                  <a:pt x="175139" y="2496469"/>
                  <a:pt x="174589" y="2497018"/>
                  <a:pt x="173910" y="2497018"/>
                </a:cubicBezTo>
                <a:cubicBezTo>
                  <a:pt x="173233" y="2497018"/>
                  <a:pt x="172683" y="2496469"/>
                  <a:pt x="172683" y="2495791"/>
                </a:cubicBezTo>
                <a:cubicBezTo>
                  <a:pt x="172683" y="2495112"/>
                  <a:pt x="173233" y="2494563"/>
                  <a:pt x="173910" y="2494563"/>
                </a:cubicBezTo>
                <a:close/>
                <a:moveTo>
                  <a:pt x="3399987" y="2493969"/>
                </a:moveTo>
                <a:cubicBezTo>
                  <a:pt x="3400993" y="2493969"/>
                  <a:pt x="3401809" y="2494785"/>
                  <a:pt x="3401809" y="2495791"/>
                </a:cubicBezTo>
                <a:cubicBezTo>
                  <a:pt x="3401809" y="2496797"/>
                  <a:pt x="3400993" y="2497613"/>
                  <a:pt x="3399987" y="2497613"/>
                </a:cubicBezTo>
                <a:cubicBezTo>
                  <a:pt x="3398981" y="2497613"/>
                  <a:pt x="3398165" y="2496797"/>
                  <a:pt x="3398165" y="2495791"/>
                </a:cubicBezTo>
                <a:cubicBezTo>
                  <a:pt x="3398165" y="2494785"/>
                  <a:pt x="3398981" y="2493969"/>
                  <a:pt x="3399987" y="2493969"/>
                </a:cubicBezTo>
                <a:close/>
                <a:moveTo>
                  <a:pt x="289128" y="2493969"/>
                </a:moveTo>
                <a:cubicBezTo>
                  <a:pt x="290133" y="2493969"/>
                  <a:pt x="290950" y="2494785"/>
                  <a:pt x="290950" y="2495791"/>
                </a:cubicBezTo>
                <a:cubicBezTo>
                  <a:pt x="290950" y="2496797"/>
                  <a:pt x="290133" y="2497613"/>
                  <a:pt x="289128" y="2497613"/>
                </a:cubicBezTo>
                <a:cubicBezTo>
                  <a:pt x="288122" y="2497613"/>
                  <a:pt x="287307" y="2496797"/>
                  <a:pt x="287307" y="2495791"/>
                </a:cubicBezTo>
                <a:cubicBezTo>
                  <a:pt x="287307" y="2494785"/>
                  <a:pt x="288122" y="2493969"/>
                  <a:pt x="289128" y="2493969"/>
                </a:cubicBezTo>
                <a:close/>
                <a:moveTo>
                  <a:pt x="3284770" y="2493192"/>
                </a:moveTo>
                <a:cubicBezTo>
                  <a:pt x="3286206" y="2493192"/>
                  <a:pt x="3287370" y="2494355"/>
                  <a:pt x="3287370" y="2495791"/>
                </a:cubicBezTo>
                <a:cubicBezTo>
                  <a:pt x="3287370" y="2497227"/>
                  <a:pt x="3286205" y="2498391"/>
                  <a:pt x="3284770" y="2498391"/>
                </a:cubicBezTo>
                <a:cubicBezTo>
                  <a:pt x="3283334" y="2498391"/>
                  <a:pt x="3282170" y="2497227"/>
                  <a:pt x="3282170" y="2495791"/>
                </a:cubicBezTo>
                <a:cubicBezTo>
                  <a:pt x="3282170" y="2494355"/>
                  <a:pt x="3283335" y="2493192"/>
                  <a:pt x="3284770" y="2493192"/>
                </a:cubicBezTo>
                <a:close/>
                <a:moveTo>
                  <a:pt x="404345" y="2493192"/>
                </a:moveTo>
                <a:cubicBezTo>
                  <a:pt x="405781" y="2493192"/>
                  <a:pt x="406945" y="2494355"/>
                  <a:pt x="406945" y="2495791"/>
                </a:cubicBezTo>
                <a:cubicBezTo>
                  <a:pt x="406945" y="2497227"/>
                  <a:pt x="405781" y="2498391"/>
                  <a:pt x="404345" y="2498391"/>
                </a:cubicBezTo>
                <a:cubicBezTo>
                  <a:pt x="402909" y="2498391"/>
                  <a:pt x="401744" y="2497227"/>
                  <a:pt x="401744" y="2495791"/>
                </a:cubicBezTo>
                <a:cubicBezTo>
                  <a:pt x="401744" y="2494355"/>
                  <a:pt x="402909" y="2493192"/>
                  <a:pt x="404345" y="2493192"/>
                </a:cubicBezTo>
                <a:close/>
                <a:moveTo>
                  <a:pt x="3169553" y="2492361"/>
                </a:moveTo>
                <a:cubicBezTo>
                  <a:pt x="3171447" y="2492361"/>
                  <a:pt x="3172983" y="2493897"/>
                  <a:pt x="3172983" y="2495791"/>
                </a:cubicBezTo>
                <a:cubicBezTo>
                  <a:pt x="3172983" y="2497685"/>
                  <a:pt x="3171447" y="2499222"/>
                  <a:pt x="3169553" y="2499222"/>
                </a:cubicBezTo>
                <a:cubicBezTo>
                  <a:pt x="3167658" y="2499222"/>
                  <a:pt x="3166122" y="2497685"/>
                  <a:pt x="3166122" y="2495791"/>
                </a:cubicBezTo>
                <a:cubicBezTo>
                  <a:pt x="3166122" y="2493897"/>
                  <a:pt x="3167658" y="2492361"/>
                  <a:pt x="3169553" y="2492361"/>
                </a:cubicBezTo>
                <a:close/>
                <a:moveTo>
                  <a:pt x="519562" y="2492361"/>
                </a:moveTo>
                <a:cubicBezTo>
                  <a:pt x="521457" y="2492361"/>
                  <a:pt x="522992" y="2493897"/>
                  <a:pt x="522992" y="2495791"/>
                </a:cubicBezTo>
                <a:cubicBezTo>
                  <a:pt x="522992" y="2497685"/>
                  <a:pt x="521457" y="2499222"/>
                  <a:pt x="519562" y="2499222"/>
                </a:cubicBezTo>
                <a:cubicBezTo>
                  <a:pt x="517666" y="2499222"/>
                  <a:pt x="516132" y="2497685"/>
                  <a:pt x="516132" y="2495791"/>
                </a:cubicBezTo>
                <a:cubicBezTo>
                  <a:pt x="516132" y="2493897"/>
                  <a:pt x="517666" y="2492361"/>
                  <a:pt x="519562" y="2492361"/>
                </a:cubicBezTo>
                <a:close/>
                <a:moveTo>
                  <a:pt x="3054336" y="2491327"/>
                </a:moveTo>
                <a:cubicBezTo>
                  <a:pt x="3056800" y="2491327"/>
                  <a:pt x="3058799" y="2493325"/>
                  <a:pt x="3058799" y="2495791"/>
                </a:cubicBezTo>
                <a:cubicBezTo>
                  <a:pt x="3058799" y="2498257"/>
                  <a:pt x="3056801" y="2500255"/>
                  <a:pt x="3054336" y="2500255"/>
                </a:cubicBezTo>
                <a:cubicBezTo>
                  <a:pt x="3051870" y="2500255"/>
                  <a:pt x="3049871" y="2498257"/>
                  <a:pt x="3049871" y="2495791"/>
                </a:cubicBezTo>
                <a:cubicBezTo>
                  <a:pt x="3049871" y="2493325"/>
                  <a:pt x="3051870" y="2491327"/>
                  <a:pt x="3054336" y="2491327"/>
                </a:cubicBezTo>
                <a:close/>
                <a:moveTo>
                  <a:pt x="634779" y="2491327"/>
                </a:moveTo>
                <a:cubicBezTo>
                  <a:pt x="637244" y="2491327"/>
                  <a:pt x="639242" y="2493325"/>
                  <a:pt x="639242" y="2495791"/>
                </a:cubicBezTo>
                <a:cubicBezTo>
                  <a:pt x="639242" y="2498257"/>
                  <a:pt x="637244" y="2500255"/>
                  <a:pt x="634779" y="2500255"/>
                </a:cubicBezTo>
                <a:cubicBezTo>
                  <a:pt x="632314" y="2500255"/>
                  <a:pt x="630316" y="2498257"/>
                  <a:pt x="630316" y="2495791"/>
                </a:cubicBezTo>
                <a:cubicBezTo>
                  <a:pt x="630316" y="2493325"/>
                  <a:pt x="632314" y="2491327"/>
                  <a:pt x="634779" y="2491327"/>
                </a:cubicBezTo>
                <a:close/>
                <a:moveTo>
                  <a:pt x="2939119" y="2490264"/>
                </a:moveTo>
                <a:cubicBezTo>
                  <a:pt x="2942171" y="2490264"/>
                  <a:pt x="2944646" y="2492739"/>
                  <a:pt x="2944646" y="2495791"/>
                </a:cubicBezTo>
                <a:cubicBezTo>
                  <a:pt x="2944646" y="2498844"/>
                  <a:pt x="2942171" y="2501318"/>
                  <a:pt x="2939119" y="2501318"/>
                </a:cubicBezTo>
                <a:cubicBezTo>
                  <a:pt x="2936066" y="2501318"/>
                  <a:pt x="2933592" y="2498844"/>
                  <a:pt x="2933592" y="2495791"/>
                </a:cubicBezTo>
                <a:cubicBezTo>
                  <a:pt x="2933592" y="2492739"/>
                  <a:pt x="2936066" y="2490264"/>
                  <a:pt x="2939119" y="2490264"/>
                </a:cubicBezTo>
                <a:close/>
                <a:moveTo>
                  <a:pt x="749995" y="2490264"/>
                </a:moveTo>
                <a:cubicBezTo>
                  <a:pt x="753048" y="2490264"/>
                  <a:pt x="755523" y="2492739"/>
                  <a:pt x="755523" y="2495791"/>
                </a:cubicBezTo>
                <a:cubicBezTo>
                  <a:pt x="755523" y="2498844"/>
                  <a:pt x="753048" y="2501318"/>
                  <a:pt x="749995" y="2501318"/>
                </a:cubicBezTo>
                <a:cubicBezTo>
                  <a:pt x="746943" y="2501318"/>
                  <a:pt x="744468" y="2498844"/>
                  <a:pt x="744468" y="2495791"/>
                </a:cubicBezTo>
                <a:cubicBezTo>
                  <a:pt x="744468" y="2492739"/>
                  <a:pt x="746943" y="2490264"/>
                  <a:pt x="749995" y="2490264"/>
                </a:cubicBezTo>
                <a:close/>
                <a:moveTo>
                  <a:pt x="865212" y="2489202"/>
                </a:moveTo>
                <a:cubicBezTo>
                  <a:pt x="868852" y="2489202"/>
                  <a:pt x="871802" y="2492152"/>
                  <a:pt x="871802" y="2495791"/>
                </a:cubicBezTo>
                <a:cubicBezTo>
                  <a:pt x="871802" y="2499431"/>
                  <a:pt x="868852" y="2502381"/>
                  <a:pt x="865212" y="2502381"/>
                </a:cubicBezTo>
                <a:cubicBezTo>
                  <a:pt x="861573" y="2502381"/>
                  <a:pt x="858623" y="2499431"/>
                  <a:pt x="858623" y="2495791"/>
                </a:cubicBezTo>
                <a:cubicBezTo>
                  <a:pt x="858623" y="2492152"/>
                  <a:pt x="861573" y="2489202"/>
                  <a:pt x="865212" y="2489202"/>
                </a:cubicBezTo>
                <a:close/>
                <a:moveTo>
                  <a:pt x="2823902" y="2489091"/>
                </a:moveTo>
                <a:cubicBezTo>
                  <a:pt x="2827602" y="2489091"/>
                  <a:pt x="2830602" y="2492091"/>
                  <a:pt x="2830602" y="2495792"/>
                </a:cubicBezTo>
                <a:cubicBezTo>
                  <a:pt x="2830602" y="2499492"/>
                  <a:pt x="2827602" y="2502492"/>
                  <a:pt x="2823902" y="2502492"/>
                </a:cubicBezTo>
                <a:cubicBezTo>
                  <a:pt x="2820202" y="2502492"/>
                  <a:pt x="2817201" y="2499492"/>
                  <a:pt x="2817201" y="2495792"/>
                </a:cubicBezTo>
                <a:cubicBezTo>
                  <a:pt x="2817201" y="2492091"/>
                  <a:pt x="2820202" y="2489091"/>
                  <a:pt x="2823902" y="2489091"/>
                </a:cubicBezTo>
                <a:close/>
                <a:moveTo>
                  <a:pt x="2708685" y="2488049"/>
                </a:moveTo>
                <a:cubicBezTo>
                  <a:pt x="2712961" y="2488049"/>
                  <a:pt x="2716427" y="2491515"/>
                  <a:pt x="2716427" y="2495792"/>
                </a:cubicBezTo>
                <a:cubicBezTo>
                  <a:pt x="2716427" y="2500067"/>
                  <a:pt x="2712961" y="2503533"/>
                  <a:pt x="2708685" y="2503533"/>
                </a:cubicBezTo>
                <a:cubicBezTo>
                  <a:pt x="2704409" y="2503533"/>
                  <a:pt x="2700943" y="2500067"/>
                  <a:pt x="2700943" y="2495792"/>
                </a:cubicBezTo>
                <a:cubicBezTo>
                  <a:pt x="2700943" y="2491515"/>
                  <a:pt x="2704409" y="2488049"/>
                  <a:pt x="2708685" y="2488049"/>
                </a:cubicBezTo>
                <a:close/>
                <a:moveTo>
                  <a:pt x="980430" y="2488049"/>
                </a:moveTo>
                <a:cubicBezTo>
                  <a:pt x="984705" y="2488049"/>
                  <a:pt x="988172" y="2491515"/>
                  <a:pt x="988172" y="2495792"/>
                </a:cubicBezTo>
                <a:cubicBezTo>
                  <a:pt x="988172" y="2500067"/>
                  <a:pt x="984705" y="2503533"/>
                  <a:pt x="980430" y="2503533"/>
                </a:cubicBezTo>
                <a:cubicBezTo>
                  <a:pt x="976154" y="2503533"/>
                  <a:pt x="972687" y="2500067"/>
                  <a:pt x="972687" y="2495792"/>
                </a:cubicBezTo>
                <a:cubicBezTo>
                  <a:pt x="972687" y="2491515"/>
                  <a:pt x="976154" y="2488049"/>
                  <a:pt x="980430" y="2488049"/>
                </a:cubicBezTo>
                <a:close/>
                <a:moveTo>
                  <a:pt x="2593468" y="2486805"/>
                </a:moveTo>
                <a:cubicBezTo>
                  <a:pt x="2598430" y="2486805"/>
                  <a:pt x="2602454" y="2490828"/>
                  <a:pt x="2602454" y="2495791"/>
                </a:cubicBezTo>
                <a:cubicBezTo>
                  <a:pt x="2602454" y="2500753"/>
                  <a:pt x="2598430" y="2504777"/>
                  <a:pt x="2593468" y="2504777"/>
                </a:cubicBezTo>
                <a:cubicBezTo>
                  <a:pt x="2588505" y="2504777"/>
                  <a:pt x="2584482" y="2500753"/>
                  <a:pt x="2584482" y="2495791"/>
                </a:cubicBezTo>
                <a:cubicBezTo>
                  <a:pt x="2584482" y="2490828"/>
                  <a:pt x="2588505" y="2486805"/>
                  <a:pt x="2593468" y="2486805"/>
                </a:cubicBezTo>
                <a:close/>
                <a:moveTo>
                  <a:pt x="1095646" y="2486805"/>
                </a:moveTo>
                <a:cubicBezTo>
                  <a:pt x="1100608" y="2486805"/>
                  <a:pt x="1104632" y="2490828"/>
                  <a:pt x="1104632" y="2495791"/>
                </a:cubicBezTo>
                <a:cubicBezTo>
                  <a:pt x="1104632" y="2500753"/>
                  <a:pt x="1100608" y="2504777"/>
                  <a:pt x="1095646" y="2504777"/>
                </a:cubicBezTo>
                <a:cubicBezTo>
                  <a:pt x="1090683" y="2504777"/>
                  <a:pt x="1086661" y="2500753"/>
                  <a:pt x="1086661" y="2495791"/>
                </a:cubicBezTo>
                <a:cubicBezTo>
                  <a:pt x="1086661" y="2490828"/>
                  <a:pt x="1090683" y="2486805"/>
                  <a:pt x="1095646" y="2486805"/>
                </a:cubicBezTo>
                <a:close/>
                <a:moveTo>
                  <a:pt x="2478251" y="2485610"/>
                </a:moveTo>
                <a:cubicBezTo>
                  <a:pt x="2483874" y="2485610"/>
                  <a:pt x="2488433" y="2490169"/>
                  <a:pt x="2488433" y="2495792"/>
                </a:cubicBezTo>
                <a:cubicBezTo>
                  <a:pt x="2488433" y="2501415"/>
                  <a:pt x="2483874" y="2505973"/>
                  <a:pt x="2478251" y="2505973"/>
                </a:cubicBezTo>
                <a:cubicBezTo>
                  <a:pt x="2472628" y="2505973"/>
                  <a:pt x="2468069" y="2501415"/>
                  <a:pt x="2468069" y="2495792"/>
                </a:cubicBezTo>
                <a:cubicBezTo>
                  <a:pt x="2468069" y="2490169"/>
                  <a:pt x="2472628" y="2485610"/>
                  <a:pt x="2478251" y="2485610"/>
                </a:cubicBezTo>
                <a:close/>
                <a:moveTo>
                  <a:pt x="1210864" y="2485610"/>
                </a:moveTo>
                <a:cubicBezTo>
                  <a:pt x="1216487" y="2485610"/>
                  <a:pt x="1221045" y="2490169"/>
                  <a:pt x="1221045" y="2495792"/>
                </a:cubicBezTo>
                <a:cubicBezTo>
                  <a:pt x="1221045" y="2501415"/>
                  <a:pt x="1216487" y="2505973"/>
                  <a:pt x="1210864" y="2505973"/>
                </a:cubicBezTo>
                <a:cubicBezTo>
                  <a:pt x="1205241" y="2505973"/>
                  <a:pt x="1200682" y="2501415"/>
                  <a:pt x="1200682" y="2495792"/>
                </a:cubicBezTo>
                <a:cubicBezTo>
                  <a:pt x="1200682" y="2490169"/>
                  <a:pt x="1205241" y="2485610"/>
                  <a:pt x="1210864" y="2485610"/>
                </a:cubicBezTo>
                <a:close/>
                <a:moveTo>
                  <a:pt x="2363033" y="2484629"/>
                </a:moveTo>
                <a:cubicBezTo>
                  <a:pt x="2369198" y="2484629"/>
                  <a:pt x="2374195" y="2489627"/>
                  <a:pt x="2374195" y="2495791"/>
                </a:cubicBezTo>
                <a:cubicBezTo>
                  <a:pt x="2374195" y="2501956"/>
                  <a:pt x="2369198" y="2506953"/>
                  <a:pt x="2363033" y="2506953"/>
                </a:cubicBezTo>
                <a:cubicBezTo>
                  <a:pt x="2356869" y="2506953"/>
                  <a:pt x="2351872" y="2501956"/>
                  <a:pt x="2351872" y="2495791"/>
                </a:cubicBezTo>
                <a:cubicBezTo>
                  <a:pt x="2351872" y="2489627"/>
                  <a:pt x="2356869" y="2484629"/>
                  <a:pt x="2363033" y="2484629"/>
                </a:cubicBezTo>
                <a:close/>
                <a:moveTo>
                  <a:pt x="1326080" y="2484629"/>
                </a:moveTo>
                <a:cubicBezTo>
                  <a:pt x="1332245" y="2484629"/>
                  <a:pt x="1337243" y="2489627"/>
                  <a:pt x="1337243" y="2495791"/>
                </a:cubicBezTo>
                <a:cubicBezTo>
                  <a:pt x="1337243" y="2501956"/>
                  <a:pt x="1332245" y="2506953"/>
                  <a:pt x="1326080" y="2506953"/>
                </a:cubicBezTo>
                <a:cubicBezTo>
                  <a:pt x="1319916" y="2506953"/>
                  <a:pt x="1314919" y="2501956"/>
                  <a:pt x="1314919" y="2495791"/>
                </a:cubicBezTo>
                <a:cubicBezTo>
                  <a:pt x="1314919" y="2489627"/>
                  <a:pt x="1319916" y="2484629"/>
                  <a:pt x="1326080" y="2484629"/>
                </a:cubicBezTo>
                <a:close/>
                <a:moveTo>
                  <a:pt x="2247817" y="2483605"/>
                </a:moveTo>
                <a:cubicBezTo>
                  <a:pt x="2254547" y="2483605"/>
                  <a:pt x="2260002" y="2489062"/>
                  <a:pt x="2260002" y="2495792"/>
                </a:cubicBezTo>
                <a:cubicBezTo>
                  <a:pt x="2260002" y="2502522"/>
                  <a:pt x="2254547" y="2507977"/>
                  <a:pt x="2247817" y="2507977"/>
                </a:cubicBezTo>
                <a:cubicBezTo>
                  <a:pt x="2241087" y="2507977"/>
                  <a:pt x="2235631" y="2502522"/>
                  <a:pt x="2235631" y="2495792"/>
                </a:cubicBezTo>
                <a:cubicBezTo>
                  <a:pt x="2235631" y="2489062"/>
                  <a:pt x="2241087" y="2483605"/>
                  <a:pt x="2247817" y="2483605"/>
                </a:cubicBezTo>
                <a:close/>
                <a:moveTo>
                  <a:pt x="1441298" y="2483605"/>
                </a:moveTo>
                <a:cubicBezTo>
                  <a:pt x="1448028" y="2483605"/>
                  <a:pt x="1453484" y="2489062"/>
                  <a:pt x="1453484" y="2495792"/>
                </a:cubicBezTo>
                <a:cubicBezTo>
                  <a:pt x="1453484" y="2502522"/>
                  <a:pt x="1448028" y="2507977"/>
                  <a:pt x="1441298" y="2507977"/>
                </a:cubicBezTo>
                <a:cubicBezTo>
                  <a:pt x="1434568" y="2507977"/>
                  <a:pt x="1429112" y="2502522"/>
                  <a:pt x="1429112" y="2495792"/>
                </a:cubicBezTo>
                <a:cubicBezTo>
                  <a:pt x="1429112" y="2489062"/>
                  <a:pt x="1434568" y="2483605"/>
                  <a:pt x="1441298" y="2483605"/>
                </a:cubicBezTo>
                <a:close/>
                <a:moveTo>
                  <a:pt x="1556514" y="2482847"/>
                </a:moveTo>
                <a:cubicBezTo>
                  <a:pt x="1563664" y="2482847"/>
                  <a:pt x="1569459" y="2488642"/>
                  <a:pt x="1569459" y="2495791"/>
                </a:cubicBezTo>
                <a:cubicBezTo>
                  <a:pt x="1569459" y="2502940"/>
                  <a:pt x="1563664" y="2508736"/>
                  <a:pt x="1556514" y="2508736"/>
                </a:cubicBezTo>
                <a:cubicBezTo>
                  <a:pt x="1549366" y="2508736"/>
                  <a:pt x="1543570" y="2502940"/>
                  <a:pt x="1543570" y="2495791"/>
                </a:cubicBezTo>
                <a:cubicBezTo>
                  <a:pt x="1543570" y="2488642"/>
                  <a:pt x="1549366" y="2482847"/>
                  <a:pt x="1556514" y="2482847"/>
                </a:cubicBezTo>
                <a:close/>
                <a:moveTo>
                  <a:pt x="2132600" y="2482692"/>
                </a:moveTo>
                <a:cubicBezTo>
                  <a:pt x="2139834" y="2482692"/>
                  <a:pt x="2145699" y="2488556"/>
                  <a:pt x="2145699" y="2495791"/>
                </a:cubicBezTo>
                <a:cubicBezTo>
                  <a:pt x="2145699" y="2503025"/>
                  <a:pt x="2139834" y="2508890"/>
                  <a:pt x="2132600" y="2508890"/>
                </a:cubicBezTo>
                <a:cubicBezTo>
                  <a:pt x="2125366" y="2508890"/>
                  <a:pt x="2119501" y="2503025"/>
                  <a:pt x="2119501" y="2495791"/>
                </a:cubicBezTo>
                <a:cubicBezTo>
                  <a:pt x="2119501" y="2488557"/>
                  <a:pt x="2125365" y="2482692"/>
                  <a:pt x="2132600" y="2482692"/>
                </a:cubicBezTo>
                <a:close/>
                <a:moveTo>
                  <a:pt x="2017383" y="2482224"/>
                </a:moveTo>
                <a:cubicBezTo>
                  <a:pt x="2024875" y="2482224"/>
                  <a:pt x="2030950" y="2488298"/>
                  <a:pt x="2030950" y="2495792"/>
                </a:cubicBezTo>
                <a:cubicBezTo>
                  <a:pt x="2030950" y="2503284"/>
                  <a:pt x="2024875" y="2509359"/>
                  <a:pt x="2017383" y="2509359"/>
                </a:cubicBezTo>
                <a:cubicBezTo>
                  <a:pt x="2009890" y="2509359"/>
                  <a:pt x="2003815" y="2503284"/>
                  <a:pt x="2003815" y="2495792"/>
                </a:cubicBezTo>
                <a:cubicBezTo>
                  <a:pt x="2003815" y="2488298"/>
                  <a:pt x="2009890" y="2482224"/>
                  <a:pt x="2017383" y="2482224"/>
                </a:cubicBezTo>
                <a:close/>
                <a:moveTo>
                  <a:pt x="1671732" y="2482224"/>
                </a:moveTo>
                <a:cubicBezTo>
                  <a:pt x="1679225" y="2482224"/>
                  <a:pt x="1685299" y="2488298"/>
                  <a:pt x="1685299" y="2495792"/>
                </a:cubicBezTo>
                <a:cubicBezTo>
                  <a:pt x="1685299" y="2503284"/>
                  <a:pt x="1679225" y="2509359"/>
                  <a:pt x="1671732" y="2509359"/>
                </a:cubicBezTo>
                <a:cubicBezTo>
                  <a:pt x="1664239" y="2509359"/>
                  <a:pt x="1658165" y="2503284"/>
                  <a:pt x="1658165" y="2495792"/>
                </a:cubicBezTo>
                <a:cubicBezTo>
                  <a:pt x="1658165" y="2488298"/>
                  <a:pt x="1664239" y="2482224"/>
                  <a:pt x="1671732" y="2482224"/>
                </a:cubicBezTo>
                <a:close/>
                <a:moveTo>
                  <a:pt x="1902166" y="2481907"/>
                </a:moveTo>
                <a:cubicBezTo>
                  <a:pt x="1909834" y="2481907"/>
                  <a:pt x="1916050" y="2488123"/>
                  <a:pt x="1916050" y="2495791"/>
                </a:cubicBezTo>
                <a:cubicBezTo>
                  <a:pt x="1916050" y="2503459"/>
                  <a:pt x="1909834" y="2509675"/>
                  <a:pt x="1902166" y="2509675"/>
                </a:cubicBezTo>
                <a:cubicBezTo>
                  <a:pt x="1894498" y="2509675"/>
                  <a:pt x="1888282" y="2503459"/>
                  <a:pt x="1888282" y="2495791"/>
                </a:cubicBezTo>
                <a:cubicBezTo>
                  <a:pt x="1888282" y="2488123"/>
                  <a:pt x="1894498" y="2481907"/>
                  <a:pt x="1902166" y="2481907"/>
                </a:cubicBezTo>
                <a:close/>
                <a:moveTo>
                  <a:pt x="1786949" y="2481907"/>
                </a:moveTo>
                <a:cubicBezTo>
                  <a:pt x="1794617" y="2481907"/>
                  <a:pt x="1800833" y="2488123"/>
                  <a:pt x="1800833" y="2495791"/>
                </a:cubicBezTo>
                <a:cubicBezTo>
                  <a:pt x="1800833" y="2503459"/>
                  <a:pt x="1794617" y="2509675"/>
                  <a:pt x="1786949" y="2509675"/>
                </a:cubicBezTo>
                <a:cubicBezTo>
                  <a:pt x="1779281" y="2509675"/>
                  <a:pt x="1773065" y="2503459"/>
                  <a:pt x="1773065" y="2495791"/>
                </a:cubicBezTo>
                <a:cubicBezTo>
                  <a:pt x="1773065" y="2488123"/>
                  <a:pt x="1779281" y="2481907"/>
                  <a:pt x="1786949" y="2481907"/>
                </a:cubicBezTo>
                <a:close/>
                <a:moveTo>
                  <a:pt x="3572813" y="2394831"/>
                </a:moveTo>
                <a:cubicBezTo>
                  <a:pt x="3573464" y="2394831"/>
                  <a:pt x="3573992" y="2395359"/>
                  <a:pt x="3573992" y="2396010"/>
                </a:cubicBezTo>
                <a:cubicBezTo>
                  <a:pt x="3573992" y="2396662"/>
                  <a:pt x="3573464" y="2397189"/>
                  <a:pt x="3572813" y="2397189"/>
                </a:cubicBezTo>
                <a:cubicBezTo>
                  <a:pt x="3572161" y="2397189"/>
                  <a:pt x="3571634" y="2396662"/>
                  <a:pt x="3571634" y="2396010"/>
                </a:cubicBezTo>
                <a:cubicBezTo>
                  <a:pt x="3571634" y="2395359"/>
                  <a:pt x="3572161" y="2394831"/>
                  <a:pt x="3572813" y="2394831"/>
                </a:cubicBezTo>
                <a:close/>
                <a:moveTo>
                  <a:pt x="116302" y="2394831"/>
                </a:moveTo>
                <a:cubicBezTo>
                  <a:pt x="116954" y="2394831"/>
                  <a:pt x="117481" y="2395359"/>
                  <a:pt x="117481" y="2396010"/>
                </a:cubicBezTo>
                <a:cubicBezTo>
                  <a:pt x="117481" y="2396662"/>
                  <a:pt x="116954" y="2397189"/>
                  <a:pt x="116302" y="2397189"/>
                </a:cubicBezTo>
                <a:cubicBezTo>
                  <a:pt x="115651" y="2397189"/>
                  <a:pt x="115123" y="2396662"/>
                  <a:pt x="115123" y="2396010"/>
                </a:cubicBezTo>
                <a:cubicBezTo>
                  <a:pt x="115123" y="2395359"/>
                  <a:pt x="115651" y="2394831"/>
                  <a:pt x="116302" y="2394831"/>
                </a:cubicBezTo>
                <a:close/>
                <a:moveTo>
                  <a:pt x="3457595" y="2394247"/>
                </a:moveTo>
                <a:cubicBezTo>
                  <a:pt x="3458569" y="2394247"/>
                  <a:pt x="3459359" y="2395037"/>
                  <a:pt x="3459359" y="2396010"/>
                </a:cubicBezTo>
                <a:cubicBezTo>
                  <a:pt x="3459359" y="2396984"/>
                  <a:pt x="3458569" y="2397774"/>
                  <a:pt x="3457595" y="2397774"/>
                </a:cubicBezTo>
                <a:cubicBezTo>
                  <a:pt x="3456621" y="2397774"/>
                  <a:pt x="3455832" y="2396984"/>
                  <a:pt x="3455832" y="2396010"/>
                </a:cubicBezTo>
                <a:cubicBezTo>
                  <a:pt x="3455832" y="2395037"/>
                  <a:pt x="3456621" y="2394247"/>
                  <a:pt x="3457595" y="2394247"/>
                </a:cubicBezTo>
                <a:close/>
                <a:moveTo>
                  <a:pt x="231519" y="2394247"/>
                </a:moveTo>
                <a:cubicBezTo>
                  <a:pt x="232493" y="2394247"/>
                  <a:pt x="233283" y="2395037"/>
                  <a:pt x="233283" y="2396010"/>
                </a:cubicBezTo>
                <a:cubicBezTo>
                  <a:pt x="233283" y="2396984"/>
                  <a:pt x="232493" y="2397774"/>
                  <a:pt x="231519" y="2397774"/>
                </a:cubicBezTo>
                <a:cubicBezTo>
                  <a:pt x="230546" y="2397774"/>
                  <a:pt x="229757" y="2396984"/>
                  <a:pt x="229757" y="2396010"/>
                </a:cubicBezTo>
                <a:cubicBezTo>
                  <a:pt x="229757" y="2395037"/>
                  <a:pt x="230546" y="2394247"/>
                  <a:pt x="231519" y="2394247"/>
                </a:cubicBezTo>
                <a:close/>
                <a:moveTo>
                  <a:pt x="3342379" y="2393481"/>
                </a:moveTo>
                <a:cubicBezTo>
                  <a:pt x="3343775" y="2393481"/>
                  <a:pt x="3344908" y="2394613"/>
                  <a:pt x="3344908" y="2396010"/>
                </a:cubicBezTo>
                <a:cubicBezTo>
                  <a:pt x="3344908" y="2397408"/>
                  <a:pt x="3343775" y="2398541"/>
                  <a:pt x="3342379" y="2398541"/>
                </a:cubicBezTo>
                <a:cubicBezTo>
                  <a:pt x="3340981" y="2398541"/>
                  <a:pt x="3339849" y="2397408"/>
                  <a:pt x="3339849" y="2396010"/>
                </a:cubicBezTo>
                <a:cubicBezTo>
                  <a:pt x="3339849" y="2394613"/>
                  <a:pt x="3340981" y="2393481"/>
                  <a:pt x="3342379" y="2393481"/>
                </a:cubicBezTo>
                <a:close/>
                <a:moveTo>
                  <a:pt x="346736" y="2393481"/>
                </a:moveTo>
                <a:cubicBezTo>
                  <a:pt x="348134" y="2393481"/>
                  <a:pt x="349267" y="2394613"/>
                  <a:pt x="349267" y="2396010"/>
                </a:cubicBezTo>
                <a:cubicBezTo>
                  <a:pt x="349267" y="2397408"/>
                  <a:pt x="348134" y="2398541"/>
                  <a:pt x="346736" y="2398541"/>
                </a:cubicBezTo>
                <a:cubicBezTo>
                  <a:pt x="345340" y="2398541"/>
                  <a:pt x="344207" y="2397408"/>
                  <a:pt x="344207" y="2396010"/>
                </a:cubicBezTo>
                <a:cubicBezTo>
                  <a:pt x="344207" y="2394613"/>
                  <a:pt x="345340" y="2393481"/>
                  <a:pt x="346736" y="2393481"/>
                </a:cubicBezTo>
                <a:close/>
                <a:moveTo>
                  <a:pt x="3227162" y="2392660"/>
                </a:moveTo>
                <a:cubicBezTo>
                  <a:pt x="3229012" y="2392660"/>
                  <a:pt x="3230512" y="2394160"/>
                  <a:pt x="3230512" y="2396010"/>
                </a:cubicBezTo>
                <a:cubicBezTo>
                  <a:pt x="3230512" y="2397861"/>
                  <a:pt x="3229012" y="2399361"/>
                  <a:pt x="3227162" y="2399361"/>
                </a:cubicBezTo>
                <a:cubicBezTo>
                  <a:pt x="3225312" y="2399361"/>
                  <a:pt x="3223812" y="2397861"/>
                  <a:pt x="3223812" y="2396010"/>
                </a:cubicBezTo>
                <a:cubicBezTo>
                  <a:pt x="3223812" y="2394160"/>
                  <a:pt x="3225312" y="2392660"/>
                  <a:pt x="3227162" y="2392660"/>
                </a:cubicBezTo>
                <a:close/>
                <a:moveTo>
                  <a:pt x="461953" y="2392660"/>
                </a:moveTo>
                <a:cubicBezTo>
                  <a:pt x="463804" y="2392660"/>
                  <a:pt x="465304" y="2394160"/>
                  <a:pt x="465304" y="2396010"/>
                </a:cubicBezTo>
                <a:cubicBezTo>
                  <a:pt x="465304" y="2397861"/>
                  <a:pt x="463804" y="2399361"/>
                  <a:pt x="461953" y="2399361"/>
                </a:cubicBezTo>
                <a:cubicBezTo>
                  <a:pt x="460103" y="2399361"/>
                  <a:pt x="458603" y="2397861"/>
                  <a:pt x="458603" y="2396010"/>
                </a:cubicBezTo>
                <a:cubicBezTo>
                  <a:pt x="458603" y="2394160"/>
                  <a:pt x="460104" y="2392660"/>
                  <a:pt x="461953" y="2392660"/>
                </a:cubicBezTo>
                <a:close/>
                <a:moveTo>
                  <a:pt x="3111944" y="2391638"/>
                </a:moveTo>
                <a:cubicBezTo>
                  <a:pt x="3114359" y="2391638"/>
                  <a:pt x="3116317" y="2393595"/>
                  <a:pt x="3116317" y="2396010"/>
                </a:cubicBezTo>
                <a:cubicBezTo>
                  <a:pt x="3116317" y="2398425"/>
                  <a:pt x="3114359" y="2400383"/>
                  <a:pt x="3111944" y="2400383"/>
                </a:cubicBezTo>
                <a:cubicBezTo>
                  <a:pt x="3109530" y="2400383"/>
                  <a:pt x="3107572" y="2398425"/>
                  <a:pt x="3107572" y="2396010"/>
                </a:cubicBezTo>
                <a:cubicBezTo>
                  <a:pt x="3107572" y="2393595"/>
                  <a:pt x="3109530" y="2391638"/>
                  <a:pt x="3111944" y="2391638"/>
                </a:cubicBezTo>
                <a:close/>
                <a:moveTo>
                  <a:pt x="577170" y="2391638"/>
                </a:moveTo>
                <a:cubicBezTo>
                  <a:pt x="579585" y="2391638"/>
                  <a:pt x="581544" y="2393595"/>
                  <a:pt x="581544" y="2396010"/>
                </a:cubicBezTo>
                <a:cubicBezTo>
                  <a:pt x="581544" y="2398425"/>
                  <a:pt x="579585" y="2400383"/>
                  <a:pt x="577170" y="2400383"/>
                </a:cubicBezTo>
                <a:cubicBezTo>
                  <a:pt x="574756" y="2400383"/>
                  <a:pt x="572799" y="2398425"/>
                  <a:pt x="572799" y="2396010"/>
                </a:cubicBezTo>
                <a:cubicBezTo>
                  <a:pt x="572799" y="2393595"/>
                  <a:pt x="574756" y="2391638"/>
                  <a:pt x="577170" y="2391638"/>
                </a:cubicBezTo>
                <a:close/>
                <a:moveTo>
                  <a:pt x="2996728" y="2390483"/>
                </a:moveTo>
                <a:cubicBezTo>
                  <a:pt x="2999780" y="2390483"/>
                  <a:pt x="3002255" y="2392958"/>
                  <a:pt x="3002255" y="2396010"/>
                </a:cubicBezTo>
                <a:cubicBezTo>
                  <a:pt x="3002255" y="2399063"/>
                  <a:pt x="2999780" y="2401538"/>
                  <a:pt x="2996728" y="2401538"/>
                </a:cubicBezTo>
                <a:cubicBezTo>
                  <a:pt x="2993676" y="2401538"/>
                  <a:pt x="2991201" y="2399063"/>
                  <a:pt x="2991201" y="2396010"/>
                </a:cubicBezTo>
                <a:cubicBezTo>
                  <a:pt x="2991201" y="2392958"/>
                  <a:pt x="2993676" y="2390483"/>
                  <a:pt x="2996728" y="2390483"/>
                </a:cubicBezTo>
                <a:close/>
                <a:moveTo>
                  <a:pt x="692388" y="2390483"/>
                </a:moveTo>
                <a:cubicBezTo>
                  <a:pt x="695440" y="2390483"/>
                  <a:pt x="697915" y="2392958"/>
                  <a:pt x="697915" y="2396010"/>
                </a:cubicBezTo>
                <a:cubicBezTo>
                  <a:pt x="697915" y="2399063"/>
                  <a:pt x="695440" y="2401538"/>
                  <a:pt x="692388" y="2401538"/>
                </a:cubicBezTo>
                <a:cubicBezTo>
                  <a:pt x="689335" y="2401538"/>
                  <a:pt x="686861" y="2399063"/>
                  <a:pt x="686861" y="2396010"/>
                </a:cubicBezTo>
                <a:cubicBezTo>
                  <a:pt x="686861" y="2392958"/>
                  <a:pt x="689335" y="2390483"/>
                  <a:pt x="692388" y="2390483"/>
                </a:cubicBezTo>
                <a:close/>
                <a:moveTo>
                  <a:pt x="807604" y="2389421"/>
                </a:moveTo>
                <a:cubicBezTo>
                  <a:pt x="811244" y="2389421"/>
                  <a:pt x="814193" y="2392371"/>
                  <a:pt x="814193" y="2396010"/>
                </a:cubicBezTo>
                <a:cubicBezTo>
                  <a:pt x="814193" y="2399650"/>
                  <a:pt x="811244" y="2402600"/>
                  <a:pt x="807604" y="2402600"/>
                </a:cubicBezTo>
                <a:cubicBezTo>
                  <a:pt x="803965" y="2402600"/>
                  <a:pt x="801015" y="2399650"/>
                  <a:pt x="801015" y="2396010"/>
                </a:cubicBezTo>
                <a:cubicBezTo>
                  <a:pt x="801015" y="2392371"/>
                  <a:pt x="803965" y="2389421"/>
                  <a:pt x="807604" y="2389421"/>
                </a:cubicBezTo>
                <a:close/>
                <a:moveTo>
                  <a:pt x="2881510" y="2389309"/>
                </a:moveTo>
                <a:cubicBezTo>
                  <a:pt x="2885210" y="2389309"/>
                  <a:pt x="2888210" y="2392310"/>
                  <a:pt x="2888210" y="2396010"/>
                </a:cubicBezTo>
                <a:cubicBezTo>
                  <a:pt x="2888210" y="2399710"/>
                  <a:pt x="2885210" y="2402710"/>
                  <a:pt x="2881510" y="2402710"/>
                </a:cubicBezTo>
                <a:cubicBezTo>
                  <a:pt x="2877810" y="2402710"/>
                  <a:pt x="2874810" y="2399710"/>
                  <a:pt x="2874810" y="2396010"/>
                </a:cubicBezTo>
                <a:cubicBezTo>
                  <a:pt x="2874810" y="2392310"/>
                  <a:pt x="2877810" y="2389309"/>
                  <a:pt x="2881510" y="2389309"/>
                </a:cubicBezTo>
                <a:close/>
                <a:moveTo>
                  <a:pt x="2766293" y="2388027"/>
                </a:moveTo>
                <a:cubicBezTo>
                  <a:pt x="2770703" y="2388027"/>
                  <a:pt x="2774277" y="2391601"/>
                  <a:pt x="2774277" y="2396010"/>
                </a:cubicBezTo>
                <a:cubicBezTo>
                  <a:pt x="2774277" y="2400420"/>
                  <a:pt x="2770703" y="2403994"/>
                  <a:pt x="2766293" y="2403994"/>
                </a:cubicBezTo>
                <a:cubicBezTo>
                  <a:pt x="2761884" y="2403994"/>
                  <a:pt x="2758310" y="2400420"/>
                  <a:pt x="2758310" y="2396010"/>
                </a:cubicBezTo>
                <a:cubicBezTo>
                  <a:pt x="2758310" y="2391601"/>
                  <a:pt x="2761884" y="2388027"/>
                  <a:pt x="2766293" y="2388027"/>
                </a:cubicBezTo>
                <a:close/>
                <a:moveTo>
                  <a:pt x="922821" y="2388027"/>
                </a:moveTo>
                <a:cubicBezTo>
                  <a:pt x="927230" y="2388027"/>
                  <a:pt x="930805" y="2391601"/>
                  <a:pt x="930805" y="2396010"/>
                </a:cubicBezTo>
                <a:cubicBezTo>
                  <a:pt x="930805" y="2400420"/>
                  <a:pt x="927230" y="2403994"/>
                  <a:pt x="922821" y="2403994"/>
                </a:cubicBezTo>
                <a:cubicBezTo>
                  <a:pt x="918412" y="2403994"/>
                  <a:pt x="914837" y="2400420"/>
                  <a:pt x="914837" y="2396010"/>
                </a:cubicBezTo>
                <a:cubicBezTo>
                  <a:pt x="914837" y="2391601"/>
                  <a:pt x="918412" y="2388027"/>
                  <a:pt x="922821" y="2388027"/>
                </a:cubicBezTo>
                <a:close/>
                <a:moveTo>
                  <a:pt x="2651076" y="2386765"/>
                </a:moveTo>
                <a:cubicBezTo>
                  <a:pt x="2656182" y="2386765"/>
                  <a:pt x="2660321" y="2390904"/>
                  <a:pt x="2660321" y="2396010"/>
                </a:cubicBezTo>
                <a:cubicBezTo>
                  <a:pt x="2660321" y="2401116"/>
                  <a:pt x="2656182" y="2405255"/>
                  <a:pt x="2651076" y="2405255"/>
                </a:cubicBezTo>
                <a:cubicBezTo>
                  <a:pt x="2645970" y="2405255"/>
                  <a:pt x="2641831" y="2401116"/>
                  <a:pt x="2641831" y="2396010"/>
                </a:cubicBezTo>
                <a:cubicBezTo>
                  <a:pt x="2641831" y="2390904"/>
                  <a:pt x="2645970" y="2386765"/>
                  <a:pt x="2651076" y="2386765"/>
                </a:cubicBezTo>
                <a:close/>
                <a:moveTo>
                  <a:pt x="1038038" y="2386765"/>
                </a:moveTo>
                <a:cubicBezTo>
                  <a:pt x="1043144" y="2386765"/>
                  <a:pt x="1047283" y="2390904"/>
                  <a:pt x="1047283" y="2396010"/>
                </a:cubicBezTo>
                <a:cubicBezTo>
                  <a:pt x="1047283" y="2401116"/>
                  <a:pt x="1043144" y="2405255"/>
                  <a:pt x="1038038" y="2405255"/>
                </a:cubicBezTo>
                <a:cubicBezTo>
                  <a:pt x="1032932" y="2405255"/>
                  <a:pt x="1028793" y="2401116"/>
                  <a:pt x="1028793" y="2396010"/>
                </a:cubicBezTo>
                <a:cubicBezTo>
                  <a:pt x="1028793" y="2390904"/>
                  <a:pt x="1032932" y="2386765"/>
                  <a:pt x="1038038" y="2386765"/>
                </a:cubicBezTo>
                <a:close/>
                <a:moveTo>
                  <a:pt x="2535859" y="2385414"/>
                </a:moveTo>
                <a:cubicBezTo>
                  <a:pt x="2541712" y="2385414"/>
                  <a:pt x="2546455" y="2390158"/>
                  <a:pt x="2546455" y="2396010"/>
                </a:cubicBezTo>
                <a:cubicBezTo>
                  <a:pt x="2546455" y="2401863"/>
                  <a:pt x="2541712" y="2406606"/>
                  <a:pt x="2535859" y="2406606"/>
                </a:cubicBezTo>
                <a:cubicBezTo>
                  <a:pt x="2530007" y="2406606"/>
                  <a:pt x="2525263" y="2401863"/>
                  <a:pt x="2525263" y="2396010"/>
                </a:cubicBezTo>
                <a:cubicBezTo>
                  <a:pt x="2525263" y="2390158"/>
                  <a:pt x="2530007" y="2385414"/>
                  <a:pt x="2535859" y="2385414"/>
                </a:cubicBezTo>
                <a:close/>
                <a:moveTo>
                  <a:pt x="1153255" y="2385414"/>
                </a:moveTo>
                <a:cubicBezTo>
                  <a:pt x="1159107" y="2385414"/>
                  <a:pt x="1163851" y="2390158"/>
                  <a:pt x="1163851" y="2396010"/>
                </a:cubicBezTo>
                <a:cubicBezTo>
                  <a:pt x="1163851" y="2401863"/>
                  <a:pt x="1159107" y="2406606"/>
                  <a:pt x="1153255" y="2406606"/>
                </a:cubicBezTo>
                <a:cubicBezTo>
                  <a:pt x="1147403" y="2406606"/>
                  <a:pt x="1142659" y="2401863"/>
                  <a:pt x="1142659" y="2396010"/>
                </a:cubicBezTo>
                <a:cubicBezTo>
                  <a:pt x="1142659" y="2390158"/>
                  <a:pt x="1147403" y="2385414"/>
                  <a:pt x="1153255" y="2385414"/>
                </a:cubicBezTo>
                <a:close/>
                <a:moveTo>
                  <a:pt x="2420642" y="2384269"/>
                </a:moveTo>
                <a:cubicBezTo>
                  <a:pt x="2427127" y="2384269"/>
                  <a:pt x="2432384" y="2389526"/>
                  <a:pt x="2432384" y="2396010"/>
                </a:cubicBezTo>
                <a:cubicBezTo>
                  <a:pt x="2432384" y="2402496"/>
                  <a:pt x="2427127" y="2407753"/>
                  <a:pt x="2420642" y="2407753"/>
                </a:cubicBezTo>
                <a:cubicBezTo>
                  <a:pt x="2414157" y="2407753"/>
                  <a:pt x="2408900" y="2402496"/>
                  <a:pt x="2408900" y="2396010"/>
                </a:cubicBezTo>
                <a:cubicBezTo>
                  <a:pt x="2408900" y="2389526"/>
                  <a:pt x="2414157" y="2384269"/>
                  <a:pt x="2420642" y="2384269"/>
                </a:cubicBezTo>
                <a:close/>
                <a:moveTo>
                  <a:pt x="1268472" y="2384269"/>
                </a:moveTo>
                <a:cubicBezTo>
                  <a:pt x="1274957" y="2384269"/>
                  <a:pt x="1280214" y="2389526"/>
                  <a:pt x="1280214" y="2396010"/>
                </a:cubicBezTo>
                <a:cubicBezTo>
                  <a:pt x="1280214" y="2402496"/>
                  <a:pt x="1274957" y="2407753"/>
                  <a:pt x="1268472" y="2407753"/>
                </a:cubicBezTo>
                <a:cubicBezTo>
                  <a:pt x="1261988" y="2407753"/>
                  <a:pt x="1256731" y="2402496"/>
                  <a:pt x="1256731" y="2396010"/>
                </a:cubicBezTo>
                <a:cubicBezTo>
                  <a:pt x="1256731" y="2389526"/>
                  <a:pt x="1261988" y="2384269"/>
                  <a:pt x="1268472" y="2384269"/>
                </a:cubicBezTo>
                <a:close/>
                <a:moveTo>
                  <a:pt x="2305425" y="2382912"/>
                </a:moveTo>
                <a:cubicBezTo>
                  <a:pt x="2312659" y="2382912"/>
                  <a:pt x="2318524" y="2388776"/>
                  <a:pt x="2318524" y="2396010"/>
                </a:cubicBezTo>
                <a:cubicBezTo>
                  <a:pt x="2318524" y="2403245"/>
                  <a:pt x="2312659" y="2409110"/>
                  <a:pt x="2305425" y="2409110"/>
                </a:cubicBezTo>
                <a:cubicBezTo>
                  <a:pt x="2298191" y="2409110"/>
                  <a:pt x="2292326" y="2403245"/>
                  <a:pt x="2292326" y="2396010"/>
                </a:cubicBezTo>
                <a:cubicBezTo>
                  <a:pt x="2292326" y="2388776"/>
                  <a:pt x="2298191" y="2382912"/>
                  <a:pt x="2305425" y="2382912"/>
                </a:cubicBezTo>
                <a:close/>
                <a:moveTo>
                  <a:pt x="1383689" y="2382912"/>
                </a:moveTo>
                <a:cubicBezTo>
                  <a:pt x="1390923" y="2382912"/>
                  <a:pt x="1396788" y="2388776"/>
                  <a:pt x="1396788" y="2396010"/>
                </a:cubicBezTo>
                <a:cubicBezTo>
                  <a:pt x="1396788" y="2403245"/>
                  <a:pt x="1390923" y="2409110"/>
                  <a:pt x="1383689" y="2409110"/>
                </a:cubicBezTo>
                <a:cubicBezTo>
                  <a:pt x="1376455" y="2409110"/>
                  <a:pt x="1370590" y="2403245"/>
                  <a:pt x="1370590" y="2396010"/>
                </a:cubicBezTo>
                <a:cubicBezTo>
                  <a:pt x="1370590" y="2388776"/>
                  <a:pt x="1376454" y="2382912"/>
                  <a:pt x="1383689" y="2382912"/>
                </a:cubicBezTo>
                <a:close/>
                <a:moveTo>
                  <a:pt x="2190209" y="2381966"/>
                </a:moveTo>
                <a:cubicBezTo>
                  <a:pt x="2197964" y="2381966"/>
                  <a:pt x="2204252" y="2388254"/>
                  <a:pt x="2204252" y="2396010"/>
                </a:cubicBezTo>
                <a:cubicBezTo>
                  <a:pt x="2204252" y="2403766"/>
                  <a:pt x="2197964" y="2410054"/>
                  <a:pt x="2190209" y="2410054"/>
                </a:cubicBezTo>
                <a:cubicBezTo>
                  <a:pt x="2182452" y="2410054"/>
                  <a:pt x="2176165" y="2403766"/>
                  <a:pt x="2176165" y="2396010"/>
                </a:cubicBezTo>
                <a:cubicBezTo>
                  <a:pt x="2176165" y="2388254"/>
                  <a:pt x="2182452" y="2381966"/>
                  <a:pt x="2190209" y="2381966"/>
                </a:cubicBezTo>
                <a:close/>
                <a:moveTo>
                  <a:pt x="1498906" y="2381966"/>
                </a:moveTo>
                <a:cubicBezTo>
                  <a:pt x="1506662" y="2381966"/>
                  <a:pt x="1512950" y="2388254"/>
                  <a:pt x="1512950" y="2396010"/>
                </a:cubicBezTo>
                <a:cubicBezTo>
                  <a:pt x="1512950" y="2403766"/>
                  <a:pt x="1506662" y="2410054"/>
                  <a:pt x="1498906" y="2410054"/>
                </a:cubicBezTo>
                <a:cubicBezTo>
                  <a:pt x="1491150" y="2410054"/>
                  <a:pt x="1484862" y="2403766"/>
                  <a:pt x="1484862" y="2396010"/>
                </a:cubicBezTo>
                <a:cubicBezTo>
                  <a:pt x="1484862" y="2388254"/>
                  <a:pt x="1491150" y="2381966"/>
                  <a:pt x="1498906" y="2381966"/>
                </a:cubicBezTo>
                <a:close/>
                <a:moveTo>
                  <a:pt x="2074991" y="2381155"/>
                </a:moveTo>
                <a:cubicBezTo>
                  <a:pt x="2083196" y="2381155"/>
                  <a:pt x="2089846" y="2387805"/>
                  <a:pt x="2089846" y="2396010"/>
                </a:cubicBezTo>
                <a:cubicBezTo>
                  <a:pt x="2089846" y="2404215"/>
                  <a:pt x="2083196" y="2410866"/>
                  <a:pt x="2074991" y="2410866"/>
                </a:cubicBezTo>
                <a:cubicBezTo>
                  <a:pt x="2066786" y="2410866"/>
                  <a:pt x="2060135" y="2404215"/>
                  <a:pt x="2060135" y="2396010"/>
                </a:cubicBezTo>
                <a:cubicBezTo>
                  <a:pt x="2060135" y="2387805"/>
                  <a:pt x="2066786" y="2381155"/>
                  <a:pt x="2074991" y="2381155"/>
                </a:cubicBezTo>
                <a:close/>
                <a:moveTo>
                  <a:pt x="1614123" y="2381155"/>
                </a:moveTo>
                <a:cubicBezTo>
                  <a:pt x="1622328" y="2381155"/>
                  <a:pt x="1628979" y="2387805"/>
                  <a:pt x="1628979" y="2396010"/>
                </a:cubicBezTo>
                <a:cubicBezTo>
                  <a:pt x="1628979" y="2404215"/>
                  <a:pt x="1622328" y="2410866"/>
                  <a:pt x="1614123" y="2410866"/>
                </a:cubicBezTo>
                <a:cubicBezTo>
                  <a:pt x="1605918" y="2410866"/>
                  <a:pt x="1599268" y="2404215"/>
                  <a:pt x="1599268" y="2396010"/>
                </a:cubicBezTo>
                <a:cubicBezTo>
                  <a:pt x="1599268" y="2387805"/>
                  <a:pt x="1605918" y="2381155"/>
                  <a:pt x="1614123" y="2381155"/>
                </a:cubicBezTo>
                <a:close/>
                <a:moveTo>
                  <a:pt x="1959774" y="2380657"/>
                </a:moveTo>
                <a:cubicBezTo>
                  <a:pt x="1968254" y="2380657"/>
                  <a:pt x="1975127" y="2387531"/>
                  <a:pt x="1975127" y="2396010"/>
                </a:cubicBezTo>
                <a:cubicBezTo>
                  <a:pt x="1975127" y="2404490"/>
                  <a:pt x="1968254" y="2411364"/>
                  <a:pt x="1959774" y="2411364"/>
                </a:cubicBezTo>
                <a:cubicBezTo>
                  <a:pt x="1951295" y="2411364"/>
                  <a:pt x="1944421" y="2404490"/>
                  <a:pt x="1944421" y="2396010"/>
                </a:cubicBezTo>
                <a:cubicBezTo>
                  <a:pt x="1944421" y="2387531"/>
                  <a:pt x="1951295" y="2380657"/>
                  <a:pt x="1959774" y="2380657"/>
                </a:cubicBezTo>
                <a:close/>
                <a:moveTo>
                  <a:pt x="1729340" y="2380657"/>
                </a:moveTo>
                <a:cubicBezTo>
                  <a:pt x="1737820" y="2380657"/>
                  <a:pt x="1744693" y="2387531"/>
                  <a:pt x="1744693" y="2396010"/>
                </a:cubicBezTo>
                <a:cubicBezTo>
                  <a:pt x="1744693" y="2404490"/>
                  <a:pt x="1737820" y="2411364"/>
                  <a:pt x="1729340" y="2411364"/>
                </a:cubicBezTo>
                <a:cubicBezTo>
                  <a:pt x="1720861" y="2411364"/>
                  <a:pt x="1713986" y="2404490"/>
                  <a:pt x="1713986" y="2396010"/>
                </a:cubicBezTo>
                <a:cubicBezTo>
                  <a:pt x="1713986" y="2387531"/>
                  <a:pt x="1720861" y="2380657"/>
                  <a:pt x="1729340" y="2380657"/>
                </a:cubicBezTo>
                <a:close/>
                <a:moveTo>
                  <a:pt x="1844557" y="2380489"/>
                </a:moveTo>
                <a:cubicBezTo>
                  <a:pt x="1853129" y="2380489"/>
                  <a:pt x="1860078" y="2387439"/>
                  <a:pt x="1860078" y="2396010"/>
                </a:cubicBezTo>
                <a:cubicBezTo>
                  <a:pt x="1860078" y="2404583"/>
                  <a:pt x="1853129" y="2411531"/>
                  <a:pt x="1844557" y="2411531"/>
                </a:cubicBezTo>
                <a:cubicBezTo>
                  <a:pt x="1835985" y="2411531"/>
                  <a:pt x="1829036" y="2404583"/>
                  <a:pt x="1829036" y="2396010"/>
                </a:cubicBezTo>
                <a:cubicBezTo>
                  <a:pt x="1829036" y="2387439"/>
                  <a:pt x="1835985" y="2380489"/>
                  <a:pt x="1844557" y="2380489"/>
                </a:cubicBezTo>
                <a:close/>
                <a:moveTo>
                  <a:pt x="3515205" y="2294636"/>
                </a:moveTo>
                <a:cubicBezTo>
                  <a:pt x="3516084" y="2294636"/>
                  <a:pt x="3516797" y="2295350"/>
                  <a:pt x="3516797" y="2296229"/>
                </a:cubicBezTo>
                <a:cubicBezTo>
                  <a:pt x="3516797" y="2297109"/>
                  <a:pt x="3516084" y="2297822"/>
                  <a:pt x="3515205" y="2297822"/>
                </a:cubicBezTo>
                <a:cubicBezTo>
                  <a:pt x="3514325" y="2297822"/>
                  <a:pt x="3513612" y="2297109"/>
                  <a:pt x="3513612" y="2296229"/>
                </a:cubicBezTo>
                <a:cubicBezTo>
                  <a:pt x="3513612" y="2295350"/>
                  <a:pt x="3514325" y="2294636"/>
                  <a:pt x="3515205" y="2294636"/>
                </a:cubicBezTo>
                <a:close/>
                <a:moveTo>
                  <a:pt x="173910" y="2294636"/>
                </a:moveTo>
                <a:cubicBezTo>
                  <a:pt x="174790" y="2294636"/>
                  <a:pt x="175503" y="2295350"/>
                  <a:pt x="175503" y="2296229"/>
                </a:cubicBezTo>
                <a:cubicBezTo>
                  <a:pt x="175503" y="2297109"/>
                  <a:pt x="174790" y="2297822"/>
                  <a:pt x="173910" y="2297822"/>
                </a:cubicBezTo>
                <a:cubicBezTo>
                  <a:pt x="173031" y="2297822"/>
                  <a:pt x="172319" y="2297109"/>
                  <a:pt x="172319" y="2296229"/>
                </a:cubicBezTo>
                <a:cubicBezTo>
                  <a:pt x="172319" y="2295350"/>
                  <a:pt x="173031" y="2294636"/>
                  <a:pt x="173910" y="2294636"/>
                </a:cubicBezTo>
                <a:close/>
                <a:moveTo>
                  <a:pt x="3399987" y="2293904"/>
                </a:moveTo>
                <a:cubicBezTo>
                  <a:pt x="3401271" y="2293904"/>
                  <a:pt x="3402313" y="2294944"/>
                  <a:pt x="3402313" y="2296229"/>
                </a:cubicBezTo>
                <a:cubicBezTo>
                  <a:pt x="3402313" y="2297514"/>
                  <a:pt x="3401272" y="2298555"/>
                  <a:pt x="3399987" y="2298555"/>
                </a:cubicBezTo>
                <a:cubicBezTo>
                  <a:pt x="3398702" y="2298555"/>
                  <a:pt x="3397662" y="2297513"/>
                  <a:pt x="3397662" y="2296229"/>
                </a:cubicBezTo>
                <a:cubicBezTo>
                  <a:pt x="3397662" y="2294944"/>
                  <a:pt x="3398702" y="2293904"/>
                  <a:pt x="3399987" y="2293904"/>
                </a:cubicBezTo>
                <a:close/>
                <a:moveTo>
                  <a:pt x="289128" y="2293904"/>
                </a:moveTo>
                <a:cubicBezTo>
                  <a:pt x="290413" y="2293904"/>
                  <a:pt x="291454" y="2294944"/>
                  <a:pt x="291454" y="2296229"/>
                </a:cubicBezTo>
                <a:cubicBezTo>
                  <a:pt x="291454" y="2297514"/>
                  <a:pt x="290413" y="2298555"/>
                  <a:pt x="289128" y="2298555"/>
                </a:cubicBezTo>
                <a:cubicBezTo>
                  <a:pt x="287843" y="2298555"/>
                  <a:pt x="286802" y="2297513"/>
                  <a:pt x="286802" y="2296229"/>
                </a:cubicBezTo>
                <a:cubicBezTo>
                  <a:pt x="286802" y="2294944"/>
                  <a:pt x="287843" y="2293904"/>
                  <a:pt x="289128" y="2293904"/>
                </a:cubicBezTo>
                <a:close/>
                <a:moveTo>
                  <a:pt x="3284770" y="2292958"/>
                </a:moveTo>
                <a:cubicBezTo>
                  <a:pt x="3286577" y="2292958"/>
                  <a:pt x="3288041" y="2294423"/>
                  <a:pt x="3288041" y="2296229"/>
                </a:cubicBezTo>
                <a:cubicBezTo>
                  <a:pt x="3288041" y="2298036"/>
                  <a:pt x="3286577" y="2299500"/>
                  <a:pt x="3284770" y="2299500"/>
                </a:cubicBezTo>
                <a:cubicBezTo>
                  <a:pt x="3282963" y="2299500"/>
                  <a:pt x="3281499" y="2298036"/>
                  <a:pt x="3281499" y="2296229"/>
                </a:cubicBezTo>
                <a:cubicBezTo>
                  <a:pt x="3281499" y="2294423"/>
                  <a:pt x="3282963" y="2292958"/>
                  <a:pt x="3284770" y="2292958"/>
                </a:cubicBezTo>
                <a:close/>
                <a:moveTo>
                  <a:pt x="404345" y="2292958"/>
                </a:moveTo>
                <a:cubicBezTo>
                  <a:pt x="406151" y="2292958"/>
                  <a:pt x="407616" y="2294423"/>
                  <a:pt x="407616" y="2296229"/>
                </a:cubicBezTo>
                <a:cubicBezTo>
                  <a:pt x="407616" y="2298036"/>
                  <a:pt x="406151" y="2299500"/>
                  <a:pt x="404345" y="2299500"/>
                </a:cubicBezTo>
                <a:cubicBezTo>
                  <a:pt x="402538" y="2299500"/>
                  <a:pt x="401074" y="2298036"/>
                  <a:pt x="401074" y="2296229"/>
                </a:cubicBezTo>
                <a:cubicBezTo>
                  <a:pt x="401074" y="2294423"/>
                  <a:pt x="402538" y="2292958"/>
                  <a:pt x="404345" y="2292958"/>
                </a:cubicBezTo>
                <a:close/>
                <a:moveTo>
                  <a:pt x="3169553" y="2292036"/>
                </a:moveTo>
                <a:cubicBezTo>
                  <a:pt x="3171869" y="2292036"/>
                  <a:pt x="3173747" y="2293914"/>
                  <a:pt x="3173747" y="2296229"/>
                </a:cubicBezTo>
                <a:cubicBezTo>
                  <a:pt x="3173747" y="2298545"/>
                  <a:pt x="3171869" y="2300422"/>
                  <a:pt x="3169553" y="2300422"/>
                </a:cubicBezTo>
                <a:cubicBezTo>
                  <a:pt x="3167238" y="2300422"/>
                  <a:pt x="3165360" y="2298545"/>
                  <a:pt x="3165360" y="2296229"/>
                </a:cubicBezTo>
                <a:cubicBezTo>
                  <a:pt x="3165360" y="2293914"/>
                  <a:pt x="3167238" y="2292036"/>
                  <a:pt x="3169553" y="2292036"/>
                </a:cubicBezTo>
                <a:close/>
                <a:moveTo>
                  <a:pt x="519562" y="2292036"/>
                </a:moveTo>
                <a:cubicBezTo>
                  <a:pt x="521878" y="2292036"/>
                  <a:pt x="523756" y="2293914"/>
                  <a:pt x="523756" y="2296229"/>
                </a:cubicBezTo>
                <a:cubicBezTo>
                  <a:pt x="523756" y="2298545"/>
                  <a:pt x="521878" y="2300422"/>
                  <a:pt x="519562" y="2300422"/>
                </a:cubicBezTo>
                <a:cubicBezTo>
                  <a:pt x="517247" y="2300422"/>
                  <a:pt x="515369" y="2298545"/>
                  <a:pt x="515369" y="2296229"/>
                </a:cubicBezTo>
                <a:cubicBezTo>
                  <a:pt x="515369" y="2293914"/>
                  <a:pt x="517247" y="2292036"/>
                  <a:pt x="519562" y="2292036"/>
                </a:cubicBezTo>
                <a:close/>
                <a:moveTo>
                  <a:pt x="3054336" y="2290803"/>
                </a:moveTo>
                <a:cubicBezTo>
                  <a:pt x="3057333" y="2290803"/>
                  <a:pt x="3059762" y="2293232"/>
                  <a:pt x="3059762" y="2296229"/>
                </a:cubicBezTo>
                <a:cubicBezTo>
                  <a:pt x="3059762" y="2299226"/>
                  <a:pt x="3057333" y="2301655"/>
                  <a:pt x="3054336" y="2301655"/>
                </a:cubicBezTo>
                <a:cubicBezTo>
                  <a:pt x="3051340" y="2301655"/>
                  <a:pt x="3048911" y="2299226"/>
                  <a:pt x="3048911" y="2296229"/>
                </a:cubicBezTo>
                <a:cubicBezTo>
                  <a:pt x="3048911" y="2293232"/>
                  <a:pt x="3051340" y="2290803"/>
                  <a:pt x="3054336" y="2290803"/>
                </a:cubicBezTo>
                <a:close/>
                <a:moveTo>
                  <a:pt x="634779" y="2290803"/>
                </a:moveTo>
                <a:cubicBezTo>
                  <a:pt x="637776" y="2290803"/>
                  <a:pt x="640205" y="2293232"/>
                  <a:pt x="640205" y="2296229"/>
                </a:cubicBezTo>
                <a:cubicBezTo>
                  <a:pt x="640205" y="2299226"/>
                  <a:pt x="637776" y="2301655"/>
                  <a:pt x="634779" y="2301655"/>
                </a:cubicBezTo>
                <a:cubicBezTo>
                  <a:pt x="631782" y="2301655"/>
                  <a:pt x="629353" y="2299226"/>
                  <a:pt x="629353" y="2296229"/>
                </a:cubicBezTo>
                <a:cubicBezTo>
                  <a:pt x="629353" y="2293232"/>
                  <a:pt x="631782" y="2290803"/>
                  <a:pt x="634779" y="2290803"/>
                </a:cubicBezTo>
                <a:close/>
                <a:moveTo>
                  <a:pt x="2939119" y="2289640"/>
                </a:moveTo>
                <a:cubicBezTo>
                  <a:pt x="2942757" y="2289640"/>
                  <a:pt x="2945708" y="2292590"/>
                  <a:pt x="2945708" y="2296229"/>
                </a:cubicBezTo>
                <a:cubicBezTo>
                  <a:pt x="2945708" y="2299868"/>
                  <a:pt x="2942757" y="2302819"/>
                  <a:pt x="2939119" y="2302819"/>
                </a:cubicBezTo>
                <a:cubicBezTo>
                  <a:pt x="2935480" y="2302819"/>
                  <a:pt x="2932529" y="2299868"/>
                  <a:pt x="2932529" y="2296229"/>
                </a:cubicBezTo>
                <a:cubicBezTo>
                  <a:pt x="2932529" y="2292590"/>
                  <a:pt x="2935480" y="2289640"/>
                  <a:pt x="2939119" y="2289640"/>
                </a:cubicBezTo>
                <a:close/>
                <a:moveTo>
                  <a:pt x="749995" y="2289640"/>
                </a:moveTo>
                <a:cubicBezTo>
                  <a:pt x="753635" y="2289640"/>
                  <a:pt x="756585" y="2292590"/>
                  <a:pt x="756585" y="2296229"/>
                </a:cubicBezTo>
                <a:cubicBezTo>
                  <a:pt x="756585" y="2299868"/>
                  <a:pt x="753635" y="2302819"/>
                  <a:pt x="749995" y="2302819"/>
                </a:cubicBezTo>
                <a:cubicBezTo>
                  <a:pt x="746356" y="2302819"/>
                  <a:pt x="743406" y="2299868"/>
                  <a:pt x="743406" y="2296229"/>
                </a:cubicBezTo>
                <a:cubicBezTo>
                  <a:pt x="743406" y="2292590"/>
                  <a:pt x="746356" y="2289640"/>
                  <a:pt x="749995" y="2289640"/>
                </a:cubicBezTo>
                <a:close/>
                <a:moveTo>
                  <a:pt x="2823901" y="2288246"/>
                </a:moveTo>
                <a:cubicBezTo>
                  <a:pt x="2828311" y="2288246"/>
                  <a:pt x="2831885" y="2291820"/>
                  <a:pt x="2831885" y="2296229"/>
                </a:cubicBezTo>
                <a:cubicBezTo>
                  <a:pt x="2831885" y="2300639"/>
                  <a:pt x="2828311" y="2304213"/>
                  <a:pt x="2823901" y="2304213"/>
                </a:cubicBezTo>
                <a:cubicBezTo>
                  <a:pt x="2819492" y="2304213"/>
                  <a:pt x="2815918" y="2300639"/>
                  <a:pt x="2815918" y="2296229"/>
                </a:cubicBezTo>
                <a:cubicBezTo>
                  <a:pt x="2815918" y="2291820"/>
                  <a:pt x="2819492" y="2288246"/>
                  <a:pt x="2823901" y="2288246"/>
                </a:cubicBezTo>
                <a:close/>
                <a:moveTo>
                  <a:pt x="865212" y="2288246"/>
                </a:moveTo>
                <a:cubicBezTo>
                  <a:pt x="869621" y="2288246"/>
                  <a:pt x="873196" y="2291820"/>
                  <a:pt x="873196" y="2296229"/>
                </a:cubicBezTo>
                <a:cubicBezTo>
                  <a:pt x="873196" y="2300639"/>
                  <a:pt x="869621" y="2304213"/>
                  <a:pt x="865212" y="2304213"/>
                </a:cubicBezTo>
                <a:cubicBezTo>
                  <a:pt x="860803" y="2304213"/>
                  <a:pt x="857229" y="2300639"/>
                  <a:pt x="857229" y="2296229"/>
                </a:cubicBezTo>
                <a:cubicBezTo>
                  <a:pt x="857229" y="2291820"/>
                  <a:pt x="860803" y="2288246"/>
                  <a:pt x="865212" y="2288246"/>
                </a:cubicBezTo>
                <a:close/>
                <a:moveTo>
                  <a:pt x="2708685" y="2286984"/>
                </a:moveTo>
                <a:cubicBezTo>
                  <a:pt x="2713791" y="2286984"/>
                  <a:pt x="2717930" y="2291123"/>
                  <a:pt x="2717930" y="2296229"/>
                </a:cubicBezTo>
                <a:cubicBezTo>
                  <a:pt x="2717930" y="2301335"/>
                  <a:pt x="2713791" y="2305475"/>
                  <a:pt x="2708685" y="2305475"/>
                </a:cubicBezTo>
                <a:cubicBezTo>
                  <a:pt x="2703579" y="2305475"/>
                  <a:pt x="2699440" y="2301335"/>
                  <a:pt x="2699440" y="2296229"/>
                </a:cubicBezTo>
                <a:cubicBezTo>
                  <a:pt x="2699440" y="2291123"/>
                  <a:pt x="2703579" y="2286984"/>
                  <a:pt x="2708685" y="2286984"/>
                </a:cubicBezTo>
                <a:close/>
                <a:moveTo>
                  <a:pt x="980430" y="2286984"/>
                </a:moveTo>
                <a:cubicBezTo>
                  <a:pt x="985535" y="2286984"/>
                  <a:pt x="989675" y="2291123"/>
                  <a:pt x="989675" y="2296229"/>
                </a:cubicBezTo>
                <a:cubicBezTo>
                  <a:pt x="989675" y="2301335"/>
                  <a:pt x="985535" y="2305475"/>
                  <a:pt x="980430" y="2305475"/>
                </a:cubicBezTo>
                <a:cubicBezTo>
                  <a:pt x="975324" y="2305475"/>
                  <a:pt x="971185" y="2301335"/>
                  <a:pt x="971185" y="2296229"/>
                </a:cubicBezTo>
                <a:cubicBezTo>
                  <a:pt x="971185" y="2291123"/>
                  <a:pt x="975324" y="2286984"/>
                  <a:pt x="980430" y="2286984"/>
                </a:cubicBezTo>
                <a:close/>
                <a:moveTo>
                  <a:pt x="2593467" y="2285493"/>
                </a:moveTo>
                <a:cubicBezTo>
                  <a:pt x="2599397" y="2285493"/>
                  <a:pt x="2604204" y="2290299"/>
                  <a:pt x="2604204" y="2296229"/>
                </a:cubicBezTo>
                <a:cubicBezTo>
                  <a:pt x="2604204" y="2302158"/>
                  <a:pt x="2599398" y="2306965"/>
                  <a:pt x="2593467" y="2306965"/>
                </a:cubicBezTo>
                <a:cubicBezTo>
                  <a:pt x="2587538" y="2306965"/>
                  <a:pt x="2582731" y="2302159"/>
                  <a:pt x="2582731" y="2296229"/>
                </a:cubicBezTo>
                <a:cubicBezTo>
                  <a:pt x="2582731" y="2290300"/>
                  <a:pt x="2587538" y="2285493"/>
                  <a:pt x="2593467" y="2285493"/>
                </a:cubicBezTo>
                <a:close/>
                <a:moveTo>
                  <a:pt x="1095647" y="2285493"/>
                </a:moveTo>
                <a:cubicBezTo>
                  <a:pt x="1101576" y="2285493"/>
                  <a:pt x="1106383" y="2290299"/>
                  <a:pt x="1106383" y="2296229"/>
                </a:cubicBezTo>
                <a:cubicBezTo>
                  <a:pt x="1106383" y="2302158"/>
                  <a:pt x="1101576" y="2306965"/>
                  <a:pt x="1095647" y="2306965"/>
                </a:cubicBezTo>
                <a:cubicBezTo>
                  <a:pt x="1089717" y="2306965"/>
                  <a:pt x="1084910" y="2302159"/>
                  <a:pt x="1084910" y="2296229"/>
                </a:cubicBezTo>
                <a:cubicBezTo>
                  <a:pt x="1084910" y="2290300"/>
                  <a:pt x="1089717" y="2285493"/>
                  <a:pt x="1095647" y="2285493"/>
                </a:cubicBezTo>
                <a:close/>
                <a:moveTo>
                  <a:pt x="2478251" y="2284043"/>
                </a:moveTo>
                <a:cubicBezTo>
                  <a:pt x="2484981" y="2284043"/>
                  <a:pt x="2490437" y="2289499"/>
                  <a:pt x="2490437" y="2296229"/>
                </a:cubicBezTo>
                <a:cubicBezTo>
                  <a:pt x="2490437" y="2302960"/>
                  <a:pt x="2484981" y="2308415"/>
                  <a:pt x="2478251" y="2308415"/>
                </a:cubicBezTo>
                <a:cubicBezTo>
                  <a:pt x="2471521" y="2308415"/>
                  <a:pt x="2466065" y="2302960"/>
                  <a:pt x="2466065" y="2296229"/>
                </a:cubicBezTo>
                <a:cubicBezTo>
                  <a:pt x="2466065" y="2289499"/>
                  <a:pt x="2471521" y="2284043"/>
                  <a:pt x="2478251" y="2284043"/>
                </a:cubicBezTo>
                <a:close/>
                <a:moveTo>
                  <a:pt x="1210864" y="2284043"/>
                </a:moveTo>
                <a:cubicBezTo>
                  <a:pt x="1217594" y="2284043"/>
                  <a:pt x="1223050" y="2289499"/>
                  <a:pt x="1223050" y="2296229"/>
                </a:cubicBezTo>
                <a:cubicBezTo>
                  <a:pt x="1223050" y="2302960"/>
                  <a:pt x="1217594" y="2308415"/>
                  <a:pt x="1210864" y="2308415"/>
                </a:cubicBezTo>
                <a:cubicBezTo>
                  <a:pt x="1204134" y="2308415"/>
                  <a:pt x="1198678" y="2302960"/>
                  <a:pt x="1198678" y="2296229"/>
                </a:cubicBezTo>
                <a:cubicBezTo>
                  <a:pt x="1198678" y="2289499"/>
                  <a:pt x="1204134" y="2284043"/>
                  <a:pt x="1210864" y="2284043"/>
                </a:cubicBezTo>
                <a:close/>
                <a:moveTo>
                  <a:pt x="2363033" y="2282662"/>
                </a:moveTo>
                <a:cubicBezTo>
                  <a:pt x="2370526" y="2282662"/>
                  <a:pt x="2376601" y="2288736"/>
                  <a:pt x="2376601" y="2296229"/>
                </a:cubicBezTo>
                <a:cubicBezTo>
                  <a:pt x="2376601" y="2303722"/>
                  <a:pt x="2370526" y="2309796"/>
                  <a:pt x="2363033" y="2309796"/>
                </a:cubicBezTo>
                <a:cubicBezTo>
                  <a:pt x="2355541" y="2309796"/>
                  <a:pt x="2349466" y="2303722"/>
                  <a:pt x="2349466" y="2296229"/>
                </a:cubicBezTo>
                <a:cubicBezTo>
                  <a:pt x="2349466" y="2288736"/>
                  <a:pt x="2355541" y="2282662"/>
                  <a:pt x="2363033" y="2282662"/>
                </a:cubicBezTo>
                <a:close/>
                <a:moveTo>
                  <a:pt x="1326081" y="2282662"/>
                </a:moveTo>
                <a:cubicBezTo>
                  <a:pt x="1333574" y="2282662"/>
                  <a:pt x="1339648" y="2288736"/>
                  <a:pt x="1339648" y="2296229"/>
                </a:cubicBezTo>
                <a:cubicBezTo>
                  <a:pt x="1339648" y="2303722"/>
                  <a:pt x="1333574" y="2309796"/>
                  <a:pt x="1326081" y="2309796"/>
                </a:cubicBezTo>
                <a:cubicBezTo>
                  <a:pt x="1318588" y="2309796"/>
                  <a:pt x="1312513" y="2303722"/>
                  <a:pt x="1312513" y="2296229"/>
                </a:cubicBezTo>
                <a:cubicBezTo>
                  <a:pt x="1312513" y="2288736"/>
                  <a:pt x="1318588" y="2282662"/>
                  <a:pt x="1326081" y="2282662"/>
                </a:cubicBezTo>
                <a:close/>
                <a:moveTo>
                  <a:pt x="2247817" y="2281374"/>
                </a:moveTo>
                <a:cubicBezTo>
                  <a:pt x="2256021" y="2281374"/>
                  <a:pt x="2262672" y="2288025"/>
                  <a:pt x="2262672" y="2296229"/>
                </a:cubicBezTo>
                <a:cubicBezTo>
                  <a:pt x="2262672" y="2304434"/>
                  <a:pt x="2256021" y="2311085"/>
                  <a:pt x="2247817" y="2311085"/>
                </a:cubicBezTo>
                <a:cubicBezTo>
                  <a:pt x="2239612" y="2311085"/>
                  <a:pt x="2232961" y="2304434"/>
                  <a:pt x="2232961" y="2296229"/>
                </a:cubicBezTo>
                <a:cubicBezTo>
                  <a:pt x="2232961" y="2288025"/>
                  <a:pt x="2239612" y="2281374"/>
                  <a:pt x="2247817" y="2281374"/>
                </a:cubicBezTo>
                <a:close/>
                <a:moveTo>
                  <a:pt x="1441297" y="2281374"/>
                </a:moveTo>
                <a:cubicBezTo>
                  <a:pt x="1449502" y="2281374"/>
                  <a:pt x="1456153" y="2288025"/>
                  <a:pt x="1456153" y="2296229"/>
                </a:cubicBezTo>
                <a:cubicBezTo>
                  <a:pt x="1456153" y="2304434"/>
                  <a:pt x="1449502" y="2311085"/>
                  <a:pt x="1441297" y="2311085"/>
                </a:cubicBezTo>
                <a:cubicBezTo>
                  <a:pt x="1433093" y="2311085"/>
                  <a:pt x="1426442" y="2304434"/>
                  <a:pt x="1426442" y="2296229"/>
                </a:cubicBezTo>
                <a:cubicBezTo>
                  <a:pt x="1426442" y="2288025"/>
                  <a:pt x="1433093" y="2281374"/>
                  <a:pt x="1441297" y="2281374"/>
                </a:cubicBezTo>
                <a:close/>
                <a:moveTo>
                  <a:pt x="2132600" y="2280370"/>
                </a:moveTo>
                <a:cubicBezTo>
                  <a:pt x="2141358" y="2280370"/>
                  <a:pt x="2148459" y="2287471"/>
                  <a:pt x="2148459" y="2296229"/>
                </a:cubicBezTo>
                <a:cubicBezTo>
                  <a:pt x="2148459" y="2304988"/>
                  <a:pt x="2141358" y="2312089"/>
                  <a:pt x="2132600" y="2312089"/>
                </a:cubicBezTo>
                <a:cubicBezTo>
                  <a:pt x="2123841" y="2312089"/>
                  <a:pt x="2116741" y="2304988"/>
                  <a:pt x="2116741" y="2296229"/>
                </a:cubicBezTo>
                <a:cubicBezTo>
                  <a:pt x="2116741" y="2287471"/>
                  <a:pt x="2123841" y="2280370"/>
                  <a:pt x="2132600" y="2280370"/>
                </a:cubicBezTo>
                <a:close/>
                <a:moveTo>
                  <a:pt x="1556514" y="2280370"/>
                </a:moveTo>
                <a:cubicBezTo>
                  <a:pt x="1565274" y="2280370"/>
                  <a:pt x="1572374" y="2287471"/>
                  <a:pt x="1572374" y="2296229"/>
                </a:cubicBezTo>
                <a:cubicBezTo>
                  <a:pt x="1572374" y="2304988"/>
                  <a:pt x="1565274" y="2312089"/>
                  <a:pt x="1556514" y="2312089"/>
                </a:cubicBezTo>
                <a:cubicBezTo>
                  <a:pt x="1547756" y="2312089"/>
                  <a:pt x="1540655" y="2304988"/>
                  <a:pt x="1540655" y="2296229"/>
                </a:cubicBezTo>
                <a:cubicBezTo>
                  <a:pt x="1540655" y="2287471"/>
                  <a:pt x="1547756" y="2280370"/>
                  <a:pt x="1556514" y="2280370"/>
                </a:cubicBezTo>
                <a:close/>
                <a:moveTo>
                  <a:pt x="2017383" y="2279510"/>
                </a:moveTo>
                <a:cubicBezTo>
                  <a:pt x="2026617" y="2279510"/>
                  <a:pt x="2034103" y="2286995"/>
                  <a:pt x="2034103" y="2296229"/>
                </a:cubicBezTo>
                <a:cubicBezTo>
                  <a:pt x="2034103" y="2305464"/>
                  <a:pt x="2026617" y="2312949"/>
                  <a:pt x="2017383" y="2312949"/>
                </a:cubicBezTo>
                <a:cubicBezTo>
                  <a:pt x="2008149" y="2312949"/>
                  <a:pt x="2000663" y="2305464"/>
                  <a:pt x="2000663" y="2296229"/>
                </a:cubicBezTo>
                <a:cubicBezTo>
                  <a:pt x="2000663" y="2286995"/>
                  <a:pt x="2008149" y="2279510"/>
                  <a:pt x="2017383" y="2279510"/>
                </a:cubicBezTo>
                <a:close/>
                <a:moveTo>
                  <a:pt x="1671732" y="2279510"/>
                </a:moveTo>
                <a:cubicBezTo>
                  <a:pt x="1680966" y="2279510"/>
                  <a:pt x="1688451" y="2286995"/>
                  <a:pt x="1688451" y="2296229"/>
                </a:cubicBezTo>
                <a:cubicBezTo>
                  <a:pt x="1688451" y="2305464"/>
                  <a:pt x="1680966" y="2312949"/>
                  <a:pt x="1671732" y="2312949"/>
                </a:cubicBezTo>
                <a:cubicBezTo>
                  <a:pt x="1662498" y="2312949"/>
                  <a:pt x="1655012" y="2305464"/>
                  <a:pt x="1655012" y="2296229"/>
                </a:cubicBezTo>
                <a:cubicBezTo>
                  <a:pt x="1655012" y="2286995"/>
                  <a:pt x="1662498" y="2279510"/>
                  <a:pt x="1671732" y="2279510"/>
                </a:cubicBezTo>
                <a:close/>
                <a:moveTo>
                  <a:pt x="1902166" y="2279159"/>
                </a:moveTo>
                <a:cubicBezTo>
                  <a:pt x="1911593" y="2279159"/>
                  <a:pt x="1919235" y="2286801"/>
                  <a:pt x="1919235" y="2296229"/>
                </a:cubicBezTo>
                <a:cubicBezTo>
                  <a:pt x="1919235" y="2305657"/>
                  <a:pt x="1911593" y="2313299"/>
                  <a:pt x="1902166" y="2313299"/>
                </a:cubicBezTo>
                <a:cubicBezTo>
                  <a:pt x="1892738" y="2313299"/>
                  <a:pt x="1885095" y="2305657"/>
                  <a:pt x="1885095" y="2296229"/>
                </a:cubicBezTo>
                <a:cubicBezTo>
                  <a:pt x="1885095" y="2286801"/>
                  <a:pt x="1892738" y="2279159"/>
                  <a:pt x="1902166" y="2279159"/>
                </a:cubicBezTo>
                <a:close/>
                <a:moveTo>
                  <a:pt x="1786949" y="2279159"/>
                </a:moveTo>
                <a:cubicBezTo>
                  <a:pt x="1796376" y="2279159"/>
                  <a:pt x="1804019" y="2286801"/>
                  <a:pt x="1804019" y="2296229"/>
                </a:cubicBezTo>
                <a:cubicBezTo>
                  <a:pt x="1804019" y="2305657"/>
                  <a:pt x="1796376" y="2313299"/>
                  <a:pt x="1786949" y="2313299"/>
                </a:cubicBezTo>
                <a:cubicBezTo>
                  <a:pt x="1777521" y="2313299"/>
                  <a:pt x="1769878" y="2305657"/>
                  <a:pt x="1769878" y="2296229"/>
                </a:cubicBezTo>
                <a:cubicBezTo>
                  <a:pt x="1769878" y="2286801"/>
                  <a:pt x="1777521" y="2279159"/>
                  <a:pt x="1786949" y="2279159"/>
                </a:cubicBezTo>
                <a:close/>
                <a:moveTo>
                  <a:pt x="3572813" y="2195018"/>
                </a:moveTo>
                <a:cubicBezTo>
                  <a:pt x="3573603" y="2195018"/>
                  <a:pt x="3574243" y="2195658"/>
                  <a:pt x="3574243" y="2196449"/>
                </a:cubicBezTo>
                <a:cubicBezTo>
                  <a:pt x="3574243" y="2197239"/>
                  <a:pt x="3573602" y="2197879"/>
                  <a:pt x="3572813" y="2197879"/>
                </a:cubicBezTo>
                <a:cubicBezTo>
                  <a:pt x="3572022" y="2197879"/>
                  <a:pt x="3571382" y="2197239"/>
                  <a:pt x="3571382" y="2196449"/>
                </a:cubicBezTo>
                <a:cubicBezTo>
                  <a:pt x="3571382" y="2195658"/>
                  <a:pt x="3572023" y="2195018"/>
                  <a:pt x="3572813" y="2195018"/>
                </a:cubicBezTo>
                <a:close/>
                <a:moveTo>
                  <a:pt x="116302" y="2195018"/>
                </a:moveTo>
                <a:cubicBezTo>
                  <a:pt x="117092" y="2195018"/>
                  <a:pt x="117733" y="2195658"/>
                  <a:pt x="117733" y="2196449"/>
                </a:cubicBezTo>
                <a:cubicBezTo>
                  <a:pt x="117733" y="2197239"/>
                  <a:pt x="117092" y="2197879"/>
                  <a:pt x="116302" y="2197879"/>
                </a:cubicBezTo>
                <a:cubicBezTo>
                  <a:pt x="115512" y="2197879"/>
                  <a:pt x="114871" y="2197239"/>
                  <a:pt x="114871" y="2196449"/>
                </a:cubicBezTo>
                <a:cubicBezTo>
                  <a:pt x="114871" y="2195658"/>
                  <a:pt x="115512" y="2195018"/>
                  <a:pt x="116302" y="2195018"/>
                </a:cubicBezTo>
                <a:close/>
                <a:moveTo>
                  <a:pt x="3457596" y="2194318"/>
                </a:moveTo>
                <a:cubicBezTo>
                  <a:pt x="3458772" y="2194318"/>
                  <a:pt x="3459725" y="2195272"/>
                  <a:pt x="3459725" y="2196448"/>
                </a:cubicBezTo>
                <a:cubicBezTo>
                  <a:pt x="3459725" y="2197624"/>
                  <a:pt x="3458772" y="2198578"/>
                  <a:pt x="3457596" y="2198578"/>
                </a:cubicBezTo>
                <a:cubicBezTo>
                  <a:pt x="3456419" y="2198578"/>
                  <a:pt x="3455466" y="2197624"/>
                  <a:pt x="3455466" y="2196448"/>
                </a:cubicBezTo>
                <a:cubicBezTo>
                  <a:pt x="3455466" y="2195272"/>
                  <a:pt x="3456419" y="2194318"/>
                  <a:pt x="3457596" y="2194318"/>
                </a:cubicBezTo>
                <a:close/>
                <a:moveTo>
                  <a:pt x="231519" y="2194318"/>
                </a:moveTo>
                <a:cubicBezTo>
                  <a:pt x="232696" y="2194318"/>
                  <a:pt x="233649" y="2195272"/>
                  <a:pt x="233649" y="2196448"/>
                </a:cubicBezTo>
                <a:cubicBezTo>
                  <a:pt x="233649" y="2197624"/>
                  <a:pt x="232696" y="2198578"/>
                  <a:pt x="231519" y="2198578"/>
                </a:cubicBezTo>
                <a:cubicBezTo>
                  <a:pt x="230342" y="2198578"/>
                  <a:pt x="229389" y="2197624"/>
                  <a:pt x="229389" y="2196448"/>
                </a:cubicBezTo>
                <a:cubicBezTo>
                  <a:pt x="229389" y="2195272"/>
                  <a:pt x="230342" y="2194318"/>
                  <a:pt x="231519" y="2194318"/>
                </a:cubicBezTo>
                <a:close/>
                <a:moveTo>
                  <a:pt x="3342379" y="2193410"/>
                </a:moveTo>
                <a:cubicBezTo>
                  <a:pt x="3344057" y="2193410"/>
                  <a:pt x="3345418" y="2194770"/>
                  <a:pt x="3345418" y="2196449"/>
                </a:cubicBezTo>
                <a:cubicBezTo>
                  <a:pt x="3345418" y="2198127"/>
                  <a:pt x="3344057" y="2199488"/>
                  <a:pt x="3342379" y="2199488"/>
                </a:cubicBezTo>
                <a:cubicBezTo>
                  <a:pt x="3340700" y="2199488"/>
                  <a:pt x="3339340" y="2198127"/>
                  <a:pt x="3339340" y="2196449"/>
                </a:cubicBezTo>
                <a:cubicBezTo>
                  <a:pt x="3339340" y="2194770"/>
                  <a:pt x="3340700" y="2193410"/>
                  <a:pt x="3342379" y="2193410"/>
                </a:cubicBezTo>
                <a:close/>
                <a:moveTo>
                  <a:pt x="346736" y="2193410"/>
                </a:moveTo>
                <a:cubicBezTo>
                  <a:pt x="348415" y="2193410"/>
                  <a:pt x="349775" y="2194770"/>
                  <a:pt x="349775" y="2196449"/>
                </a:cubicBezTo>
                <a:cubicBezTo>
                  <a:pt x="349775" y="2198127"/>
                  <a:pt x="348415" y="2199488"/>
                  <a:pt x="346736" y="2199488"/>
                </a:cubicBezTo>
                <a:cubicBezTo>
                  <a:pt x="345058" y="2199488"/>
                  <a:pt x="343697" y="2198127"/>
                  <a:pt x="343697" y="2196449"/>
                </a:cubicBezTo>
                <a:cubicBezTo>
                  <a:pt x="343697" y="2194770"/>
                  <a:pt x="345058" y="2193410"/>
                  <a:pt x="346736" y="2193410"/>
                </a:cubicBezTo>
                <a:close/>
                <a:moveTo>
                  <a:pt x="3227161" y="2192431"/>
                </a:moveTo>
                <a:cubicBezTo>
                  <a:pt x="3229379" y="2192431"/>
                  <a:pt x="3231178" y="2194230"/>
                  <a:pt x="3231178" y="2196448"/>
                </a:cubicBezTo>
                <a:cubicBezTo>
                  <a:pt x="3231178" y="2198667"/>
                  <a:pt x="3229379" y="2200466"/>
                  <a:pt x="3227161" y="2200466"/>
                </a:cubicBezTo>
                <a:cubicBezTo>
                  <a:pt x="3224943" y="2200466"/>
                  <a:pt x="3223144" y="2198667"/>
                  <a:pt x="3223144" y="2196448"/>
                </a:cubicBezTo>
                <a:cubicBezTo>
                  <a:pt x="3223144" y="2194230"/>
                  <a:pt x="3224943" y="2192431"/>
                  <a:pt x="3227161" y="2192431"/>
                </a:cubicBezTo>
                <a:close/>
                <a:moveTo>
                  <a:pt x="461953" y="2192431"/>
                </a:moveTo>
                <a:cubicBezTo>
                  <a:pt x="464172" y="2192431"/>
                  <a:pt x="465971" y="2194230"/>
                  <a:pt x="465971" y="2196448"/>
                </a:cubicBezTo>
                <a:cubicBezTo>
                  <a:pt x="465971" y="2198667"/>
                  <a:pt x="464172" y="2200466"/>
                  <a:pt x="461953" y="2200466"/>
                </a:cubicBezTo>
                <a:cubicBezTo>
                  <a:pt x="459736" y="2200466"/>
                  <a:pt x="457937" y="2198667"/>
                  <a:pt x="457937" y="2196448"/>
                </a:cubicBezTo>
                <a:cubicBezTo>
                  <a:pt x="457937" y="2194230"/>
                  <a:pt x="459736" y="2192431"/>
                  <a:pt x="461953" y="2192431"/>
                </a:cubicBezTo>
                <a:close/>
                <a:moveTo>
                  <a:pt x="3111944" y="2191321"/>
                </a:moveTo>
                <a:cubicBezTo>
                  <a:pt x="3114776" y="2191321"/>
                  <a:pt x="3117072" y="2193617"/>
                  <a:pt x="3117072" y="2196449"/>
                </a:cubicBezTo>
                <a:cubicBezTo>
                  <a:pt x="3117072" y="2199280"/>
                  <a:pt x="3114776" y="2201576"/>
                  <a:pt x="3111944" y="2201576"/>
                </a:cubicBezTo>
                <a:cubicBezTo>
                  <a:pt x="3109113" y="2201576"/>
                  <a:pt x="3106816" y="2199280"/>
                  <a:pt x="3106816" y="2196449"/>
                </a:cubicBezTo>
                <a:cubicBezTo>
                  <a:pt x="3106816" y="2193617"/>
                  <a:pt x="3109113" y="2191321"/>
                  <a:pt x="3111944" y="2191321"/>
                </a:cubicBezTo>
                <a:close/>
                <a:moveTo>
                  <a:pt x="577170" y="2191321"/>
                </a:moveTo>
                <a:cubicBezTo>
                  <a:pt x="580002" y="2191321"/>
                  <a:pt x="582298" y="2193617"/>
                  <a:pt x="582298" y="2196449"/>
                </a:cubicBezTo>
                <a:cubicBezTo>
                  <a:pt x="582298" y="2199280"/>
                  <a:pt x="580002" y="2201576"/>
                  <a:pt x="577170" y="2201576"/>
                </a:cubicBezTo>
                <a:cubicBezTo>
                  <a:pt x="574338" y="2201576"/>
                  <a:pt x="572044" y="2199280"/>
                  <a:pt x="572044" y="2196449"/>
                </a:cubicBezTo>
                <a:cubicBezTo>
                  <a:pt x="572044" y="2193617"/>
                  <a:pt x="574338" y="2191321"/>
                  <a:pt x="577170" y="2191321"/>
                </a:cubicBezTo>
                <a:close/>
                <a:moveTo>
                  <a:pt x="2996727" y="2190079"/>
                </a:moveTo>
                <a:cubicBezTo>
                  <a:pt x="3000245" y="2190079"/>
                  <a:pt x="3003097" y="2192930"/>
                  <a:pt x="3003097" y="2196448"/>
                </a:cubicBezTo>
                <a:cubicBezTo>
                  <a:pt x="3003097" y="2199966"/>
                  <a:pt x="3000245" y="2202818"/>
                  <a:pt x="2996727" y="2202818"/>
                </a:cubicBezTo>
                <a:cubicBezTo>
                  <a:pt x="2993210" y="2202818"/>
                  <a:pt x="2990358" y="2199966"/>
                  <a:pt x="2990358" y="2196448"/>
                </a:cubicBezTo>
                <a:cubicBezTo>
                  <a:pt x="2990358" y="2192930"/>
                  <a:pt x="2993210" y="2190079"/>
                  <a:pt x="2996727" y="2190079"/>
                </a:cubicBezTo>
                <a:close/>
                <a:moveTo>
                  <a:pt x="692388" y="2190079"/>
                </a:moveTo>
                <a:cubicBezTo>
                  <a:pt x="695906" y="2190079"/>
                  <a:pt x="698757" y="2192930"/>
                  <a:pt x="698757" y="2196448"/>
                </a:cubicBezTo>
                <a:cubicBezTo>
                  <a:pt x="698757" y="2199966"/>
                  <a:pt x="695906" y="2202818"/>
                  <a:pt x="692388" y="2202818"/>
                </a:cubicBezTo>
                <a:cubicBezTo>
                  <a:pt x="688871" y="2202818"/>
                  <a:pt x="686019" y="2199966"/>
                  <a:pt x="686019" y="2196448"/>
                </a:cubicBezTo>
                <a:cubicBezTo>
                  <a:pt x="686019" y="2192930"/>
                  <a:pt x="688871" y="2190079"/>
                  <a:pt x="692388" y="2190079"/>
                </a:cubicBezTo>
                <a:close/>
                <a:moveTo>
                  <a:pt x="2881510" y="2188706"/>
                </a:moveTo>
                <a:cubicBezTo>
                  <a:pt x="2885786" y="2188706"/>
                  <a:pt x="2889252" y="2192172"/>
                  <a:pt x="2889252" y="2196449"/>
                </a:cubicBezTo>
                <a:cubicBezTo>
                  <a:pt x="2889252" y="2200724"/>
                  <a:pt x="2885786" y="2204190"/>
                  <a:pt x="2881510" y="2204190"/>
                </a:cubicBezTo>
                <a:cubicBezTo>
                  <a:pt x="2877234" y="2204190"/>
                  <a:pt x="2873768" y="2200724"/>
                  <a:pt x="2873768" y="2196449"/>
                </a:cubicBezTo>
                <a:cubicBezTo>
                  <a:pt x="2873768" y="2192172"/>
                  <a:pt x="2877234" y="2188706"/>
                  <a:pt x="2881510" y="2188706"/>
                </a:cubicBezTo>
                <a:close/>
                <a:moveTo>
                  <a:pt x="807604" y="2188706"/>
                </a:moveTo>
                <a:cubicBezTo>
                  <a:pt x="811879" y="2188706"/>
                  <a:pt x="815346" y="2192172"/>
                  <a:pt x="815346" y="2196449"/>
                </a:cubicBezTo>
                <a:cubicBezTo>
                  <a:pt x="815346" y="2200724"/>
                  <a:pt x="811879" y="2204190"/>
                  <a:pt x="807604" y="2204190"/>
                </a:cubicBezTo>
                <a:cubicBezTo>
                  <a:pt x="803328" y="2204190"/>
                  <a:pt x="799861" y="2200724"/>
                  <a:pt x="799861" y="2196449"/>
                </a:cubicBezTo>
                <a:cubicBezTo>
                  <a:pt x="799861" y="2192172"/>
                  <a:pt x="803328" y="2188706"/>
                  <a:pt x="807604" y="2188706"/>
                </a:cubicBezTo>
                <a:close/>
                <a:moveTo>
                  <a:pt x="2766293" y="2187204"/>
                </a:moveTo>
                <a:cubicBezTo>
                  <a:pt x="2771399" y="2187204"/>
                  <a:pt x="2775538" y="2191342"/>
                  <a:pt x="2775538" y="2196449"/>
                </a:cubicBezTo>
                <a:cubicBezTo>
                  <a:pt x="2775538" y="2201554"/>
                  <a:pt x="2771399" y="2205694"/>
                  <a:pt x="2766293" y="2205694"/>
                </a:cubicBezTo>
                <a:cubicBezTo>
                  <a:pt x="2761187" y="2205694"/>
                  <a:pt x="2757048" y="2201554"/>
                  <a:pt x="2757048" y="2196449"/>
                </a:cubicBezTo>
                <a:cubicBezTo>
                  <a:pt x="2757048" y="2191342"/>
                  <a:pt x="2761187" y="2187204"/>
                  <a:pt x="2766293" y="2187204"/>
                </a:cubicBezTo>
                <a:close/>
                <a:moveTo>
                  <a:pt x="922821" y="2187204"/>
                </a:moveTo>
                <a:cubicBezTo>
                  <a:pt x="927926" y="2187204"/>
                  <a:pt x="932066" y="2191342"/>
                  <a:pt x="932066" y="2196449"/>
                </a:cubicBezTo>
                <a:cubicBezTo>
                  <a:pt x="932066" y="2201554"/>
                  <a:pt x="927926" y="2205694"/>
                  <a:pt x="922821" y="2205694"/>
                </a:cubicBezTo>
                <a:cubicBezTo>
                  <a:pt x="917715" y="2205694"/>
                  <a:pt x="913576" y="2201554"/>
                  <a:pt x="913576" y="2196449"/>
                </a:cubicBezTo>
                <a:cubicBezTo>
                  <a:pt x="913576" y="2191342"/>
                  <a:pt x="917715" y="2187204"/>
                  <a:pt x="922821" y="2187204"/>
                </a:cubicBezTo>
                <a:close/>
                <a:moveTo>
                  <a:pt x="2651076" y="2185712"/>
                </a:moveTo>
                <a:cubicBezTo>
                  <a:pt x="2657006" y="2185712"/>
                  <a:pt x="2661813" y="2190518"/>
                  <a:pt x="2661813" y="2196448"/>
                </a:cubicBezTo>
                <a:cubicBezTo>
                  <a:pt x="2661813" y="2202378"/>
                  <a:pt x="2657006" y="2207185"/>
                  <a:pt x="2651076" y="2207185"/>
                </a:cubicBezTo>
                <a:cubicBezTo>
                  <a:pt x="2645147" y="2207185"/>
                  <a:pt x="2640340" y="2202378"/>
                  <a:pt x="2640340" y="2196448"/>
                </a:cubicBezTo>
                <a:cubicBezTo>
                  <a:pt x="2640340" y="2190519"/>
                  <a:pt x="2645147" y="2185712"/>
                  <a:pt x="2651076" y="2185712"/>
                </a:cubicBezTo>
                <a:close/>
                <a:moveTo>
                  <a:pt x="1038037" y="2185712"/>
                </a:moveTo>
                <a:cubicBezTo>
                  <a:pt x="1043967" y="2185712"/>
                  <a:pt x="1048774" y="2190518"/>
                  <a:pt x="1048774" y="2196448"/>
                </a:cubicBezTo>
                <a:cubicBezTo>
                  <a:pt x="1048774" y="2202378"/>
                  <a:pt x="1043967" y="2207185"/>
                  <a:pt x="1038037" y="2207185"/>
                </a:cubicBezTo>
                <a:cubicBezTo>
                  <a:pt x="1032108" y="2207185"/>
                  <a:pt x="1027301" y="2202378"/>
                  <a:pt x="1027301" y="2196448"/>
                </a:cubicBezTo>
                <a:cubicBezTo>
                  <a:pt x="1027301" y="2190519"/>
                  <a:pt x="1032108" y="2185712"/>
                  <a:pt x="1038037" y="2185712"/>
                </a:cubicBezTo>
                <a:close/>
                <a:moveTo>
                  <a:pt x="2535860" y="2184112"/>
                </a:moveTo>
                <a:cubicBezTo>
                  <a:pt x="2542672" y="2184112"/>
                  <a:pt x="2548195" y="2189636"/>
                  <a:pt x="2548195" y="2196449"/>
                </a:cubicBezTo>
                <a:cubicBezTo>
                  <a:pt x="2548195" y="2203261"/>
                  <a:pt x="2542672" y="2208784"/>
                  <a:pt x="2535860" y="2208784"/>
                </a:cubicBezTo>
                <a:cubicBezTo>
                  <a:pt x="2529047" y="2208784"/>
                  <a:pt x="2523524" y="2203261"/>
                  <a:pt x="2523524" y="2196449"/>
                </a:cubicBezTo>
                <a:cubicBezTo>
                  <a:pt x="2523524" y="2189636"/>
                  <a:pt x="2529047" y="2184112"/>
                  <a:pt x="2535860" y="2184112"/>
                </a:cubicBezTo>
                <a:close/>
                <a:moveTo>
                  <a:pt x="1153255" y="2184112"/>
                </a:moveTo>
                <a:cubicBezTo>
                  <a:pt x="1160068" y="2184112"/>
                  <a:pt x="1165591" y="2189636"/>
                  <a:pt x="1165591" y="2196449"/>
                </a:cubicBezTo>
                <a:cubicBezTo>
                  <a:pt x="1165591" y="2203261"/>
                  <a:pt x="1160068" y="2208784"/>
                  <a:pt x="1153255" y="2208784"/>
                </a:cubicBezTo>
                <a:cubicBezTo>
                  <a:pt x="1146442" y="2208784"/>
                  <a:pt x="1140919" y="2203261"/>
                  <a:pt x="1140919" y="2196449"/>
                </a:cubicBezTo>
                <a:cubicBezTo>
                  <a:pt x="1140919" y="2189636"/>
                  <a:pt x="1146442" y="2184112"/>
                  <a:pt x="1153255" y="2184112"/>
                </a:cubicBezTo>
                <a:close/>
                <a:moveTo>
                  <a:pt x="2420643" y="2182564"/>
                </a:moveTo>
                <a:cubicBezTo>
                  <a:pt x="2428310" y="2182564"/>
                  <a:pt x="2434527" y="2188781"/>
                  <a:pt x="2434527" y="2196448"/>
                </a:cubicBezTo>
                <a:cubicBezTo>
                  <a:pt x="2434527" y="2204116"/>
                  <a:pt x="2428310" y="2210333"/>
                  <a:pt x="2420643" y="2210333"/>
                </a:cubicBezTo>
                <a:cubicBezTo>
                  <a:pt x="2412975" y="2210333"/>
                  <a:pt x="2406758" y="2204116"/>
                  <a:pt x="2406758" y="2196448"/>
                </a:cubicBezTo>
                <a:cubicBezTo>
                  <a:pt x="2406758" y="2188781"/>
                  <a:pt x="2412975" y="2182564"/>
                  <a:pt x="2420643" y="2182564"/>
                </a:cubicBezTo>
                <a:close/>
                <a:moveTo>
                  <a:pt x="1268472" y="2182564"/>
                </a:moveTo>
                <a:cubicBezTo>
                  <a:pt x="1276140" y="2182564"/>
                  <a:pt x="1282356" y="2188781"/>
                  <a:pt x="1282356" y="2196448"/>
                </a:cubicBezTo>
                <a:cubicBezTo>
                  <a:pt x="1282356" y="2204116"/>
                  <a:pt x="1276140" y="2210333"/>
                  <a:pt x="1268472" y="2210333"/>
                </a:cubicBezTo>
                <a:cubicBezTo>
                  <a:pt x="1260804" y="2210333"/>
                  <a:pt x="1254588" y="2204116"/>
                  <a:pt x="1254588" y="2196448"/>
                </a:cubicBezTo>
                <a:cubicBezTo>
                  <a:pt x="1254588" y="2188781"/>
                  <a:pt x="1260804" y="2182564"/>
                  <a:pt x="1268472" y="2182564"/>
                </a:cubicBezTo>
                <a:close/>
                <a:moveTo>
                  <a:pt x="2305425" y="2181095"/>
                </a:moveTo>
                <a:cubicBezTo>
                  <a:pt x="2313905" y="2181095"/>
                  <a:pt x="2320778" y="2187969"/>
                  <a:pt x="2320778" y="2196448"/>
                </a:cubicBezTo>
                <a:cubicBezTo>
                  <a:pt x="2320778" y="2204928"/>
                  <a:pt x="2313905" y="2211801"/>
                  <a:pt x="2305425" y="2211801"/>
                </a:cubicBezTo>
                <a:cubicBezTo>
                  <a:pt x="2296946" y="2211801"/>
                  <a:pt x="2290072" y="2204928"/>
                  <a:pt x="2290072" y="2196448"/>
                </a:cubicBezTo>
                <a:cubicBezTo>
                  <a:pt x="2290072" y="2187969"/>
                  <a:pt x="2296946" y="2181095"/>
                  <a:pt x="2305425" y="2181095"/>
                </a:cubicBezTo>
                <a:close/>
                <a:moveTo>
                  <a:pt x="1383689" y="2181095"/>
                </a:moveTo>
                <a:cubicBezTo>
                  <a:pt x="1392169" y="2181095"/>
                  <a:pt x="1399043" y="2187969"/>
                  <a:pt x="1399043" y="2196448"/>
                </a:cubicBezTo>
                <a:cubicBezTo>
                  <a:pt x="1399043" y="2204928"/>
                  <a:pt x="1392169" y="2211801"/>
                  <a:pt x="1383689" y="2211801"/>
                </a:cubicBezTo>
                <a:cubicBezTo>
                  <a:pt x="1375210" y="2211801"/>
                  <a:pt x="1368336" y="2204928"/>
                  <a:pt x="1368336" y="2196448"/>
                </a:cubicBezTo>
                <a:cubicBezTo>
                  <a:pt x="1368336" y="2187969"/>
                  <a:pt x="1375210" y="2181095"/>
                  <a:pt x="1383689" y="2181095"/>
                </a:cubicBezTo>
                <a:close/>
                <a:moveTo>
                  <a:pt x="2190208" y="2179729"/>
                </a:moveTo>
                <a:cubicBezTo>
                  <a:pt x="2199442" y="2179729"/>
                  <a:pt x="2206928" y="2187215"/>
                  <a:pt x="2206928" y="2196449"/>
                </a:cubicBezTo>
                <a:cubicBezTo>
                  <a:pt x="2206928" y="2205683"/>
                  <a:pt x="2199442" y="2213169"/>
                  <a:pt x="2190208" y="2213169"/>
                </a:cubicBezTo>
                <a:cubicBezTo>
                  <a:pt x="2180974" y="2213169"/>
                  <a:pt x="2173488" y="2205683"/>
                  <a:pt x="2173488" y="2196449"/>
                </a:cubicBezTo>
                <a:cubicBezTo>
                  <a:pt x="2173488" y="2187215"/>
                  <a:pt x="2180974" y="2179729"/>
                  <a:pt x="2190208" y="2179729"/>
                </a:cubicBezTo>
                <a:close/>
                <a:moveTo>
                  <a:pt x="1498906" y="2179729"/>
                </a:moveTo>
                <a:cubicBezTo>
                  <a:pt x="1508140" y="2179729"/>
                  <a:pt x="1515626" y="2187215"/>
                  <a:pt x="1515626" y="2196449"/>
                </a:cubicBezTo>
                <a:cubicBezTo>
                  <a:pt x="1515626" y="2205683"/>
                  <a:pt x="1508140" y="2213169"/>
                  <a:pt x="1498906" y="2213169"/>
                </a:cubicBezTo>
                <a:cubicBezTo>
                  <a:pt x="1489672" y="2213169"/>
                  <a:pt x="1482186" y="2205683"/>
                  <a:pt x="1482186" y="2196449"/>
                </a:cubicBezTo>
                <a:cubicBezTo>
                  <a:pt x="1482186" y="2187215"/>
                  <a:pt x="1489672" y="2179729"/>
                  <a:pt x="1498906" y="2179729"/>
                </a:cubicBezTo>
                <a:close/>
                <a:moveTo>
                  <a:pt x="2074992" y="2178667"/>
                </a:moveTo>
                <a:cubicBezTo>
                  <a:pt x="2084812" y="2178667"/>
                  <a:pt x="2092773" y="2186627"/>
                  <a:pt x="2092773" y="2196449"/>
                </a:cubicBezTo>
                <a:cubicBezTo>
                  <a:pt x="2092773" y="2206269"/>
                  <a:pt x="2084812" y="2214230"/>
                  <a:pt x="2074992" y="2214230"/>
                </a:cubicBezTo>
                <a:cubicBezTo>
                  <a:pt x="2065170" y="2214230"/>
                  <a:pt x="2057209" y="2206269"/>
                  <a:pt x="2057209" y="2196449"/>
                </a:cubicBezTo>
                <a:cubicBezTo>
                  <a:pt x="2057209" y="2186627"/>
                  <a:pt x="2065170" y="2178667"/>
                  <a:pt x="2074992" y="2178667"/>
                </a:cubicBezTo>
                <a:close/>
                <a:moveTo>
                  <a:pt x="1614123" y="2178667"/>
                </a:moveTo>
                <a:cubicBezTo>
                  <a:pt x="1623944" y="2178667"/>
                  <a:pt x="1631905" y="2186627"/>
                  <a:pt x="1631905" y="2196449"/>
                </a:cubicBezTo>
                <a:cubicBezTo>
                  <a:pt x="1631905" y="2206269"/>
                  <a:pt x="1623944" y="2214230"/>
                  <a:pt x="1614123" y="2214230"/>
                </a:cubicBezTo>
                <a:cubicBezTo>
                  <a:pt x="1604302" y="2214230"/>
                  <a:pt x="1596341" y="2206269"/>
                  <a:pt x="1596341" y="2196449"/>
                </a:cubicBezTo>
                <a:cubicBezTo>
                  <a:pt x="1596341" y="2186627"/>
                  <a:pt x="1604302" y="2178667"/>
                  <a:pt x="1614123" y="2178667"/>
                </a:cubicBezTo>
                <a:close/>
                <a:moveTo>
                  <a:pt x="1959774" y="2178123"/>
                </a:moveTo>
                <a:cubicBezTo>
                  <a:pt x="1969894" y="2178123"/>
                  <a:pt x="1978099" y="2186327"/>
                  <a:pt x="1978099" y="2196448"/>
                </a:cubicBezTo>
                <a:cubicBezTo>
                  <a:pt x="1978099" y="2206569"/>
                  <a:pt x="1969894" y="2214773"/>
                  <a:pt x="1959774" y="2214773"/>
                </a:cubicBezTo>
                <a:cubicBezTo>
                  <a:pt x="1949653" y="2214773"/>
                  <a:pt x="1941449" y="2206569"/>
                  <a:pt x="1941449" y="2196448"/>
                </a:cubicBezTo>
                <a:cubicBezTo>
                  <a:pt x="1941449" y="2186327"/>
                  <a:pt x="1949653" y="2178123"/>
                  <a:pt x="1959774" y="2178123"/>
                </a:cubicBezTo>
                <a:close/>
                <a:moveTo>
                  <a:pt x="1729340" y="2178123"/>
                </a:moveTo>
                <a:cubicBezTo>
                  <a:pt x="1739460" y="2178123"/>
                  <a:pt x="1747664" y="2186327"/>
                  <a:pt x="1747664" y="2196448"/>
                </a:cubicBezTo>
                <a:cubicBezTo>
                  <a:pt x="1747664" y="2206569"/>
                  <a:pt x="1739460" y="2214773"/>
                  <a:pt x="1729340" y="2214773"/>
                </a:cubicBezTo>
                <a:cubicBezTo>
                  <a:pt x="1719219" y="2214773"/>
                  <a:pt x="1711015" y="2206569"/>
                  <a:pt x="1711015" y="2196448"/>
                </a:cubicBezTo>
                <a:cubicBezTo>
                  <a:pt x="1711015" y="2186327"/>
                  <a:pt x="1719219" y="2178123"/>
                  <a:pt x="1729340" y="2178123"/>
                </a:cubicBezTo>
                <a:close/>
                <a:moveTo>
                  <a:pt x="1844558" y="2177757"/>
                </a:moveTo>
                <a:cubicBezTo>
                  <a:pt x="1854880" y="2177757"/>
                  <a:pt x="1863248" y="2186125"/>
                  <a:pt x="1863248" y="2196449"/>
                </a:cubicBezTo>
                <a:cubicBezTo>
                  <a:pt x="1863248" y="2206772"/>
                  <a:pt x="1854880" y="2215140"/>
                  <a:pt x="1844558" y="2215140"/>
                </a:cubicBezTo>
                <a:cubicBezTo>
                  <a:pt x="1834234" y="2215140"/>
                  <a:pt x="1825866" y="2206772"/>
                  <a:pt x="1825866" y="2196449"/>
                </a:cubicBezTo>
                <a:cubicBezTo>
                  <a:pt x="1825866" y="2186125"/>
                  <a:pt x="1834234" y="2177757"/>
                  <a:pt x="1844558" y="2177757"/>
                </a:cubicBezTo>
                <a:close/>
                <a:moveTo>
                  <a:pt x="3630421" y="2095440"/>
                </a:moveTo>
                <a:cubicBezTo>
                  <a:pt x="3631099" y="2095440"/>
                  <a:pt x="3631649" y="2095990"/>
                  <a:pt x="3631649" y="2096667"/>
                </a:cubicBezTo>
                <a:cubicBezTo>
                  <a:pt x="3631649" y="2097345"/>
                  <a:pt x="3631099" y="2097894"/>
                  <a:pt x="3630421" y="2097894"/>
                </a:cubicBezTo>
                <a:cubicBezTo>
                  <a:pt x="3629743" y="2097894"/>
                  <a:pt x="3629193" y="2097345"/>
                  <a:pt x="3629193" y="2096667"/>
                </a:cubicBezTo>
                <a:cubicBezTo>
                  <a:pt x="3629193" y="2095989"/>
                  <a:pt x="3629743" y="2095440"/>
                  <a:pt x="3630421" y="2095440"/>
                </a:cubicBezTo>
                <a:close/>
                <a:moveTo>
                  <a:pt x="58694" y="2095440"/>
                </a:moveTo>
                <a:cubicBezTo>
                  <a:pt x="59373" y="2095440"/>
                  <a:pt x="59922" y="2095990"/>
                  <a:pt x="59922" y="2096667"/>
                </a:cubicBezTo>
                <a:cubicBezTo>
                  <a:pt x="59922" y="2097345"/>
                  <a:pt x="59373" y="2097894"/>
                  <a:pt x="58694" y="2097894"/>
                </a:cubicBezTo>
                <a:cubicBezTo>
                  <a:pt x="58016" y="2097894"/>
                  <a:pt x="57466" y="2097345"/>
                  <a:pt x="57466" y="2096667"/>
                </a:cubicBezTo>
                <a:cubicBezTo>
                  <a:pt x="57466" y="2095989"/>
                  <a:pt x="58016" y="2095440"/>
                  <a:pt x="58694" y="2095440"/>
                </a:cubicBezTo>
                <a:close/>
                <a:moveTo>
                  <a:pt x="3515204" y="2094786"/>
                </a:moveTo>
                <a:cubicBezTo>
                  <a:pt x="3516243" y="2094786"/>
                  <a:pt x="3517086" y="2095629"/>
                  <a:pt x="3517086" y="2096668"/>
                </a:cubicBezTo>
                <a:cubicBezTo>
                  <a:pt x="3517086" y="2097707"/>
                  <a:pt x="3516243" y="2098549"/>
                  <a:pt x="3515204" y="2098549"/>
                </a:cubicBezTo>
                <a:cubicBezTo>
                  <a:pt x="3514164" y="2098549"/>
                  <a:pt x="3513323" y="2097707"/>
                  <a:pt x="3513323" y="2096668"/>
                </a:cubicBezTo>
                <a:cubicBezTo>
                  <a:pt x="3513323" y="2095629"/>
                  <a:pt x="3514164" y="2094786"/>
                  <a:pt x="3515204" y="2094786"/>
                </a:cubicBezTo>
                <a:close/>
                <a:moveTo>
                  <a:pt x="173910" y="2094786"/>
                </a:moveTo>
                <a:cubicBezTo>
                  <a:pt x="174950" y="2094786"/>
                  <a:pt x="175792" y="2095629"/>
                  <a:pt x="175792" y="2096668"/>
                </a:cubicBezTo>
                <a:cubicBezTo>
                  <a:pt x="175792" y="2097707"/>
                  <a:pt x="174950" y="2098549"/>
                  <a:pt x="173910" y="2098549"/>
                </a:cubicBezTo>
                <a:cubicBezTo>
                  <a:pt x="172872" y="2098549"/>
                  <a:pt x="172029" y="2097707"/>
                  <a:pt x="172029" y="2096668"/>
                </a:cubicBezTo>
                <a:cubicBezTo>
                  <a:pt x="172029" y="2095629"/>
                  <a:pt x="172872" y="2094786"/>
                  <a:pt x="173910" y="2094786"/>
                </a:cubicBezTo>
                <a:close/>
                <a:moveTo>
                  <a:pt x="3399987" y="2093925"/>
                </a:moveTo>
                <a:cubicBezTo>
                  <a:pt x="3401502" y="2093925"/>
                  <a:pt x="3402730" y="2095153"/>
                  <a:pt x="3402730" y="2096668"/>
                </a:cubicBezTo>
                <a:cubicBezTo>
                  <a:pt x="3402730" y="2098182"/>
                  <a:pt x="3401502" y="2099410"/>
                  <a:pt x="3399987" y="2099410"/>
                </a:cubicBezTo>
                <a:cubicBezTo>
                  <a:pt x="3398472" y="2099410"/>
                  <a:pt x="3397245" y="2098182"/>
                  <a:pt x="3397245" y="2096668"/>
                </a:cubicBezTo>
                <a:cubicBezTo>
                  <a:pt x="3397245" y="2095153"/>
                  <a:pt x="3398472" y="2093925"/>
                  <a:pt x="3399987" y="2093925"/>
                </a:cubicBezTo>
                <a:close/>
                <a:moveTo>
                  <a:pt x="289128" y="2093925"/>
                </a:moveTo>
                <a:cubicBezTo>
                  <a:pt x="290643" y="2093925"/>
                  <a:pt x="291870" y="2095153"/>
                  <a:pt x="291870" y="2096668"/>
                </a:cubicBezTo>
                <a:cubicBezTo>
                  <a:pt x="291870" y="2098182"/>
                  <a:pt x="290643" y="2099410"/>
                  <a:pt x="289128" y="2099410"/>
                </a:cubicBezTo>
                <a:cubicBezTo>
                  <a:pt x="287613" y="2099410"/>
                  <a:pt x="286385" y="2098182"/>
                  <a:pt x="286385" y="2096668"/>
                </a:cubicBezTo>
                <a:cubicBezTo>
                  <a:pt x="286385" y="2095153"/>
                  <a:pt x="287613" y="2093925"/>
                  <a:pt x="289128" y="2093925"/>
                </a:cubicBezTo>
                <a:close/>
                <a:moveTo>
                  <a:pt x="3284770" y="2092907"/>
                </a:moveTo>
                <a:cubicBezTo>
                  <a:pt x="3286846" y="2092907"/>
                  <a:pt x="3288530" y="2094591"/>
                  <a:pt x="3288530" y="2096667"/>
                </a:cubicBezTo>
                <a:cubicBezTo>
                  <a:pt x="3288530" y="2098744"/>
                  <a:pt x="3286846" y="2100428"/>
                  <a:pt x="3284770" y="2100428"/>
                </a:cubicBezTo>
                <a:cubicBezTo>
                  <a:pt x="3282693" y="2100428"/>
                  <a:pt x="3281009" y="2098744"/>
                  <a:pt x="3281009" y="2096667"/>
                </a:cubicBezTo>
                <a:cubicBezTo>
                  <a:pt x="3281009" y="2094591"/>
                  <a:pt x="3282693" y="2092907"/>
                  <a:pt x="3284770" y="2092907"/>
                </a:cubicBezTo>
                <a:close/>
                <a:moveTo>
                  <a:pt x="404345" y="2092907"/>
                </a:moveTo>
                <a:cubicBezTo>
                  <a:pt x="406422" y="2092907"/>
                  <a:pt x="408105" y="2094591"/>
                  <a:pt x="408105" y="2096667"/>
                </a:cubicBezTo>
                <a:cubicBezTo>
                  <a:pt x="408105" y="2098744"/>
                  <a:pt x="406422" y="2100428"/>
                  <a:pt x="404345" y="2100428"/>
                </a:cubicBezTo>
                <a:cubicBezTo>
                  <a:pt x="402268" y="2100428"/>
                  <a:pt x="400585" y="2098744"/>
                  <a:pt x="400585" y="2096667"/>
                </a:cubicBezTo>
                <a:cubicBezTo>
                  <a:pt x="400585" y="2094591"/>
                  <a:pt x="402268" y="2092907"/>
                  <a:pt x="404345" y="2092907"/>
                </a:cubicBezTo>
                <a:close/>
                <a:moveTo>
                  <a:pt x="3169553" y="2091830"/>
                </a:moveTo>
                <a:cubicBezTo>
                  <a:pt x="3172225" y="2091830"/>
                  <a:pt x="3174391" y="2093996"/>
                  <a:pt x="3174391" y="2096668"/>
                </a:cubicBezTo>
                <a:cubicBezTo>
                  <a:pt x="3174391" y="2099340"/>
                  <a:pt x="3172225" y="2101505"/>
                  <a:pt x="3169553" y="2101505"/>
                </a:cubicBezTo>
                <a:cubicBezTo>
                  <a:pt x="3166882" y="2101505"/>
                  <a:pt x="3164715" y="2099340"/>
                  <a:pt x="3164715" y="2096668"/>
                </a:cubicBezTo>
                <a:cubicBezTo>
                  <a:pt x="3164715" y="2093996"/>
                  <a:pt x="3166882" y="2091830"/>
                  <a:pt x="3169553" y="2091830"/>
                </a:cubicBezTo>
                <a:close/>
                <a:moveTo>
                  <a:pt x="519562" y="2091830"/>
                </a:moveTo>
                <a:cubicBezTo>
                  <a:pt x="522234" y="2091830"/>
                  <a:pt x="524400" y="2093996"/>
                  <a:pt x="524400" y="2096668"/>
                </a:cubicBezTo>
                <a:cubicBezTo>
                  <a:pt x="524400" y="2099340"/>
                  <a:pt x="522234" y="2101505"/>
                  <a:pt x="519562" y="2101505"/>
                </a:cubicBezTo>
                <a:cubicBezTo>
                  <a:pt x="516890" y="2101505"/>
                  <a:pt x="514725" y="2099340"/>
                  <a:pt x="514725" y="2096668"/>
                </a:cubicBezTo>
                <a:cubicBezTo>
                  <a:pt x="514725" y="2093996"/>
                  <a:pt x="516890" y="2091830"/>
                  <a:pt x="519562" y="2091830"/>
                </a:cubicBezTo>
                <a:close/>
                <a:moveTo>
                  <a:pt x="3054336" y="2090514"/>
                </a:moveTo>
                <a:cubicBezTo>
                  <a:pt x="3057735" y="2090514"/>
                  <a:pt x="3060489" y="2093269"/>
                  <a:pt x="3060489" y="2096667"/>
                </a:cubicBezTo>
                <a:cubicBezTo>
                  <a:pt x="3060489" y="2100066"/>
                  <a:pt x="3057735" y="2102821"/>
                  <a:pt x="3054336" y="2102821"/>
                </a:cubicBezTo>
                <a:cubicBezTo>
                  <a:pt x="3050938" y="2102821"/>
                  <a:pt x="3048182" y="2100066"/>
                  <a:pt x="3048182" y="2096667"/>
                </a:cubicBezTo>
                <a:cubicBezTo>
                  <a:pt x="3048182" y="2093269"/>
                  <a:pt x="3050938" y="2090514"/>
                  <a:pt x="3054336" y="2090514"/>
                </a:cubicBezTo>
                <a:close/>
                <a:moveTo>
                  <a:pt x="634779" y="2090514"/>
                </a:moveTo>
                <a:cubicBezTo>
                  <a:pt x="638177" y="2090514"/>
                  <a:pt x="640932" y="2093269"/>
                  <a:pt x="640932" y="2096667"/>
                </a:cubicBezTo>
                <a:cubicBezTo>
                  <a:pt x="640932" y="2100066"/>
                  <a:pt x="638177" y="2102821"/>
                  <a:pt x="634779" y="2102821"/>
                </a:cubicBezTo>
                <a:cubicBezTo>
                  <a:pt x="631380" y="2102821"/>
                  <a:pt x="628626" y="2100066"/>
                  <a:pt x="628626" y="2096667"/>
                </a:cubicBezTo>
                <a:cubicBezTo>
                  <a:pt x="628626" y="2093269"/>
                  <a:pt x="631380" y="2090514"/>
                  <a:pt x="634779" y="2090514"/>
                </a:cubicBezTo>
                <a:close/>
                <a:moveTo>
                  <a:pt x="2939119" y="2089163"/>
                </a:moveTo>
                <a:cubicBezTo>
                  <a:pt x="2943263" y="2089163"/>
                  <a:pt x="2946623" y="2092523"/>
                  <a:pt x="2946623" y="2096667"/>
                </a:cubicBezTo>
                <a:cubicBezTo>
                  <a:pt x="2946623" y="2100812"/>
                  <a:pt x="2943263" y="2104172"/>
                  <a:pt x="2939119" y="2104172"/>
                </a:cubicBezTo>
                <a:cubicBezTo>
                  <a:pt x="2934974" y="2104172"/>
                  <a:pt x="2931614" y="2100812"/>
                  <a:pt x="2931614" y="2096667"/>
                </a:cubicBezTo>
                <a:cubicBezTo>
                  <a:pt x="2931614" y="2092523"/>
                  <a:pt x="2934974" y="2089163"/>
                  <a:pt x="2939119" y="2089163"/>
                </a:cubicBezTo>
                <a:close/>
                <a:moveTo>
                  <a:pt x="749995" y="2089163"/>
                </a:moveTo>
                <a:cubicBezTo>
                  <a:pt x="754140" y="2089163"/>
                  <a:pt x="757499" y="2092523"/>
                  <a:pt x="757499" y="2096667"/>
                </a:cubicBezTo>
                <a:cubicBezTo>
                  <a:pt x="757499" y="2100812"/>
                  <a:pt x="754140" y="2104172"/>
                  <a:pt x="749995" y="2104172"/>
                </a:cubicBezTo>
                <a:cubicBezTo>
                  <a:pt x="745850" y="2104172"/>
                  <a:pt x="742491" y="2100812"/>
                  <a:pt x="742491" y="2096667"/>
                </a:cubicBezTo>
                <a:cubicBezTo>
                  <a:pt x="742491" y="2092523"/>
                  <a:pt x="745850" y="2089163"/>
                  <a:pt x="749995" y="2089163"/>
                </a:cubicBezTo>
                <a:close/>
                <a:moveTo>
                  <a:pt x="2823902" y="2087682"/>
                </a:moveTo>
                <a:cubicBezTo>
                  <a:pt x="2828864" y="2087682"/>
                  <a:pt x="2832888" y="2091704"/>
                  <a:pt x="2832888" y="2096667"/>
                </a:cubicBezTo>
                <a:cubicBezTo>
                  <a:pt x="2832888" y="2101629"/>
                  <a:pt x="2828864" y="2105653"/>
                  <a:pt x="2823902" y="2105653"/>
                </a:cubicBezTo>
                <a:cubicBezTo>
                  <a:pt x="2818939" y="2105653"/>
                  <a:pt x="2814917" y="2101629"/>
                  <a:pt x="2814917" y="2096667"/>
                </a:cubicBezTo>
                <a:cubicBezTo>
                  <a:pt x="2814917" y="2091704"/>
                  <a:pt x="2818939" y="2087682"/>
                  <a:pt x="2823902" y="2087682"/>
                </a:cubicBezTo>
                <a:close/>
                <a:moveTo>
                  <a:pt x="865213" y="2087682"/>
                </a:moveTo>
                <a:cubicBezTo>
                  <a:pt x="870175" y="2087682"/>
                  <a:pt x="874198" y="2091704"/>
                  <a:pt x="874198" y="2096667"/>
                </a:cubicBezTo>
                <a:cubicBezTo>
                  <a:pt x="874198" y="2101629"/>
                  <a:pt x="870175" y="2105653"/>
                  <a:pt x="865213" y="2105653"/>
                </a:cubicBezTo>
                <a:cubicBezTo>
                  <a:pt x="860250" y="2105653"/>
                  <a:pt x="856227" y="2101629"/>
                  <a:pt x="856227" y="2096667"/>
                </a:cubicBezTo>
                <a:cubicBezTo>
                  <a:pt x="856227" y="2091704"/>
                  <a:pt x="860250" y="2087682"/>
                  <a:pt x="865213" y="2087682"/>
                </a:cubicBezTo>
                <a:close/>
                <a:moveTo>
                  <a:pt x="2708685" y="2086071"/>
                </a:moveTo>
                <a:cubicBezTo>
                  <a:pt x="2714538" y="2086071"/>
                  <a:pt x="2719281" y="2090815"/>
                  <a:pt x="2719281" y="2096667"/>
                </a:cubicBezTo>
                <a:cubicBezTo>
                  <a:pt x="2719281" y="2102520"/>
                  <a:pt x="2714538" y="2107264"/>
                  <a:pt x="2708685" y="2107264"/>
                </a:cubicBezTo>
                <a:cubicBezTo>
                  <a:pt x="2702833" y="2107264"/>
                  <a:pt x="2698089" y="2102520"/>
                  <a:pt x="2698089" y="2096667"/>
                </a:cubicBezTo>
                <a:cubicBezTo>
                  <a:pt x="2698089" y="2090815"/>
                  <a:pt x="2702833" y="2086071"/>
                  <a:pt x="2708685" y="2086071"/>
                </a:cubicBezTo>
                <a:close/>
                <a:moveTo>
                  <a:pt x="980429" y="2086071"/>
                </a:moveTo>
                <a:cubicBezTo>
                  <a:pt x="986282" y="2086071"/>
                  <a:pt x="991025" y="2090815"/>
                  <a:pt x="991025" y="2096667"/>
                </a:cubicBezTo>
                <a:cubicBezTo>
                  <a:pt x="991025" y="2102520"/>
                  <a:pt x="986282" y="2107264"/>
                  <a:pt x="980429" y="2107264"/>
                </a:cubicBezTo>
                <a:cubicBezTo>
                  <a:pt x="974577" y="2107264"/>
                  <a:pt x="969833" y="2102520"/>
                  <a:pt x="969833" y="2096667"/>
                </a:cubicBezTo>
                <a:cubicBezTo>
                  <a:pt x="969833" y="2090815"/>
                  <a:pt x="974577" y="2086071"/>
                  <a:pt x="980429" y="2086071"/>
                </a:cubicBezTo>
                <a:close/>
                <a:moveTo>
                  <a:pt x="2593468" y="2084482"/>
                </a:moveTo>
                <a:cubicBezTo>
                  <a:pt x="2600198" y="2084482"/>
                  <a:pt x="2605654" y="2089938"/>
                  <a:pt x="2605654" y="2096668"/>
                </a:cubicBezTo>
                <a:cubicBezTo>
                  <a:pt x="2605654" y="2103398"/>
                  <a:pt x="2600198" y="2108854"/>
                  <a:pt x="2593468" y="2108854"/>
                </a:cubicBezTo>
                <a:cubicBezTo>
                  <a:pt x="2586738" y="2108854"/>
                  <a:pt x="2581282" y="2103398"/>
                  <a:pt x="2581282" y="2096668"/>
                </a:cubicBezTo>
                <a:cubicBezTo>
                  <a:pt x="2581282" y="2089938"/>
                  <a:pt x="2586738" y="2084482"/>
                  <a:pt x="2593468" y="2084482"/>
                </a:cubicBezTo>
                <a:close/>
                <a:moveTo>
                  <a:pt x="1095647" y="2084482"/>
                </a:moveTo>
                <a:cubicBezTo>
                  <a:pt x="1102377" y="2084482"/>
                  <a:pt x="1107832" y="2089938"/>
                  <a:pt x="1107832" y="2096668"/>
                </a:cubicBezTo>
                <a:cubicBezTo>
                  <a:pt x="1107832" y="2103398"/>
                  <a:pt x="1102377" y="2108854"/>
                  <a:pt x="1095647" y="2108854"/>
                </a:cubicBezTo>
                <a:cubicBezTo>
                  <a:pt x="1088916" y="2108854"/>
                  <a:pt x="1083461" y="2103398"/>
                  <a:pt x="1083461" y="2096668"/>
                </a:cubicBezTo>
                <a:cubicBezTo>
                  <a:pt x="1083461" y="2089938"/>
                  <a:pt x="1088916" y="2084482"/>
                  <a:pt x="1095647" y="2084482"/>
                </a:cubicBezTo>
                <a:close/>
                <a:moveTo>
                  <a:pt x="2478250" y="2082784"/>
                </a:moveTo>
                <a:cubicBezTo>
                  <a:pt x="2485918" y="2082784"/>
                  <a:pt x="2492135" y="2089000"/>
                  <a:pt x="2492135" y="2096667"/>
                </a:cubicBezTo>
                <a:cubicBezTo>
                  <a:pt x="2492135" y="2104335"/>
                  <a:pt x="2485918" y="2110552"/>
                  <a:pt x="2478250" y="2110552"/>
                </a:cubicBezTo>
                <a:cubicBezTo>
                  <a:pt x="2470583" y="2110552"/>
                  <a:pt x="2464366" y="2104335"/>
                  <a:pt x="2464366" y="2096667"/>
                </a:cubicBezTo>
                <a:cubicBezTo>
                  <a:pt x="2464366" y="2089000"/>
                  <a:pt x="2470583" y="2082784"/>
                  <a:pt x="2478250" y="2082784"/>
                </a:cubicBezTo>
                <a:close/>
                <a:moveTo>
                  <a:pt x="1210863" y="2082784"/>
                </a:moveTo>
                <a:cubicBezTo>
                  <a:pt x="1218531" y="2082784"/>
                  <a:pt x="1224748" y="2089000"/>
                  <a:pt x="1224748" y="2096667"/>
                </a:cubicBezTo>
                <a:cubicBezTo>
                  <a:pt x="1224748" y="2104335"/>
                  <a:pt x="1218531" y="2110552"/>
                  <a:pt x="1210863" y="2110552"/>
                </a:cubicBezTo>
                <a:cubicBezTo>
                  <a:pt x="1203196" y="2110552"/>
                  <a:pt x="1196980" y="2104335"/>
                  <a:pt x="1196980" y="2096667"/>
                </a:cubicBezTo>
                <a:cubicBezTo>
                  <a:pt x="1196980" y="2089000"/>
                  <a:pt x="1203196" y="2082784"/>
                  <a:pt x="1210863" y="2082784"/>
                </a:cubicBezTo>
                <a:close/>
                <a:moveTo>
                  <a:pt x="2363034" y="2081146"/>
                </a:moveTo>
                <a:cubicBezTo>
                  <a:pt x="2371606" y="2081146"/>
                  <a:pt x="2378555" y="2088096"/>
                  <a:pt x="2378555" y="2096667"/>
                </a:cubicBezTo>
                <a:cubicBezTo>
                  <a:pt x="2378555" y="2105240"/>
                  <a:pt x="2371606" y="2112188"/>
                  <a:pt x="2363034" y="2112188"/>
                </a:cubicBezTo>
                <a:cubicBezTo>
                  <a:pt x="2354462" y="2112188"/>
                  <a:pt x="2347513" y="2105240"/>
                  <a:pt x="2347513" y="2096667"/>
                </a:cubicBezTo>
                <a:cubicBezTo>
                  <a:pt x="2347513" y="2088096"/>
                  <a:pt x="2354462" y="2081146"/>
                  <a:pt x="2363034" y="2081146"/>
                </a:cubicBezTo>
                <a:close/>
                <a:moveTo>
                  <a:pt x="1326080" y="2081146"/>
                </a:moveTo>
                <a:cubicBezTo>
                  <a:pt x="1334653" y="2081146"/>
                  <a:pt x="1341602" y="2088096"/>
                  <a:pt x="1341602" y="2096667"/>
                </a:cubicBezTo>
                <a:cubicBezTo>
                  <a:pt x="1341602" y="2105240"/>
                  <a:pt x="1334653" y="2112188"/>
                  <a:pt x="1326080" y="2112188"/>
                </a:cubicBezTo>
                <a:cubicBezTo>
                  <a:pt x="1317509" y="2112188"/>
                  <a:pt x="1310559" y="2105240"/>
                  <a:pt x="1310559" y="2096667"/>
                </a:cubicBezTo>
                <a:cubicBezTo>
                  <a:pt x="1310559" y="2088096"/>
                  <a:pt x="1317509" y="2081146"/>
                  <a:pt x="1326080" y="2081146"/>
                </a:cubicBezTo>
                <a:close/>
                <a:moveTo>
                  <a:pt x="2247817" y="2079597"/>
                </a:moveTo>
                <a:cubicBezTo>
                  <a:pt x="2257244" y="2079597"/>
                  <a:pt x="2264887" y="2087240"/>
                  <a:pt x="2264887" y="2096668"/>
                </a:cubicBezTo>
                <a:cubicBezTo>
                  <a:pt x="2264887" y="2106095"/>
                  <a:pt x="2257244" y="2113738"/>
                  <a:pt x="2247817" y="2113738"/>
                </a:cubicBezTo>
                <a:cubicBezTo>
                  <a:pt x="2238389" y="2113738"/>
                  <a:pt x="2230746" y="2106095"/>
                  <a:pt x="2230746" y="2096668"/>
                </a:cubicBezTo>
                <a:cubicBezTo>
                  <a:pt x="2230746" y="2087240"/>
                  <a:pt x="2238389" y="2079597"/>
                  <a:pt x="2247817" y="2079597"/>
                </a:cubicBezTo>
                <a:close/>
                <a:moveTo>
                  <a:pt x="1441298" y="2079597"/>
                </a:moveTo>
                <a:cubicBezTo>
                  <a:pt x="1450726" y="2079597"/>
                  <a:pt x="1458368" y="2087240"/>
                  <a:pt x="1458368" y="2096668"/>
                </a:cubicBezTo>
                <a:cubicBezTo>
                  <a:pt x="1458368" y="2106095"/>
                  <a:pt x="1450726" y="2113738"/>
                  <a:pt x="1441298" y="2113738"/>
                </a:cubicBezTo>
                <a:cubicBezTo>
                  <a:pt x="1431870" y="2113738"/>
                  <a:pt x="1424228" y="2106095"/>
                  <a:pt x="1424228" y="2096668"/>
                </a:cubicBezTo>
                <a:cubicBezTo>
                  <a:pt x="1424228" y="2087240"/>
                  <a:pt x="1431870" y="2079597"/>
                  <a:pt x="1441298" y="2079597"/>
                </a:cubicBezTo>
                <a:close/>
                <a:moveTo>
                  <a:pt x="2132600" y="2078160"/>
                </a:moveTo>
                <a:cubicBezTo>
                  <a:pt x="2142821" y="2078160"/>
                  <a:pt x="2151107" y="2086447"/>
                  <a:pt x="2151107" y="2096668"/>
                </a:cubicBezTo>
                <a:cubicBezTo>
                  <a:pt x="2151107" y="2106889"/>
                  <a:pt x="2142821" y="2115176"/>
                  <a:pt x="2132600" y="2115176"/>
                </a:cubicBezTo>
                <a:cubicBezTo>
                  <a:pt x="2122378" y="2115176"/>
                  <a:pt x="2114092" y="2106889"/>
                  <a:pt x="2114092" y="2096668"/>
                </a:cubicBezTo>
                <a:cubicBezTo>
                  <a:pt x="2114092" y="2086447"/>
                  <a:pt x="2122378" y="2078160"/>
                  <a:pt x="2132600" y="2078160"/>
                </a:cubicBezTo>
                <a:close/>
                <a:moveTo>
                  <a:pt x="1556514" y="2078160"/>
                </a:moveTo>
                <a:cubicBezTo>
                  <a:pt x="1566736" y="2078160"/>
                  <a:pt x="1575022" y="2086447"/>
                  <a:pt x="1575022" y="2096668"/>
                </a:cubicBezTo>
                <a:cubicBezTo>
                  <a:pt x="1575022" y="2106889"/>
                  <a:pt x="1566736" y="2115176"/>
                  <a:pt x="1556514" y="2115176"/>
                </a:cubicBezTo>
                <a:cubicBezTo>
                  <a:pt x="1546293" y="2115176"/>
                  <a:pt x="1538007" y="2106889"/>
                  <a:pt x="1538007" y="2096668"/>
                </a:cubicBezTo>
                <a:cubicBezTo>
                  <a:pt x="1538007" y="2086447"/>
                  <a:pt x="1546293" y="2078160"/>
                  <a:pt x="1556514" y="2078160"/>
                </a:cubicBezTo>
                <a:close/>
                <a:moveTo>
                  <a:pt x="2017383" y="2077233"/>
                </a:moveTo>
                <a:cubicBezTo>
                  <a:pt x="2028116" y="2077233"/>
                  <a:pt x="2036817" y="2085934"/>
                  <a:pt x="2036817" y="2096667"/>
                </a:cubicBezTo>
                <a:cubicBezTo>
                  <a:pt x="2036817" y="2107400"/>
                  <a:pt x="2028116" y="2116102"/>
                  <a:pt x="2017383" y="2116102"/>
                </a:cubicBezTo>
                <a:cubicBezTo>
                  <a:pt x="2006649" y="2116102"/>
                  <a:pt x="1997948" y="2107400"/>
                  <a:pt x="1997948" y="2096667"/>
                </a:cubicBezTo>
                <a:cubicBezTo>
                  <a:pt x="1997948" y="2085934"/>
                  <a:pt x="2006649" y="2077233"/>
                  <a:pt x="2017383" y="2077233"/>
                </a:cubicBezTo>
                <a:close/>
                <a:moveTo>
                  <a:pt x="1671732" y="2077233"/>
                </a:moveTo>
                <a:cubicBezTo>
                  <a:pt x="1682465" y="2077233"/>
                  <a:pt x="1691166" y="2085934"/>
                  <a:pt x="1691166" y="2096667"/>
                </a:cubicBezTo>
                <a:cubicBezTo>
                  <a:pt x="1691166" y="2107400"/>
                  <a:pt x="1682465" y="2116102"/>
                  <a:pt x="1671732" y="2116102"/>
                </a:cubicBezTo>
                <a:cubicBezTo>
                  <a:pt x="1660998" y="2116102"/>
                  <a:pt x="1652297" y="2107400"/>
                  <a:pt x="1652297" y="2096667"/>
                </a:cubicBezTo>
                <a:cubicBezTo>
                  <a:pt x="1652297" y="2085934"/>
                  <a:pt x="1660998" y="2077233"/>
                  <a:pt x="1671732" y="2077233"/>
                </a:cubicBezTo>
                <a:close/>
                <a:moveTo>
                  <a:pt x="1902166" y="2076666"/>
                </a:moveTo>
                <a:cubicBezTo>
                  <a:pt x="1913212" y="2076666"/>
                  <a:pt x="1922167" y="2085620"/>
                  <a:pt x="1922167" y="2096667"/>
                </a:cubicBezTo>
                <a:cubicBezTo>
                  <a:pt x="1922167" y="2107713"/>
                  <a:pt x="1913212" y="2116669"/>
                  <a:pt x="1902166" y="2116669"/>
                </a:cubicBezTo>
                <a:cubicBezTo>
                  <a:pt x="1891119" y="2116669"/>
                  <a:pt x="1882164" y="2107713"/>
                  <a:pt x="1882164" y="2096667"/>
                </a:cubicBezTo>
                <a:cubicBezTo>
                  <a:pt x="1882164" y="2085620"/>
                  <a:pt x="1891119" y="2076666"/>
                  <a:pt x="1902166" y="2076666"/>
                </a:cubicBezTo>
                <a:close/>
                <a:moveTo>
                  <a:pt x="1786949" y="2076666"/>
                </a:moveTo>
                <a:cubicBezTo>
                  <a:pt x="1797995" y="2076666"/>
                  <a:pt x="1806950" y="2085620"/>
                  <a:pt x="1806950" y="2096667"/>
                </a:cubicBezTo>
                <a:cubicBezTo>
                  <a:pt x="1806950" y="2107713"/>
                  <a:pt x="1797995" y="2116669"/>
                  <a:pt x="1786949" y="2116669"/>
                </a:cubicBezTo>
                <a:cubicBezTo>
                  <a:pt x="1775902" y="2116669"/>
                  <a:pt x="1766947" y="2107713"/>
                  <a:pt x="1766947" y="2096667"/>
                </a:cubicBezTo>
                <a:cubicBezTo>
                  <a:pt x="1766947" y="2085620"/>
                  <a:pt x="1775902" y="2076666"/>
                  <a:pt x="1786949" y="2076666"/>
                </a:cubicBezTo>
                <a:close/>
                <a:moveTo>
                  <a:pt x="3572813" y="1995238"/>
                </a:moveTo>
                <a:cubicBezTo>
                  <a:pt x="3573723" y="1995238"/>
                  <a:pt x="3574461" y="1995977"/>
                  <a:pt x="3574461" y="1996887"/>
                </a:cubicBezTo>
                <a:cubicBezTo>
                  <a:pt x="3574461" y="1997797"/>
                  <a:pt x="3573723" y="1998536"/>
                  <a:pt x="3572813" y="1998536"/>
                </a:cubicBezTo>
                <a:cubicBezTo>
                  <a:pt x="3571902" y="1998536"/>
                  <a:pt x="3571164" y="1997797"/>
                  <a:pt x="3571164" y="1996887"/>
                </a:cubicBezTo>
                <a:cubicBezTo>
                  <a:pt x="3571164" y="1995977"/>
                  <a:pt x="3571902" y="1995238"/>
                  <a:pt x="3572813" y="1995238"/>
                </a:cubicBezTo>
                <a:close/>
                <a:moveTo>
                  <a:pt x="116302" y="1995238"/>
                </a:moveTo>
                <a:cubicBezTo>
                  <a:pt x="117212" y="1995238"/>
                  <a:pt x="117951" y="1995977"/>
                  <a:pt x="117951" y="1996887"/>
                </a:cubicBezTo>
                <a:cubicBezTo>
                  <a:pt x="117951" y="1997797"/>
                  <a:pt x="117212" y="1998536"/>
                  <a:pt x="116302" y="1998536"/>
                </a:cubicBezTo>
                <a:cubicBezTo>
                  <a:pt x="115392" y="1998536"/>
                  <a:pt x="114654" y="1997797"/>
                  <a:pt x="114654" y="1996887"/>
                </a:cubicBezTo>
                <a:cubicBezTo>
                  <a:pt x="114654" y="1995977"/>
                  <a:pt x="115392" y="1995238"/>
                  <a:pt x="116302" y="1995238"/>
                </a:cubicBezTo>
                <a:close/>
                <a:moveTo>
                  <a:pt x="3457596" y="1994494"/>
                </a:moveTo>
                <a:cubicBezTo>
                  <a:pt x="3458917" y="1994494"/>
                  <a:pt x="3459989" y="1995565"/>
                  <a:pt x="3459989" y="1996887"/>
                </a:cubicBezTo>
                <a:cubicBezTo>
                  <a:pt x="3459989" y="1998208"/>
                  <a:pt x="3458917" y="1999279"/>
                  <a:pt x="3457596" y="1999279"/>
                </a:cubicBezTo>
                <a:cubicBezTo>
                  <a:pt x="3456274" y="1999279"/>
                  <a:pt x="3455203" y="1998208"/>
                  <a:pt x="3455203" y="1996887"/>
                </a:cubicBezTo>
                <a:cubicBezTo>
                  <a:pt x="3455203" y="1995565"/>
                  <a:pt x="3456274" y="1994494"/>
                  <a:pt x="3457596" y="1994494"/>
                </a:cubicBezTo>
                <a:close/>
                <a:moveTo>
                  <a:pt x="231519" y="1994494"/>
                </a:moveTo>
                <a:cubicBezTo>
                  <a:pt x="232840" y="1994494"/>
                  <a:pt x="233912" y="1995565"/>
                  <a:pt x="233912" y="1996887"/>
                </a:cubicBezTo>
                <a:cubicBezTo>
                  <a:pt x="233912" y="1998208"/>
                  <a:pt x="232840" y="1999279"/>
                  <a:pt x="231519" y="1999279"/>
                </a:cubicBezTo>
                <a:cubicBezTo>
                  <a:pt x="230197" y="1999279"/>
                  <a:pt x="229126" y="1998208"/>
                  <a:pt x="229126" y="1996887"/>
                </a:cubicBezTo>
                <a:cubicBezTo>
                  <a:pt x="229126" y="1995565"/>
                  <a:pt x="230197" y="1994494"/>
                  <a:pt x="231519" y="1994494"/>
                </a:cubicBezTo>
                <a:close/>
                <a:moveTo>
                  <a:pt x="3342378" y="1993537"/>
                </a:moveTo>
                <a:cubicBezTo>
                  <a:pt x="3344228" y="1993537"/>
                  <a:pt x="3345729" y="1995036"/>
                  <a:pt x="3345729" y="1996887"/>
                </a:cubicBezTo>
                <a:cubicBezTo>
                  <a:pt x="3345729" y="1998737"/>
                  <a:pt x="3344228" y="2000237"/>
                  <a:pt x="3342378" y="2000237"/>
                </a:cubicBezTo>
                <a:cubicBezTo>
                  <a:pt x="3340528" y="2000237"/>
                  <a:pt x="3339028" y="1998737"/>
                  <a:pt x="3339028" y="1996887"/>
                </a:cubicBezTo>
                <a:cubicBezTo>
                  <a:pt x="3339028" y="1995036"/>
                  <a:pt x="3340528" y="1993537"/>
                  <a:pt x="3342378" y="1993537"/>
                </a:cubicBezTo>
                <a:close/>
                <a:moveTo>
                  <a:pt x="346736" y="1993537"/>
                </a:moveTo>
                <a:cubicBezTo>
                  <a:pt x="348586" y="1993537"/>
                  <a:pt x="350087" y="1995036"/>
                  <a:pt x="350087" y="1996887"/>
                </a:cubicBezTo>
                <a:cubicBezTo>
                  <a:pt x="350087" y="1998737"/>
                  <a:pt x="348586" y="2000237"/>
                  <a:pt x="346736" y="2000237"/>
                </a:cubicBezTo>
                <a:cubicBezTo>
                  <a:pt x="344886" y="2000237"/>
                  <a:pt x="343386" y="1998737"/>
                  <a:pt x="343386" y="1996887"/>
                </a:cubicBezTo>
                <a:cubicBezTo>
                  <a:pt x="343386" y="1995036"/>
                  <a:pt x="344887" y="1993537"/>
                  <a:pt x="346736" y="1993537"/>
                </a:cubicBezTo>
                <a:close/>
                <a:moveTo>
                  <a:pt x="3227161" y="1992423"/>
                </a:moveTo>
                <a:cubicBezTo>
                  <a:pt x="3229626" y="1992423"/>
                  <a:pt x="3231625" y="1994421"/>
                  <a:pt x="3231625" y="1996887"/>
                </a:cubicBezTo>
                <a:cubicBezTo>
                  <a:pt x="3231625" y="1999352"/>
                  <a:pt x="3229626" y="2001350"/>
                  <a:pt x="3227161" y="2001350"/>
                </a:cubicBezTo>
                <a:cubicBezTo>
                  <a:pt x="3224696" y="2001350"/>
                  <a:pt x="3222697" y="1999352"/>
                  <a:pt x="3222697" y="1996887"/>
                </a:cubicBezTo>
                <a:cubicBezTo>
                  <a:pt x="3222697" y="1994421"/>
                  <a:pt x="3224696" y="1992423"/>
                  <a:pt x="3227161" y="1992423"/>
                </a:cubicBezTo>
                <a:close/>
                <a:moveTo>
                  <a:pt x="461953" y="1992423"/>
                </a:moveTo>
                <a:cubicBezTo>
                  <a:pt x="464418" y="1992423"/>
                  <a:pt x="466416" y="1994421"/>
                  <a:pt x="466416" y="1996887"/>
                </a:cubicBezTo>
                <a:cubicBezTo>
                  <a:pt x="466416" y="1999352"/>
                  <a:pt x="464418" y="2001350"/>
                  <a:pt x="461953" y="2001350"/>
                </a:cubicBezTo>
                <a:cubicBezTo>
                  <a:pt x="459488" y="2001350"/>
                  <a:pt x="457489" y="1999352"/>
                  <a:pt x="457489" y="1996887"/>
                </a:cubicBezTo>
                <a:cubicBezTo>
                  <a:pt x="457489" y="1994421"/>
                  <a:pt x="459488" y="1992423"/>
                  <a:pt x="461953" y="1992423"/>
                </a:cubicBezTo>
                <a:close/>
                <a:moveTo>
                  <a:pt x="3111945" y="1991155"/>
                </a:moveTo>
                <a:cubicBezTo>
                  <a:pt x="3115111" y="1991155"/>
                  <a:pt x="3117677" y="1993721"/>
                  <a:pt x="3117677" y="1996887"/>
                </a:cubicBezTo>
                <a:cubicBezTo>
                  <a:pt x="3117677" y="2000053"/>
                  <a:pt x="3115111" y="2002619"/>
                  <a:pt x="3111945" y="2002619"/>
                </a:cubicBezTo>
                <a:cubicBezTo>
                  <a:pt x="3108779" y="2002619"/>
                  <a:pt x="3106213" y="2000053"/>
                  <a:pt x="3106213" y="1996887"/>
                </a:cubicBezTo>
                <a:cubicBezTo>
                  <a:pt x="3106213" y="1993721"/>
                  <a:pt x="3108779" y="1991155"/>
                  <a:pt x="3111945" y="1991155"/>
                </a:cubicBezTo>
                <a:close/>
                <a:moveTo>
                  <a:pt x="577171" y="1991155"/>
                </a:moveTo>
                <a:cubicBezTo>
                  <a:pt x="580337" y="1991155"/>
                  <a:pt x="582903" y="1993721"/>
                  <a:pt x="582903" y="1996887"/>
                </a:cubicBezTo>
                <a:cubicBezTo>
                  <a:pt x="582903" y="2000053"/>
                  <a:pt x="580337" y="2002619"/>
                  <a:pt x="577171" y="2002619"/>
                </a:cubicBezTo>
                <a:cubicBezTo>
                  <a:pt x="574005" y="2002619"/>
                  <a:pt x="571439" y="2000053"/>
                  <a:pt x="571439" y="1996887"/>
                </a:cubicBezTo>
                <a:cubicBezTo>
                  <a:pt x="571439" y="1993721"/>
                  <a:pt x="574005" y="1991155"/>
                  <a:pt x="577171" y="1991155"/>
                </a:cubicBezTo>
                <a:close/>
                <a:moveTo>
                  <a:pt x="2996727" y="1989847"/>
                </a:moveTo>
                <a:cubicBezTo>
                  <a:pt x="3000616" y="1989847"/>
                  <a:pt x="3003767" y="1992998"/>
                  <a:pt x="3003767" y="1996887"/>
                </a:cubicBezTo>
                <a:cubicBezTo>
                  <a:pt x="3003767" y="2000774"/>
                  <a:pt x="3000615" y="2003926"/>
                  <a:pt x="2996727" y="2003926"/>
                </a:cubicBezTo>
                <a:cubicBezTo>
                  <a:pt x="2992840" y="2003926"/>
                  <a:pt x="2989688" y="2000774"/>
                  <a:pt x="2989688" y="1996887"/>
                </a:cubicBezTo>
                <a:cubicBezTo>
                  <a:pt x="2989688" y="1992998"/>
                  <a:pt x="2992840" y="1989847"/>
                  <a:pt x="2996727" y="1989847"/>
                </a:cubicBezTo>
                <a:close/>
                <a:moveTo>
                  <a:pt x="692388" y="1989847"/>
                </a:moveTo>
                <a:cubicBezTo>
                  <a:pt x="696275" y="1989847"/>
                  <a:pt x="699428" y="1992998"/>
                  <a:pt x="699428" y="1996887"/>
                </a:cubicBezTo>
                <a:cubicBezTo>
                  <a:pt x="699428" y="2000774"/>
                  <a:pt x="696275" y="2003926"/>
                  <a:pt x="692388" y="2003926"/>
                </a:cubicBezTo>
                <a:cubicBezTo>
                  <a:pt x="688499" y="2003926"/>
                  <a:pt x="685348" y="2000774"/>
                  <a:pt x="685348" y="1996887"/>
                </a:cubicBezTo>
                <a:cubicBezTo>
                  <a:pt x="685348" y="1992998"/>
                  <a:pt x="688499" y="1989847"/>
                  <a:pt x="692388" y="1989847"/>
                </a:cubicBezTo>
                <a:close/>
                <a:moveTo>
                  <a:pt x="2881510" y="1988409"/>
                </a:moveTo>
                <a:cubicBezTo>
                  <a:pt x="2886192" y="1988409"/>
                  <a:pt x="2889987" y="1992205"/>
                  <a:pt x="2889987" y="1996887"/>
                </a:cubicBezTo>
                <a:cubicBezTo>
                  <a:pt x="2889987" y="2001568"/>
                  <a:pt x="2886192" y="2005363"/>
                  <a:pt x="2881510" y="2005363"/>
                </a:cubicBezTo>
                <a:cubicBezTo>
                  <a:pt x="2876828" y="2005363"/>
                  <a:pt x="2873033" y="2001568"/>
                  <a:pt x="2873033" y="1996887"/>
                </a:cubicBezTo>
                <a:cubicBezTo>
                  <a:pt x="2873033" y="1992205"/>
                  <a:pt x="2876828" y="1988409"/>
                  <a:pt x="2881510" y="1988409"/>
                </a:cubicBezTo>
                <a:close/>
                <a:moveTo>
                  <a:pt x="807604" y="1988409"/>
                </a:moveTo>
                <a:cubicBezTo>
                  <a:pt x="812285" y="1988409"/>
                  <a:pt x="816081" y="1992205"/>
                  <a:pt x="816081" y="1996887"/>
                </a:cubicBezTo>
                <a:cubicBezTo>
                  <a:pt x="816081" y="2001568"/>
                  <a:pt x="812285" y="2005363"/>
                  <a:pt x="807604" y="2005363"/>
                </a:cubicBezTo>
                <a:cubicBezTo>
                  <a:pt x="802922" y="2005363"/>
                  <a:pt x="799126" y="2001568"/>
                  <a:pt x="799126" y="1996887"/>
                </a:cubicBezTo>
                <a:cubicBezTo>
                  <a:pt x="799126" y="1992205"/>
                  <a:pt x="802922" y="1988409"/>
                  <a:pt x="807604" y="1988409"/>
                </a:cubicBezTo>
                <a:close/>
                <a:moveTo>
                  <a:pt x="2766293" y="1986705"/>
                </a:moveTo>
                <a:cubicBezTo>
                  <a:pt x="2771916" y="1986705"/>
                  <a:pt x="2776474" y="1991264"/>
                  <a:pt x="2776474" y="1996887"/>
                </a:cubicBezTo>
                <a:cubicBezTo>
                  <a:pt x="2776474" y="2002510"/>
                  <a:pt x="2771916" y="2007068"/>
                  <a:pt x="2766293" y="2007068"/>
                </a:cubicBezTo>
                <a:cubicBezTo>
                  <a:pt x="2760670" y="2007068"/>
                  <a:pt x="2756112" y="2002510"/>
                  <a:pt x="2756112" y="1996887"/>
                </a:cubicBezTo>
                <a:cubicBezTo>
                  <a:pt x="2756112" y="1991264"/>
                  <a:pt x="2760670" y="1986705"/>
                  <a:pt x="2766293" y="1986705"/>
                </a:cubicBezTo>
                <a:close/>
                <a:moveTo>
                  <a:pt x="922821" y="1986705"/>
                </a:moveTo>
                <a:cubicBezTo>
                  <a:pt x="928444" y="1986705"/>
                  <a:pt x="933002" y="1991264"/>
                  <a:pt x="933002" y="1996887"/>
                </a:cubicBezTo>
                <a:cubicBezTo>
                  <a:pt x="933002" y="2002510"/>
                  <a:pt x="928444" y="2007068"/>
                  <a:pt x="922821" y="2007068"/>
                </a:cubicBezTo>
                <a:cubicBezTo>
                  <a:pt x="917198" y="2007068"/>
                  <a:pt x="912639" y="2002510"/>
                  <a:pt x="912639" y="1996887"/>
                </a:cubicBezTo>
                <a:cubicBezTo>
                  <a:pt x="912639" y="1991264"/>
                  <a:pt x="917198" y="1986705"/>
                  <a:pt x="922821" y="1986705"/>
                </a:cubicBezTo>
                <a:close/>
                <a:moveTo>
                  <a:pt x="2651076" y="1985145"/>
                </a:moveTo>
                <a:cubicBezTo>
                  <a:pt x="2657561" y="1985145"/>
                  <a:pt x="2662818" y="1990402"/>
                  <a:pt x="2662818" y="1996887"/>
                </a:cubicBezTo>
                <a:cubicBezTo>
                  <a:pt x="2662818" y="2003372"/>
                  <a:pt x="2657561" y="2008629"/>
                  <a:pt x="2651076" y="2008629"/>
                </a:cubicBezTo>
                <a:cubicBezTo>
                  <a:pt x="2644592" y="2008629"/>
                  <a:pt x="2639335" y="2003372"/>
                  <a:pt x="2639335" y="1996887"/>
                </a:cubicBezTo>
                <a:cubicBezTo>
                  <a:pt x="2639335" y="1990402"/>
                  <a:pt x="2644592" y="1985145"/>
                  <a:pt x="2651076" y="1985145"/>
                </a:cubicBezTo>
                <a:close/>
                <a:moveTo>
                  <a:pt x="1038038" y="1985145"/>
                </a:moveTo>
                <a:cubicBezTo>
                  <a:pt x="1044523" y="1985145"/>
                  <a:pt x="1049780" y="1990402"/>
                  <a:pt x="1049780" y="1996887"/>
                </a:cubicBezTo>
                <a:cubicBezTo>
                  <a:pt x="1049780" y="2003372"/>
                  <a:pt x="1044523" y="2008629"/>
                  <a:pt x="1038038" y="2008629"/>
                </a:cubicBezTo>
                <a:cubicBezTo>
                  <a:pt x="1031553" y="2008629"/>
                  <a:pt x="1026296" y="2003372"/>
                  <a:pt x="1026296" y="1996887"/>
                </a:cubicBezTo>
                <a:cubicBezTo>
                  <a:pt x="1026296" y="1990402"/>
                  <a:pt x="1031553" y="1985145"/>
                  <a:pt x="1038038" y="1985145"/>
                </a:cubicBezTo>
                <a:close/>
                <a:moveTo>
                  <a:pt x="2535860" y="1983319"/>
                </a:moveTo>
                <a:cubicBezTo>
                  <a:pt x="2543352" y="1983319"/>
                  <a:pt x="2549427" y="1989393"/>
                  <a:pt x="2549427" y="1996887"/>
                </a:cubicBezTo>
                <a:cubicBezTo>
                  <a:pt x="2549427" y="2004379"/>
                  <a:pt x="2543352" y="2010454"/>
                  <a:pt x="2535860" y="2010454"/>
                </a:cubicBezTo>
                <a:cubicBezTo>
                  <a:pt x="2528367" y="2010454"/>
                  <a:pt x="2522292" y="2004379"/>
                  <a:pt x="2522292" y="1996887"/>
                </a:cubicBezTo>
                <a:cubicBezTo>
                  <a:pt x="2522292" y="1989393"/>
                  <a:pt x="2528367" y="1983319"/>
                  <a:pt x="2535860" y="1983319"/>
                </a:cubicBezTo>
                <a:close/>
                <a:moveTo>
                  <a:pt x="1153255" y="1983319"/>
                </a:moveTo>
                <a:cubicBezTo>
                  <a:pt x="1160748" y="1983319"/>
                  <a:pt x="1166822" y="1989393"/>
                  <a:pt x="1166822" y="1996887"/>
                </a:cubicBezTo>
                <a:cubicBezTo>
                  <a:pt x="1166822" y="2004379"/>
                  <a:pt x="1160748" y="2010454"/>
                  <a:pt x="1153255" y="2010454"/>
                </a:cubicBezTo>
                <a:cubicBezTo>
                  <a:pt x="1145762" y="2010454"/>
                  <a:pt x="1139688" y="2004379"/>
                  <a:pt x="1139688" y="1996887"/>
                </a:cubicBezTo>
                <a:cubicBezTo>
                  <a:pt x="1139688" y="1989393"/>
                  <a:pt x="1145762" y="1983319"/>
                  <a:pt x="1153255" y="1983319"/>
                </a:cubicBezTo>
                <a:close/>
                <a:moveTo>
                  <a:pt x="2420642" y="1981533"/>
                </a:moveTo>
                <a:cubicBezTo>
                  <a:pt x="2429122" y="1981533"/>
                  <a:pt x="2435995" y="1988408"/>
                  <a:pt x="2435995" y="1996887"/>
                </a:cubicBezTo>
                <a:cubicBezTo>
                  <a:pt x="2435995" y="2005366"/>
                  <a:pt x="2429122" y="2012240"/>
                  <a:pt x="2420642" y="2012240"/>
                </a:cubicBezTo>
                <a:cubicBezTo>
                  <a:pt x="2412163" y="2012240"/>
                  <a:pt x="2405289" y="2005366"/>
                  <a:pt x="2405289" y="1996887"/>
                </a:cubicBezTo>
                <a:cubicBezTo>
                  <a:pt x="2405289" y="1988408"/>
                  <a:pt x="2412163" y="1981533"/>
                  <a:pt x="2420642" y="1981533"/>
                </a:cubicBezTo>
                <a:close/>
                <a:moveTo>
                  <a:pt x="1268472" y="1981533"/>
                </a:moveTo>
                <a:cubicBezTo>
                  <a:pt x="1276952" y="1981533"/>
                  <a:pt x="1283826" y="1988408"/>
                  <a:pt x="1283826" y="1996887"/>
                </a:cubicBezTo>
                <a:cubicBezTo>
                  <a:pt x="1283826" y="2005366"/>
                  <a:pt x="1276952" y="2012240"/>
                  <a:pt x="1268472" y="2012240"/>
                </a:cubicBezTo>
                <a:cubicBezTo>
                  <a:pt x="1259993" y="2012240"/>
                  <a:pt x="1253119" y="2005366"/>
                  <a:pt x="1253119" y="1996887"/>
                </a:cubicBezTo>
                <a:cubicBezTo>
                  <a:pt x="1253119" y="1988408"/>
                  <a:pt x="1259993" y="1981533"/>
                  <a:pt x="1268472" y="1981533"/>
                </a:cubicBezTo>
                <a:close/>
                <a:moveTo>
                  <a:pt x="2305426" y="1979816"/>
                </a:moveTo>
                <a:cubicBezTo>
                  <a:pt x="2314853" y="1979816"/>
                  <a:pt x="2322496" y="1987458"/>
                  <a:pt x="2322496" y="1996887"/>
                </a:cubicBezTo>
                <a:cubicBezTo>
                  <a:pt x="2322496" y="2006314"/>
                  <a:pt x="2314853" y="2013956"/>
                  <a:pt x="2305426" y="2013956"/>
                </a:cubicBezTo>
                <a:cubicBezTo>
                  <a:pt x="2295998" y="2013956"/>
                  <a:pt x="2288355" y="2006314"/>
                  <a:pt x="2288355" y="1996887"/>
                </a:cubicBezTo>
                <a:cubicBezTo>
                  <a:pt x="2288355" y="1987458"/>
                  <a:pt x="2295998" y="1979816"/>
                  <a:pt x="2305426" y="1979816"/>
                </a:cubicBezTo>
                <a:close/>
                <a:moveTo>
                  <a:pt x="1383689" y="1979816"/>
                </a:moveTo>
                <a:cubicBezTo>
                  <a:pt x="1393117" y="1979816"/>
                  <a:pt x="1400759" y="1987458"/>
                  <a:pt x="1400759" y="1996887"/>
                </a:cubicBezTo>
                <a:cubicBezTo>
                  <a:pt x="1400759" y="2006314"/>
                  <a:pt x="1393117" y="2013956"/>
                  <a:pt x="1383689" y="2013956"/>
                </a:cubicBezTo>
                <a:cubicBezTo>
                  <a:pt x="1374261" y="2013956"/>
                  <a:pt x="1366619" y="2006314"/>
                  <a:pt x="1366619" y="1996887"/>
                </a:cubicBezTo>
                <a:cubicBezTo>
                  <a:pt x="1366619" y="1987458"/>
                  <a:pt x="1374261" y="1979816"/>
                  <a:pt x="1383689" y="1979816"/>
                </a:cubicBezTo>
                <a:close/>
                <a:moveTo>
                  <a:pt x="2190209" y="1978195"/>
                </a:moveTo>
                <a:cubicBezTo>
                  <a:pt x="2200531" y="1978195"/>
                  <a:pt x="2208900" y="1986563"/>
                  <a:pt x="2208900" y="1996887"/>
                </a:cubicBezTo>
                <a:cubicBezTo>
                  <a:pt x="2208900" y="2007209"/>
                  <a:pt x="2200531" y="2015577"/>
                  <a:pt x="2190209" y="2015577"/>
                </a:cubicBezTo>
                <a:cubicBezTo>
                  <a:pt x="2179886" y="2015577"/>
                  <a:pt x="2171517" y="2007209"/>
                  <a:pt x="2171517" y="1996887"/>
                </a:cubicBezTo>
                <a:cubicBezTo>
                  <a:pt x="2171517" y="1986563"/>
                  <a:pt x="2179886" y="1978195"/>
                  <a:pt x="2190209" y="1978195"/>
                </a:cubicBezTo>
                <a:close/>
                <a:moveTo>
                  <a:pt x="1498906" y="1978195"/>
                </a:moveTo>
                <a:cubicBezTo>
                  <a:pt x="1509229" y="1978195"/>
                  <a:pt x="1517597" y="1986563"/>
                  <a:pt x="1517597" y="1996887"/>
                </a:cubicBezTo>
                <a:cubicBezTo>
                  <a:pt x="1517597" y="2007209"/>
                  <a:pt x="1509229" y="2015577"/>
                  <a:pt x="1498906" y="2015577"/>
                </a:cubicBezTo>
                <a:cubicBezTo>
                  <a:pt x="1488584" y="2015577"/>
                  <a:pt x="1480215" y="2007209"/>
                  <a:pt x="1480215" y="1996887"/>
                </a:cubicBezTo>
                <a:cubicBezTo>
                  <a:pt x="1480215" y="1986563"/>
                  <a:pt x="1488584" y="1978195"/>
                  <a:pt x="1498906" y="1978195"/>
                </a:cubicBezTo>
                <a:close/>
                <a:moveTo>
                  <a:pt x="2074992" y="1976885"/>
                </a:moveTo>
                <a:cubicBezTo>
                  <a:pt x="2086038" y="1976885"/>
                  <a:pt x="2094993" y="1985840"/>
                  <a:pt x="2094993" y="1996887"/>
                </a:cubicBezTo>
                <a:cubicBezTo>
                  <a:pt x="2094993" y="2007933"/>
                  <a:pt x="2086038" y="2016888"/>
                  <a:pt x="2074992" y="2016888"/>
                </a:cubicBezTo>
                <a:cubicBezTo>
                  <a:pt x="2063945" y="2016888"/>
                  <a:pt x="2054990" y="2007933"/>
                  <a:pt x="2054990" y="1996887"/>
                </a:cubicBezTo>
                <a:cubicBezTo>
                  <a:pt x="2054990" y="1985840"/>
                  <a:pt x="2063945" y="1976885"/>
                  <a:pt x="2074992" y="1976885"/>
                </a:cubicBezTo>
                <a:close/>
                <a:moveTo>
                  <a:pt x="1614123" y="1976885"/>
                </a:moveTo>
                <a:cubicBezTo>
                  <a:pt x="1625170" y="1976885"/>
                  <a:pt x="1634125" y="1985840"/>
                  <a:pt x="1634125" y="1996887"/>
                </a:cubicBezTo>
                <a:cubicBezTo>
                  <a:pt x="1634125" y="2007933"/>
                  <a:pt x="1625170" y="2016888"/>
                  <a:pt x="1614123" y="2016888"/>
                </a:cubicBezTo>
                <a:cubicBezTo>
                  <a:pt x="1603077" y="2016888"/>
                  <a:pt x="1594122" y="2007933"/>
                  <a:pt x="1594122" y="1996887"/>
                </a:cubicBezTo>
                <a:cubicBezTo>
                  <a:pt x="1594122" y="1985840"/>
                  <a:pt x="1603077" y="1976885"/>
                  <a:pt x="1614123" y="1976885"/>
                </a:cubicBezTo>
                <a:close/>
                <a:moveTo>
                  <a:pt x="1959774" y="1976117"/>
                </a:moveTo>
                <a:cubicBezTo>
                  <a:pt x="1971245" y="1976117"/>
                  <a:pt x="1980544" y="1985416"/>
                  <a:pt x="1980544" y="1996887"/>
                </a:cubicBezTo>
                <a:cubicBezTo>
                  <a:pt x="1980544" y="2008357"/>
                  <a:pt x="1971245" y="2017656"/>
                  <a:pt x="1959774" y="2017656"/>
                </a:cubicBezTo>
                <a:cubicBezTo>
                  <a:pt x="1948303" y="2017656"/>
                  <a:pt x="1939005" y="2008357"/>
                  <a:pt x="1939005" y="1996887"/>
                </a:cubicBezTo>
                <a:cubicBezTo>
                  <a:pt x="1939005" y="1985416"/>
                  <a:pt x="1948303" y="1976117"/>
                  <a:pt x="1959774" y="1976117"/>
                </a:cubicBezTo>
                <a:close/>
                <a:moveTo>
                  <a:pt x="1729340" y="1976117"/>
                </a:moveTo>
                <a:cubicBezTo>
                  <a:pt x="1740811" y="1976117"/>
                  <a:pt x="1750110" y="1985416"/>
                  <a:pt x="1750110" y="1996887"/>
                </a:cubicBezTo>
                <a:cubicBezTo>
                  <a:pt x="1750110" y="2008357"/>
                  <a:pt x="1740811" y="2017656"/>
                  <a:pt x="1729340" y="2017656"/>
                </a:cubicBezTo>
                <a:cubicBezTo>
                  <a:pt x="1717869" y="2017656"/>
                  <a:pt x="1708571" y="2008357"/>
                  <a:pt x="1708571" y="1996887"/>
                </a:cubicBezTo>
                <a:cubicBezTo>
                  <a:pt x="1708571" y="1985416"/>
                  <a:pt x="1717869" y="1976117"/>
                  <a:pt x="1729340" y="1976117"/>
                </a:cubicBezTo>
                <a:close/>
                <a:moveTo>
                  <a:pt x="1844558" y="1975923"/>
                </a:moveTo>
                <a:cubicBezTo>
                  <a:pt x="1856135" y="1975923"/>
                  <a:pt x="1865521" y="1985308"/>
                  <a:pt x="1865521" y="1996887"/>
                </a:cubicBezTo>
                <a:cubicBezTo>
                  <a:pt x="1865521" y="2008464"/>
                  <a:pt x="1856135" y="2017850"/>
                  <a:pt x="1844558" y="2017850"/>
                </a:cubicBezTo>
                <a:cubicBezTo>
                  <a:pt x="1832979" y="2017850"/>
                  <a:pt x="1823594" y="2008464"/>
                  <a:pt x="1823594" y="1996887"/>
                </a:cubicBezTo>
                <a:cubicBezTo>
                  <a:pt x="1823594" y="1985308"/>
                  <a:pt x="1832979" y="1975923"/>
                  <a:pt x="1844558" y="1975923"/>
                </a:cubicBezTo>
                <a:close/>
                <a:moveTo>
                  <a:pt x="3630421" y="1895779"/>
                </a:moveTo>
                <a:cubicBezTo>
                  <a:pt x="3631154" y="1895779"/>
                  <a:pt x="3631748" y="1896373"/>
                  <a:pt x="3631748" y="1897106"/>
                </a:cubicBezTo>
                <a:cubicBezTo>
                  <a:pt x="3631748" y="1897839"/>
                  <a:pt x="3631154" y="1898433"/>
                  <a:pt x="3630421" y="1898433"/>
                </a:cubicBezTo>
                <a:cubicBezTo>
                  <a:pt x="3629688" y="1898433"/>
                  <a:pt x="3629094" y="1897839"/>
                  <a:pt x="3629094" y="1897106"/>
                </a:cubicBezTo>
                <a:cubicBezTo>
                  <a:pt x="3629094" y="1896373"/>
                  <a:pt x="3629688" y="1895779"/>
                  <a:pt x="3630421" y="1895779"/>
                </a:cubicBezTo>
                <a:close/>
                <a:moveTo>
                  <a:pt x="58694" y="1895779"/>
                </a:moveTo>
                <a:cubicBezTo>
                  <a:pt x="59426" y="1895779"/>
                  <a:pt x="60021" y="1896373"/>
                  <a:pt x="60021" y="1897106"/>
                </a:cubicBezTo>
                <a:cubicBezTo>
                  <a:pt x="60021" y="1897839"/>
                  <a:pt x="59426" y="1898433"/>
                  <a:pt x="58694" y="1898433"/>
                </a:cubicBezTo>
                <a:cubicBezTo>
                  <a:pt x="57961" y="1898433"/>
                  <a:pt x="57367" y="1897839"/>
                  <a:pt x="57367" y="1897106"/>
                </a:cubicBezTo>
                <a:cubicBezTo>
                  <a:pt x="57367" y="1896373"/>
                  <a:pt x="57961" y="1895779"/>
                  <a:pt x="58694" y="1895779"/>
                </a:cubicBezTo>
                <a:close/>
                <a:moveTo>
                  <a:pt x="3515203" y="1895039"/>
                </a:moveTo>
                <a:cubicBezTo>
                  <a:pt x="3516345" y="1895039"/>
                  <a:pt x="3517270" y="1895964"/>
                  <a:pt x="3517270" y="1897106"/>
                </a:cubicBezTo>
                <a:cubicBezTo>
                  <a:pt x="3517270" y="1898247"/>
                  <a:pt x="3516345" y="1899172"/>
                  <a:pt x="3515203" y="1899172"/>
                </a:cubicBezTo>
                <a:cubicBezTo>
                  <a:pt x="3514062" y="1899172"/>
                  <a:pt x="3513137" y="1898247"/>
                  <a:pt x="3513137" y="1897106"/>
                </a:cubicBezTo>
                <a:cubicBezTo>
                  <a:pt x="3513137" y="1895965"/>
                  <a:pt x="3514062" y="1895039"/>
                  <a:pt x="3515203" y="1895039"/>
                </a:cubicBezTo>
                <a:close/>
                <a:moveTo>
                  <a:pt x="173910" y="1895039"/>
                </a:moveTo>
                <a:cubicBezTo>
                  <a:pt x="175053" y="1895039"/>
                  <a:pt x="175978" y="1895964"/>
                  <a:pt x="175978" y="1897106"/>
                </a:cubicBezTo>
                <a:cubicBezTo>
                  <a:pt x="175978" y="1898247"/>
                  <a:pt x="175053" y="1899172"/>
                  <a:pt x="173910" y="1899172"/>
                </a:cubicBezTo>
                <a:cubicBezTo>
                  <a:pt x="172769" y="1899172"/>
                  <a:pt x="171845" y="1898247"/>
                  <a:pt x="171845" y="1897106"/>
                </a:cubicBezTo>
                <a:cubicBezTo>
                  <a:pt x="171845" y="1895965"/>
                  <a:pt x="172769" y="1895039"/>
                  <a:pt x="173910" y="1895039"/>
                </a:cubicBezTo>
                <a:close/>
                <a:moveTo>
                  <a:pt x="3399988" y="1894217"/>
                </a:moveTo>
                <a:cubicBezTo>
                  <a:pt x="3401583" y="1894217"/>
                  <a:pt x="3402877" y="1895510"/>
                  <a:pt x="3402877" y="1897106"/>
                </a:cubicBezTo>
                <a:cubicBezTo>
                  <a:pt x="3402877" y="1898701"/>
                  <a:pt x="3401583" y="1899994"/>
                  <a:pt x="3399988" y="1899994"/>
                </a:cubicBezTo>
                <a:cubicBezTo>
                  <a:pt x="3398392" y="1899994"/>
                  <a:pt x="3397098" y="1898701"/>
                  <a:pt x="3397098" y="1897106"/>
                </a:cubicBezTo>
                <a:cubicBezTo>
                  <a:pt x="3397098" y="1895510"/>
                  <a:pt x="3398392" y="1894217"/>
                  <a:pt x="3399988" y="1894217"/>
                </a:cubicBezTo>
                <a:close/>
                <a:moveTo>
                  <a:pt x="289128" y="1894217"/>
                </a:moveTo>
                <a:cubicBezTo>
                  <a:pt x="290723" y="1894217"/>
                  <a:pt x="292016" y="1895510"/>
                  <a:pt x="292016" y="1897106"/>
                </a:cubicBezTo>
                <a:cubicBezTo>
                  <a:pt x="292016" y="1898701"/>
                  <a:pt x="290723" y="1899994"/>
                  <a:pt x="289128" y="1899994"/>
                </a:cubicBezTo>
                <a:cubicBezTo>
                  <a:pt x="287532" y="1899994"/>
                  <a:pt x="286239" y="1898701"/>
                  <a:pt x="286239" y="1897106"/>
                </a:cubicBezTo>
                <a:cubicBezTo>
                  <a:pt x="286239" y="1895510"/>
                  <a:pt x="287532" y="1894217"/>
                  <a:pt x="289128" y="1894217"/>
                </a:cubicBezTo>
                <a:close/>
                <a:moveTo>
                  <a:pt x="3284770" y="1893088"/>
                </a:moveTo>
                <a:cubicBezTo>
                  <a:pt x="3286988" y="1893088"/>
                  <a:pt x="3288787" y="1894887"/>
                  <a:pt x="3288787" y="1897105"/>
                </a:cubicBezTo>
                <a:cubicBezTo>
                  <a:pt x="3288787" y="1899324"/>
                  <a:pt x="3286988" y="1901123"/>
                  <a:pt x="3284770" y="1901123"/>
                </a:cubicBezTo>
                <a:cubicBezTo>
                  <a:pt x="3282552" y="1901123"/>
                  <a:pt x="3280753" y="1899324"/>
                  <a:pt x="3280753" y="1897105"/>
                </a:cubicBezTo>
                <a:cubicBezTo>
                  <a:pt x="3280753" y="1894887"/>
                  <a:pt x="3282552" y="1893088"/>
                  <a:pt x="3284770" y="1893088"/>
                </a:cubicBezTo>
                <a:close/>
                <a:moveTo>
                  <a:pt x="404345" y="1893088"/>
                </a:moveTo>
                <a:cubicBezTo>
                  <a:pt x="406563" y="1893088"/>
                  <a:pt x="408362" y="1894887"/>
                  <a:pt x="408362" y="1897105"/>
                </a:cubicBezTo>
                <a:cubicBezTo>
                  <a:pt x="408362" y="1899324"/>
                  <a:pt x="406563" y="1901123"/>
                  <a:pt x="404345" y="1901123"/>
                </a:cubicBezTo>
                <a:cubicBezTo>
                  <a:pt x="402125" y="1901123"/>
                  <a:pt x="400328" y="1899324"/>
                  <a:pt x="400328" y="1897105"/>
                </a:cubicBezTo>
                <a:cubicBezTo>
                  <a:pt x="400328" y="1894887"/>
                  <a:pt x="402125" y="1893088"/>
                  <a:pt x="404345" y="1893088"/>
                </a:cubicBezTo>
                <a:close/>
                <a:moveTo>
                  <a:pt x="3169553" y="1891978"/>
                </a:moveTo>
                <a:cubicBezTo>
                  <a:pt x="3172384" y="1891978"/>
                  <a:pt x="3174680" y="1894274"/>
                  <a:pt x="3174680" y="1897106"/>
                </a:cubicBezTo>
                <a:cubicBezTo>
                  <a:pt x="3174680" y="1899938"/>
                  <a:pt x="3172384" y="1902233"/>
                  <a:pt x="3169553" y="1902233"/>
                </a:cubicBezTo>
                <a:cubicBezTo>
                  <a:pt x="3166721" y="1902233"/>
                  <a:pt x="3164425" y="1899938"/>
                  <a:pt x="3164425" y="1897106"/>
                </a:cubicBezTo>
                <a:cubicBezTo>
                  <a:pt x="3164425" y="1894274"/>
                  <a:pt x="3166721" y="1891978"/>
                  <a:pt x="3169553" y="1891978"/>
                </a:cubicBezTo>
                <a:close/>
                <a:moveTo>
                  <a:pt x="519562" y="1891978"/>
                </a:moveTo>
                <a:cubicBezTo>
                  <a:pt x="522393" y="1891978"/>
                  <a:pt x="524690" y="1894274"/>
                  <a:pt x="524690" y="1897106"/>
                </a:cubicBezTo>
                <a:cubicBezTo>
                  <a:pt x="524690" y="1899938"/>
                  <a:pt x="522393" y="1902233"/>
                  <a:pt x="519562" y="1902233"/>
                </a:cubicBezTo>
                <a:cubicBezTo>
                  <a:pt x="516731" y="1902233"/>
                  <a:pt x="514434" y="1899938"/>
                  <a:pt x="514434" y="1897106"/>
                </a:cubicBezTo>
                <a:cubicBezTo>
                  <a:pt x="514434" y="1894274"/>
                  <a:pt x="516731" y="1891978"/>
                  <a:pt x="519562" y="1891978"/>
                </a:cubicBezTo>
                <a:close/>
                <a:moveTo>
                  <a:pt x="3054336" y="1890627"/>
                </a:moveTo>
                <a:cubicBezTo>
                  <a:pt x="3057913" y="1890627"/>
                  <a:pt x="3060814" y="1893528"/>
                  <a:pt x="3060814" y="1897106"/>
                </a:cubicBezTo>
                <a:cubicBezTo>
                  <a:pt x="3060814" y="1900685"/>
                  <a:pt x="3057914" y="1903585"/>
                  <a:pt x="3054336" y="1903585"/>
                </a:cubicBezTo>
                <a:cubicBezTo>
                  <a:pt x="3050758" y="1903585"/>
                  <a:pt x="3047856" y="1900685"/>
                  <a:pt x="3047856" y="1897106"/>
                </a:cubicBezTo>
                <a:cubicBezTo>
                  <a:pt x="3047856" y="1893528"/>
                  <a:pt x="3050757" y="1890627"/>
                  <a:pt x="3054336" y="1890627"/>
                </a:cubicBezTo>
                <a:close/>
                <a:moveTo>
                  <a:pt x="634779" y="1890627"/>
                </a:moveTo>
                <a:cubicBezTo>
                  <a:pt x="638357" y="1890627"/>
                  <a:pt x="641257" y="1893528"/>
                  <a:pt x="641257" y="1897106"/>
                </a:cubicBezTo>
                <a:cubicBezTo>
                  <a:pt x="641257" y="1900685"/>
                  <a:pt x="638357" y="1903585"/>
                  <a:pt x="634779" y="1903585"/>
                </a:cubicBezTo>
                <a:cubicBezTo>
                  <a:pt x="631201" y="1903585"/>
                  <a:pt x="628301" y="1900685"/>
                  <a:pt x="628301" y="1897106"/>
                </a:cubicBezTo>
                <a:cubicBezTo>
                  <a:pt x="628301" y="1893528"/>
                  <a:pt x="631201" y="1890627"/>
                  <a:pt x="634779" y="1890627"/>
                </a:cubicBezTo>
                <a:close/>
                <a:moveTo>
                  <a:pt x="2939119" y="1889244"/>
                </a:moveTo>
                <a:cubicBezTo>
                  <a:pt x="2943461" y="1889244"/>
                  <a:pt x="2946982" y="1892763"/>
                  <a:pt x="2946982" y="1897106"/>
                </a:cubicBezTo>
                <a:cubicBezTo>
                  <a:pt x="2946982" y="1901448"/>
                  <a:pt x="2943461" y="1904969"/>
                  <a:pt x="2939119" y="1904969"/>
                </a:cubicBezTo>
                <a:cubicBezTo>
                  <a:pt x="2934776" y="1904969"/>
                  <a:pt x="2931256" y="1901448"/>
                  <a:pt x="2931256" y="1897106"/>
                </a:cubicBezTo>
                <a:cubicBezTo>
                  <a:pt x="2931256" y="1892763"/>
                  <a:pt x="2934776" y="1889244"/>
                  <a:pt x="2939119" y="1889244"/>
                </a:cubicBezTo>
                <a:close/>
                <a:moveTo>
                  <a:pt x="749995" y="1889244"/>
                </a:moveTo>
                <a:cubicBezTo>
                  <a:pt x="754337" y="1889244"/>
                  <a:pt x="757857" y="1892763"/>
                  <a:pt x="757857" y="1897106"/>
                </a:cubicBezTo>
                <a:cubicBezTo>
                  <a:pt x="757857" y="1901448"/>
                  <a:pt x="754337" y="1904969"/>
                  <a:pt x="749995" y="1904969"/>
                </a:cubicBezTo>
                <a:cubicBezTo>
                  <a:pt x="745653" y="1904969"/>
                  <a:pt x="742133" y="1901448"/>
                  <a:pt x="742133" y="1897106"/>
                </a:cubicBezTo>
                <a:cubicBezTo>
                  <a:pt x="742133" y="1892763"/>
                  <a:pt x="745653" y="1889244"/>
                  <a:pt x="749995" y="1889244"/>
                </a:cubicBezTo>
                <a:close/>
                <a:moveTo>
                  <a:pt x="2823902" y="1887598"/>
                </a:moveTo>
                <a:cubicBezTo>
                  <a:pt x="2829153" y="1887598"/>
                  <a:pt x="2833410" y="1891855"/>
                  <a:pt x="2833410" y="1897106"/>
                </a:cubicBezTo>
                <a:cubicBezTo>
                  <a:pt x="2833410" y="1902357"/>
                  <a:pt x="2829153" y="1906614"/>
                  <a:pt x="2823902" y="1906614"/>
                </a:cubicBezTo>
                <a:cubicBezTo>
                  <a:pt x="2818650" y="1906614"/>
                  <a:pt x="2814394" y="1902357"/>
                  <a:pt x="2814394" y="1897106"/>
                </a:cubicBezTo>
                <a:cubicBezTo>
                  <a:pt x="2814394" y="1891855"/>
                  <a:pt x="2818650" y="1887598"/>
                  <a:pt x="2823902" y="1887598"/>
                </a:cubicBezTo>
                <a:close/>
                <a:moveTo>
                  <a:pt x="865213" y="1887598"/>
                </a:moveTo>
                <a:cubicBezTo>
                  <a:pt x="870464" y="1887598"/>
                  <a:pt x="874720" y="1891855"/>
                  <a:pt x="874720" y="1897106"/>
                </a:cubicBezTo>
                <a:cubicBezTo>
                  <a:pt x="874720" y="1902357"/>
                  <a:pt x="870464" y="1906614"/>
                  <a:pt x="865213" y="1906614"/>
                </a:cubicBezTo>
                <a:cubicBezTo>
                  <a:pt x="859962" y="1906614"/>
                  <a:pt x="855705" y="1902357"/>
                  <a:pt x="855705" y="1897106"/>
                </a:cubicBezTo>
                <a:cubicBezTo>
                  <a:pt x="855705" y="1891855"/>
                  <a:pt x="859962" y="1887598"/>
                  <a:pt x="865213" y="1887598"/>
                </a:cubicBezTo>
                <a:close/>
                <a:moveTo>
                  <a:pt x="2708684" y="1885944"/>
                </a:moveTo>
                <a:cubicBezTo>
                  <a:pt x="2714849" y="1885944"/>
                  <a:pt x="2719847" y="1890941"/>
                  <a:pt x="2719847" y="1897105"/>
                </a:cubicBezTo>
                <a:cubicBezTo>
                  <a:pt x="2719847" y="1903270"/>
                  <a:pt x="2714849" y="1908267"/>
                  <a:pt x="2708684" y="1908267"/>
                </a:cubicBezTo>
                <a:cubicBezTo>
                  <a:pt x="2702520" y="1908267"/>
                  <a:pt x="2697523" y="1903270"/>
                  <a:pt x="2697523" y="1897105"/>
                </a:cubicBezTo>
                <a:cubicBezTo>
                  <a:pt x="2697523" y="1890941"/>
                  <a:pt x="2702520" y="1885944"/>
                  <a:pt x="2708684" y="1885944"/>
                </a:cubicBezTo>
                <a:close/>
                <a:moveTo>
                  <a:pt x="980429" y="1885944"/>
                </a:moveTo>
                <a:cubicBezTo>
                  <a:pt x="986594" y="1885944"/>
                  <a:pt x="991591" y="1890941"/>
                  <a:pt x="991591" y="1897105"/>
                </a:cubicBezTo>
                <a:cubicBezTo>
                  <a:pt x="991591" y="1903270"/>
                  <a:pt x="986594" y="1908267"/>
                  <a:pt x="980429" y="1908267"/>
                </a:cubicBezTo>
                <a:cubicBezTo>
                  <a:pt x="974265" y="1908267"/>
                  <a:pt x="969268" y="1903270"/>
                  <a:pt x="969268" y="1897105"/>
                </a:cubicBezTo>
                <a:cubicBezTo>
                  <a:pt x="969268" y="1890941"/>
                  <a:pt x="974265" y="1885944"/>
                  <a:pt x="980429" y="1885944"/>
                </a:cubicBezTo>
                <a:close/>
                <a:moveTo>
                  <a:pt x="2593467" y="1884006"/>
                </a:moveTo>
                <a:cubicBezTo>
                  <a:pt x="2600702" y="1884006"/>
                  <a:pt x="2606567" y="1889871"/>
                  <a:pt x="2606567" y="1897105"/>
                </a:cubicBezTo>
                <a:cubicBezTo>
                  <a:pt x="2606567" y="1904340"/>
                  <a:pt x="2600702" y="1910205"/>
                  <a:pt x="2593467" y="1910205"/>
                </a:cubicBezTo>
                <a:cubicBezTo>
                  <a:pt x="2586234" y="1910205"/>
                  <a:pt x="2580369" y="1904340"/>
                  <a:pt x="2580369" y="1897105"/>
                </a:cubicBezTo>
                <a:cubicBezTo>
                  <a:pt x="2580369" y="1889871"/>
                  <a:pt x="2586233" y="1884006"/>
                  <a:pt x="2593467" y="1884006"/>
                </a:cubicBezTo>
                <a:close/>
                <a:moveTo>
                  <a:pt x="1095646" y="1884006"/>
                </a:moveTo>
                <a:cubicBezTo>
                  <a:pt x="1102881" y="1884006"/>
                  <a:pt x="1108746" y="1889871"/>
                  <a:pt x="1108746" y="1897105"/>
                </a:cubicBezTo>
                <a:cubicBezTo>
                  <a:pt x="1108746" y="1904340"/>
                  <a:pt x="1102881" y="1910205"/>
                  <a:pt x="1095646" y="1910205"/>
                </a:cubicBezTo>
                <a:cubicBezTo>
                  <a:pt x="1088412" y="1910205"/>
                  <a:pt x="1082548" y="1904340"/>
                  <a:pt x="1082548" y="1897105"/>
                </a:cubicBezTo>
                <a:cubicBezTo>
                  <a:pt x="1082548" y="1889871"/>
                  <a:pt x="1088412" y="1884006"/>
                  <a:pt x="1095646" y="1884006"/>
                </a:cubicBezTo>
                <a:close/>
                <a:moveTo>
                  <a:pt x="2478251" y="1882250"/>
                </a:moveTo>
                <a:cubicBezTo>
                  <a:pt x="2486455" y="1882250"/>
                  <a:pt x="2493107" y="1888901"/>
                  <a:pt x="2493107" y="1897106"/>
                </a:cubicBezTo>
                <a:cubicBezTo>
                  <a:pt x="2493107" y="1905311"/>
                  <a:pt x="2486455" y="1911962"/>
                  <a:pt x="2478251" y="1911962"/>
                </a:cubicBezTo>
                <a:cubicBezTo>
                  <a:pt x="2470046" y="1911962"/>
                  <a:pt x="2463395" y="1905311"/>
                  <a:pt x="2463395" y="1897106"/>
                </a:cubicBezTo>
                <a:cubicBezTo>
                  <a:pt x="2463395" y="1888901"/>
                  <a:pt x="2470046" y="1882250"/>
                  <a:pt x="2478251" y="1882250"/>
                </a:cubicBezTo>
                <a:close/>
                <a:moveTo>
                  <a:pt x="1210863" y="1882250"/>
                </a:moveTo>
                <a:cubicBezTo>
                  <a:pt x="1219068" y="1882250"/>
                  <a:pt x="1225719" y="1888901"/>
                  <a:pt x="1225719" y="1897106"/>
                </a:cubicBezTo>
                <a:cubicBezTo>
                  <a:pt x="1225719" y="1905311"/>
                  <a:pt x="1219068" y="1911962"/>
                  <a:pt x="1210863" y="1911962"/>
                </a:cubicBezTo>
                <a:cubicBezTo>
                  <a:pt x="1202658" y="1911962"/>
                  <a:pt x="1196008" y="1905311"/>
                  <a:pt x="1196008" y="1897106"/>
                </a:cubicBezTo>
                <a:cubicBezTo>
                  <a:pt x="1196008" y="1888901"/>
                  <a:pt x="1202658" y="1882250"/>
                  <a:pt x="1210863" y="1882250"/>
                </a:cubicBezTo>
                <a:close/>
                <a:moveTo>
                  <a:pt x="2363034" y="1880386"/>
                </a:moveTo>
                <a:cubicBezTo>
                  <a:pt x="2372268" y="1880386"/>
                  <a:pt x="2379754" y="1887872"/>
                  <a:pt x="2379754" y="1897106"/>
                </a:cubicBezTo>
                <a:cubicBezTo>
                  <a:pt x="2379754" y="1906340"/>
                  <a:pt x="2372268" y="1913826"/>
                  <a:pt x="2363034" y="1913826"/>
                </a:cubicBezTo>
                <a:cubicBezTo>
                  <a:pt x="2353800" y="1913826"/>
                  <a:pt x="2346314" y="1906340"/>
                  <a:pt x="2346314" y="1897106"/>
                </a:cubicBezTo>
                <a:cubicBezTo>
                  <a:pt x="2346314" y="1887872"/>
                  <a:pt x="2353800" y="1880386"/>
                  <a:pt x="2363034" y="1880386"/>
                </a:cubicBezTo>
                <a:close/>
                <a:moveTo>
                  <a:pt x="1326080" y="1880386"/>
                </a:moveTo>
                <a:cubicBezTo>
                  <a:pt x="1335314" y="1880386"/>
                  <a:pt x="1342800" y="1887872"/>
                  <a:pt x="1342800" y="1897106"/>
                </a:cubicBezTo>
                <a:cubicBezTo>
                  <a:pt x="1342800" y="1906340"/>
                  <a:pt x="1335314" y="1913826"/>
                  <a:pt x="1326080" y="1913826"/>
                </a:cubicBezTo>
                <a:cubicBezTo>
                  <a:pt x="1316846" y="1913826"/>
                  <a:pt x="1309360" y="1906340"/>
                  <a:pt x="1309360" y="1897106"/>
                </a:cubicBezTo>
                <a:cubicBezTo>
                  <a:pt x="1309360" y="1887872"/>
                  <a:pt x="1316846" y="1880386"/>
                  <a:pt x="1326080" y="1880386"/>
                </a:cubicBezTo>
                <a:close/>
                <a:moveTo>
                  <a:pt x="2247817" y="1878598"/>
                </a:moveTo>
                <a:cubicBezTo>
                  <a:pt x="2258038" y="1878598"/>
                  <a:pt x="2266325" y="1886885"/>
                  <a:pt x="2266325" y="1897106"/>
                </a:cubicBezTo>
                <a:cubicBezTo>
                  <a:pt x="2266325" y="1907327"/>
                  <a:pt x="2258038" y="1915614"/>
                  <a:pt x="2247817" y="1915614"/>
                </a:cubicBezTo>
                <a:cubicBezTo>
                  <a:pt x="2237596" y="1915614"/>
                  <a:pt x="2229309" y="1907327"/>
                  <a:pt x="2229309" y="1897106"/>
                </a:cubicBezTo>
                <a:cubicBezTo>
                  <a:pt x="2229309" y="1886885"/>
                  <a:pt x="2237596" y="1878598"/>
                  <a:pt x="2247817" y="1878598"/>
                </a:cubicBezTo>
                <a:close/>
                <a:moveTo>
                  <a:pt x="1441297" y="1878598"/>
                </a:moveTo>
                <a:cubicBezTo>
                  <a:pt x="1451519" y="1878598"/>
                  <a:pt x="1459804" y="1886885"/>
                  <a:pt x="1459804" y="1897106"/>
                </a:cubicBezTo>
                <a:cubicBezTo>
                  <a:pt x="1459804" y="1907327"/>
                  <a:pt x="1451519" y="1915614"/>
                  <a:pt x="1441297" y="1915614"/>
                </a:cubicBezTo>
                <a:cubicBezTo>
                  <a:pt x="1431076" y="1915614"/>
                  <a:pt x="1422790" y="1907327"/>
                  <a:pt x="1422790" y="1897106"/>
                </a:cubicBezTo>
                <a:cubicBezTo>
                  <a:pt x="1422790" y="1886885"/>
                  <a:pt x="1431076" y="1878598"/>
                  <a:pt x="1441297" y="1878598"/>
                </a:cubicBezTo>
                <a:close/>
                <a:moveTo>
                  <a:pt x="2132600" y="1877294"/>
                </a:moveTo>
                <a:cubicBezTo>
                  <a:pt x="2143541" y="1877294"/>
                  <a:pt x="2152411" y="1886164"/>
                  <a:pt x="2152411" y="1897106"/>
                </a:cubicBezTo>
                <a:cubicBezTo>
                  <a:pt x="2152411" y="1908048"/>
                  <a:pt x="2143541" y="1916917"/>
                  <a:pt x="2132600" y="1916917"/>
                </a:cubicBezTo>
                <a:cubicBezTo>
                  <a:pt x="2121658" y="1916917"/>
                  <a:pt x="2112788" y="1908047"/>
                  <a:pt x="2112788" y="1897106"/>
                </a:cubicBezTo>
                <a:cubicBezTo>
                  <a:pt x="2112788" y="1886164"/>
                  <a:pt x="2121658" y="1877294"/>
                  <a:pt x="2132600" y="1877294"/>
                </a:cubicBezTo>
                <a:close/>
                <a:moveTo>
                  <a:pt x="1556515" y="1877294"/>
                </a:moveTo>
                <a:cubicBezTo>
                  <a:pt x="1567457" y="1877294"/>
                  <a:pt x="1576326" y="1886164"/>
                  <a:pt x="1576326" y="1897106"/>
                </a:cubicBezTo>
                <a:cubicBezTo>
                  <a:pt x="1576326" y="1908048"/>
                  <a:pt x="1567456" y="1916917"/>
                  <a:pt x="1556515" y="1916917"/>
                </a:cubicBezTo>
                <a:cubicBezTo>
                  <a:pt x="1545574" y="1916917"/>
                  <a:pt x="1536703" y="1908047"/>
                  <a:pt x="1536703" y="1897106"/>
                </a:cubicBezTo>
                <a:cubicBezTo>
                  <a:pt x="1536703" y="1886164"/>
                  <a:pt x="1545574" y="1877294"/>
                  <a:pt x="1556515" y="1877294"/>
                </a:cubicBezTo>
                <a:close/>
                <a:moveTo>
                  <a:pt x="2017383" y="1876142"/>
                </a:moveTo>
                <a:cubicBezTo>
                  <a:pt x="2028960" y="1876142"/>
                  <a:pt x="2038347" y="1885527"/>
                  <a:pt x="2038347" y="1897106"/>
                </a:cubicBezTo>
                <a:cubicBezTo>
                  <a:pt x="2038347" y="1908684"/>
                  <a:pt x="2028960" y="1918070"/>
                  <a:pt x="2017383" y="1918070"/>
                </a:cubicBezTo>
                <a:cubicBezTo>
                  <a:pt x="2005805" y="1918070"/>
                  <a:pt x="1996419" y="1908684"/>
                  <a:pt x="1996419" y="1897106"/>
                </a:cubicBezTo>
                <a:cubicBezTo>
                  <a:pt x="1996419" y="1885527"/>
                  <a:pt x="2005805" y="1876142"/>
                  <a:pt x="2017383" y="1876142"/>
                </a:cubicBezTo>
                <a:close/>
                <a:moveTo>
                  <a:pt x="1671732" y="1876142"/>
                </a:moveTo>
                <a:cubicBezTo>
                  <a:pt x="1683309" y="1876142"/>
                  <a:pt x="1692695" y="1885527"/>
                  <a:pt x="1692695" y="1897106"/>
                </a:cubicBezTo>
                <a:cubicBezTo>
                  <a:pt x="1692695" y="1908684"/>
                  <a:pt x="1683309" y="1918070"/>
                  <a:pt x="1671732" y="1918070"/>
                </a:cubicBezTo>
                <a:cubicBezTo>
                  <a:pt x="1660153" y="1918070"/>
                  <a:pt x="1650768" y="1908684"/>
                  <a:pt x="1650768" y="1897106"/>
                </a:cubicBezTo>
                <a:cubicBezTo>
                  <a:pt x="1650768" y="1885527"/>
                  <a:pt x="1660153" y="1876142"/>
                  <a:pt x="1671732" y="1876142"/>
                </a:cubicBezTo>
                <a:close/>
                <a:moveTo>
                  <a:pt x="1902166" y="1875554"/>
                </a:moveTo>
                <a:cubicBezTo>
                  <a:pt x="1914068" y="1875554"/>
                  <a:pt x="1923717" y="1885203"/>
                  <a:pt x="1923717" y="1897106"/>
                </a:cubicBezTo>
                <a:cubicBezTo>
                  <a:pt x="1923717" y="1909008"/>
                  <a:pt x="1914068" y="1918657"/>
                  <a:pt x="1902166" y="1918657"/>
                </a:cubicBezTo>
                <a:cubicBezTo>
                  <a:pt x="1890262" y="1918657"/>
                  <a:pt x="1880614" y="1909008"/>
                  <a:pt x="1880614" y="1897106"/>
                </a:cubicBezTo>
                <a:cubicBezTo>
                  <a:pt x="1880614" y="1885203"/>
                  <a:pt x="1890262" y="1875554"/>
                  <a:pt x="1902166" y="1875554"/>
                </a:cubicBezTo>
                <a:close/>
                <a:moveTo>
                  <a:pt x="1786949" y="1875554"/>
                </a:moveTo>
                <a:cubicBezTo>
                  <a:pt x="1798851" y="1875554"/>
                  <a:pt x="1808500" y="1885203"/>
                  <a:pt x="1808500" y="1897106"/>
                </a:cubicBezTo>
                <a:cubicBezTo>
                  <a:pt x="1808500" y="1909008"/>
                  <a:pt x="1798851" y="1918657"/>
                  <a:pt x="1786949" y="1918657"/>
                </a:cubicBezTo>
                <a:cubicBezTo>
                  <a:pt x="1775045" y="1918657"/>
                  <a:pt x="1765397" y="1909008"/>
                  <a:pt x="1765397" y="1897106"/>
                </a:cubicBezTo>
                <a:cubicBezTo>
                  <a:pt x="1765397" y="1885203"/>
                  <a:pt x="1775045" y="1875554"/>
                  <a:pt x="1786949" y="1875554"/>
                </a:cubicBezTo>
                <a:close/>
                <a:moveTo>
                  <a:pt x="3688029" y="1796248"/>
                </a:moveTo>
                <a:cubicBezTo>
                  <a:pt x="3688628" y="1796248"/>
                  <a:pt x="3689114" y="1796738"/>
                  <a:pt x="3689114" y="1797333"/>
                </a:cubicBezTo>
                <a:cubicBezTo>
                  <a:pt x="3689114" y="1797932"/>
                  <a:pt x="3688628" y="1798416"/>
                  <a:pt x="3688029" y="1798416"/>
                </a:cubicBezTo>
                <a:cubicBezTo>
                  <a:pt x="3687430" y="1798416"/>
                  <a:pt x="3686944" y="1797932"/>
                  <a:pt x="3686944" y="1797333"/>
                </a:cubicBezTo>
                <a:cubicBezTo>
                  <a:pt x="3686944" y="1796738"/>
                  <a:pt x="3687430" y="1796248"/>
                  <a:pt x="3688029" y="1796248"/>
                </a:cubicBezTo>
                <a:close/>
                <a:moveTo>
                  <a:pt x="1085" y="1796248"/>
                </a:moveTo>
                <a:cubicBezTo>
                  <a:pt x="1686" y="1796248"/>
                  <a:pt x="2170" y="1796738"/>
                  <a:pt x="2170" y="1797333"/>
                </a:cubicBezTo>
                <a:cubicBezTo>
                  <a:pt x="2170" y="1797932"/>
                  <a:pt x="1686" y="1798416"/>
                  <a:pt x="1085" y="1798416"/>
                </a:cubicBezTo>
                <a:cubicBezTo>
                  <a:pt x="486" y="1798416"/>
                  <a:pt x="0" y="1797932"/>
                  <a:pt x="0" y="1797333"/>
                </a:cubicBezTo>
                <a:cubicBezTo>
                  <a:pt x="0" y="1796738"/>
                  <a:pt x="486" y="1796248"/>
                  <a:pt x="1085" y="1796248"/>
                </a:cubicBezTo>
                <a:close/>
                <a:moveTo>
                  <a:pt x="3572813" y="1795630"/>
                </a:moveTo>
                <a:cubicBezTo>
                  <a:pt x="3573754" y="1795630"/>
                  <a:pt x="3574518" y="1796394"/>
                  <a:pt x="3574518" y="1797333"/>
                </a:cubicBezTo>
                <a:cubicBezTo>
                  <a:pt x="3574518" y="1798273"/>
                  <a:pt x="3573754" y="1799035"/>
                  <a:pt x="3572813" y="1799035"/>
                </a:cubicBezTo>
                <a:cubicBezTo>
                  <a:pt x="3571871" y="1799035"/>
                  <a:pt x="3571107" y="1798273"/>
                  <a:pt x="3571107" y="1797333"/>
                </a:cubicBezTo>
                <a:cubicBezTo>
                  <a:pt x="3571107" y="1796394"/>
                  <a:pt x="3571871" y="1795630"/>
                  <a:pt x="3572813" y="1795630"/>
                </a:cubicBezTo>
                <a:close/>
                <a:moveTo>
                  <a:pt x="116302" y="1795630"/>
                </a:moveTo>
                <a:cubicBezTo>
                  <a:pt x="117244" y="1795630"/>
                  <a:pt x="118008" y="1796394"/>
                  <a:pt x="118008" y="1797333"/>
                </a:cubicBezTo>
                <a:cubicBezTo>
                  <a:pt x="118008" y="1798273"/>
                  <a:pt x="117244" y="1799035"/>
                  <a:pt x="116302" y="1799035"/>
                </a:cubicBezTo>
                <a:cubicBezTo>
                  <a:pt x="115360" y="1799035"/>
                  <a:pt x="114597" y="1798273"/>
                  <a:pt x="114597" y="1797333"/>
                </a:cubicBezTo>
                <a:cubicBezTo>
                  <a:pt x="114597" y="1796394"/>
                  <a:pt x="115360" y="1795630"/>
                  <a:pt x="116302" y="1795630"/>
                </a:cubicBezTo>
                <a:close/>
                <a:moveTo>
                  <a:pt x="3457595" y="1794876"/>
                </a:moveTo>
                <a:cubicBezTo>
                  <a:pt x="3458954" y="1794876"/>
                  <a:pt x="3460056" y="1795976"/>
                  <a:pt x="3460056" y="1797333"/>
                </a:cubicBezTo>
                <a:cubicBezTo>
                  <a:pt x="3460056" y="1798689"/>
                  <a:pt x="3458954" y="1799793"/>
                  <a:pt x="3457595" y="1799793"/>
                </a:cubicBezTo>
                <a:cubicBezTo>
                  <a:pt x="3456236" y="1799793"/>
                  <a:pt x="3455134" y="1798689"/>
                  <a:pt x="3455134" y="1797333"/>
                </a:cubicBezTo>
                <a:cubicBezTo>
                  <a:pt x="3455134" y="1795976"/>
                  <a:pt x="3456236" y="1794876"/>
                  <a:pt x="3457595" y="1794876"/>
                </a:cubicBezTo>
                <a:close/>
                <a:moveTo>
                  <a:pt x="231519" y="1794876"/>
                </a:moveTo>
                <a:cubicBezTo>
                  <a:pt x="232879" y="1794876"/>
                  <a:pt x="233981" y="1795976"/>
                  <a:pt x="233981" y="1797333"/>
                </a:cubicBezTo>
                <a:cubicBezTo>
                  <a:pt x="233981" y="1798689"/>
                  <a:pt x="232879" y="1799793"/>
                  <a:pt x="231519" y="1799793"/>
                </a:cubicBezTo>
                <a:cubicBezTo>
                  <a:pt x="230161" y="1799793"/>
                  <a:pt x="229059" y="1798689"/>
                  <a:pt x="229059" y="1797333"/>
                </a:cubicBezTo>
                <a:cubicBezTo>
                  <a:pt x="229059" y="1795976"/>
                  <a:pt x="230161" y="1794876"/>
                  <a:pt x="231519" y="1794876"/>
                </a:cubicBezTo>
                <a:close/>
                <a:moveTo>
                  <a:pt x="3342378" y="1793826"/>
                </a:moveTo>
                <a:cubicBezTo>
                  <a:pt x="3344318" y="1793826"/>
                  <a:pt x="3345890" y="1795398"/>
                  <a:pt x="3345890" y="1797333"/>
                </a:cubicBezTo>
                <a:cubicBezTo>
                  <a:pt x="3345890" y="1799267"/>
                  <a:pt x="3344317" y="1800840"/>
                  <a:pt x="3342378" y="1800840"/>
                </a:cubicBezTo>
                <a:cubicBezTo>
                  <a:pt x="3340439" y="1800840"/>
                  <a:pt x="3338867" y="1799267"/>
                  <a:pt x="3338867" y="1797333"/>
                </a:cubicBezTo>
                <a:cubicBezTo>
                  <a:pt x="3338867" y="1795398"/>
                  <a:pt x="3340439" y="1793826"/>
                  <a:pt x="3342378" y="1793826"/>
                </a:cubicBezTo>
                <a:close/>
                <a:moveTo>
                  <a:pt x="346737" y="1793826"/>
                </a:moveTo>
                <a:cubicBezTo>
                  <a:pt x="348676" y="1793826"/>
                  <a:pt x="350248" y="1795398"/>
                  <a:pt x="350248" y="1797333"/>
                </a:cubicBezTo>
                <a:cubicBezTo>
                  <a:pt x="350248" y="1799267"/>
                  <a:pt x="348676" y="1800840"/>
                  <a:pt x="346737" y="1800840"/>
                </a:cubicBezTo>
                <a:cubicBezTo>
                  <a:pt x="344797" y="1800840"/>
                  <a:pt x="343225" y="1799267"/>
                  <a:pt x="343225" y="1797333"/>
                </a:cubicBezTo>
                <a:cubicBezTo>
                  <a:pt x="343225" y="1795398"/>
                  <a:pt x="344797" y="1793826"/>
                  <a:pt x="346737" y="1793826"/>
                </a:cubicBezTo>
                <a:close/>
                <a:moveTo>
                  <a:pt x="3227162" y="1792778"/>
                </a:moveTo>
                <a:cubicBezTo>
                  <a:pt x="3229678" y="1792778"/>
                  <a:pt x="3231718" y="1794818"/>
                  <a:pt x="3231718" y="1797333"/>
                </a:cubicBezTo>
                <a:cubicBezTo>
                  <a:pt x="3231718" y="1799846"/>
                  <a:pt x="3229678" y="1801887"/>
                  <a:pt x="3227162" y="1801887"/>
                </a:cubicBezTo>
                <a:cubicBezTo>
                  <a:pt x="3224646" y="1801887"/>
                  <a:pt x="3222606" y="1799846"/>
                  <a:pt x="3222606" y="1797333"/>
                </a:cubicBezTo>
                <a:cubicBezTo>
                  <a:pt x="3222606" y="1794818"/>
                  <a:pt x="3224646" y="1792778"/>
                  <a:pt x="3227162" y="1792778"/>
                </a:cubicBezTo>
                <a:close/>
                <a:moveTo>
                  <a:pt x="461953" y="1792778"/>
                </a:moveTo>
                <a:cubicBezTo>
                  <a:pt x="464470" y="1792778"/>
                  <a:pt x="466510" y="1794818"/>
                  <a:pt x="466510" y="1797333"/>
                </a:cubicBezTo>
                <a:cubicBezTo>
                  <a:pt x="466510" y="1799846"/>
                  <a:pt x="464470" y="1801887"/>
                  <a:pt x="461953" y="1801887"/>
                </a:cubicBezTo>
                <a:cubicBezTo>
                  <a:pt x="459438" y="1801887"/>
                  <a:pt x="457398" y="1799846"/>
                  <a:pt x="457398" y="1797333"/>
                </a:cubicBezTo>
                <a:cubicBezTo>
                  <a:pt x="457398" y="1794818"/>
                  <a:pt x="459438" y="1792778"/>
                  <a:pt x="461953" y="1792778"/>
                </a:cubicBezTo>
                <a:close/>
                <a:moveTo>
                  <a:pt x="3111944" y="1791500"/>
                </a:moveTo>
                <a:cubicBezTo>
                  <a:pt x="3115167" y="1791500"/>
                  <a:pt x="3117780" y="1794116"/>
                  <a:pt x="3117780" y="1797333"/>
                </a:cubicBezTo>
                <a:cubicBezTo>
                  <a:pt x="3117780" y="1800555"/>
                  <a:pt x="3115167" y="1803166"/>
                  <a:pt x="3111944" y="1803166"/>
                </a:cubicBezTo>
                <a:cubicBezTo>
                  <a:pt x="3108721" y="1803166"/>
                  <a:pt x="3106107" y="1800555"/>
                  <a:pt x="3106107" y="1797333"/>
                </a:cubicBezTo>
                <a:cubicBezTo>
                  <a:pt x="3106107" y="1794116"/>
                  <a:pt x="3108721" y="1791500"/>
                  <a:pt x="3111944" y="1791500"/>
                </a:cubicBezTo>
                <a:close/>
                <a:moveTo>
                  <a:pt x="577170" y="1791500"/>
                </a:moveTo>
                <a:cubicBezTo>
                  <a:pt x="580393" y="1791500"/>
                  <a:pt x="583007" y="1794116"/>
                  <a:pt x="583007" y="1797333"/>
                </a:cubicBezTo>
                <a:cubicBezTo>
                  <a:pt x="583007" y="1800555"/>
                  <a:pt x="580393" y="1803166"/>
                  <a:pt x="577170" y="1803166"/>
                </a:cubicBezTo>
                <a:cubicBezTo>
                  <a:pt x="573946" y="1803166"/>
                  <a:pt x="571334" y="1800555"/>
                  <a:pt x="571334" y="1797333"/>
                </a:cubicBezTo>
                <a:cubicBezTo>
                  <a:pt x="571334" y="1794116"/>
                  <a:pt x="573946" y="1791500"/>
                  <a:pt x="577170" y="1791500"/>
                </a:cubicBezTo>
                <a:close/>
                <a:moveTo>
                  <a:pt x="2996727" y="1790066"/>
                </a:moveTo>
                <a:cubicBezTo>
                  <a:pt x="3000742" y="1790066"/>
                  <a:pt x="3003997" y="1793321"/>
                  <a:pt x="3003997" y="1797333"/>
                </a:cubicBezTo>
                <a:cubicBezTo>
                  <a:pt x="3003997" y="1801345"/>
                  <a:pt x="3000742" y="1804599"/>
                  <a:pt x="2996727" y="1804599"/>
                </a:cubicBezTo>
                <a:cubicBezTo>
                  <a:pt x="2992711" y="1804599"/>
                  <a:pt x="2989457" y="1801345"/>
                  <a:pt x="2989457" y="1797333"/>
                </a:cubicBezTo>
                <a:cubicBezTo>
                  <a:pt x="2989457" y="1793321"/>
                  <a:pt x="2992711" y="1790066"/>
                  <a:pt x="2996727" y="1790066"/>
                </a:cubicBezTo>
                <a:close/>
                <a:moveTo>
                  <a:pt x="692388" y="1790066"/>
                </a:moveTo>
                <a:cubicBezTo>
                  <a:pt x="696403" y="1790066"/>
                  <a:pt x="699657" y="1793321"/>
                  <a:pt x="699657" y="1797333"/>
                </a:cubicBezTo>
                <a:cubicBezTo>
                  <a:pt x="699657" y="1801345"/>
                  <a:pt x="696403" y="1804599"/>
                  <a:pt x="692388" y="1804599"/>
                </a:cubicBezTo>
                <a:cubicBezTo>
                  <a:pt x="688373" y="1804599"/>
                  <a:pt x="685118" y="1801345"/>
                  <a:pt x="685118" y="1797333"/>
                </a:cubicBezTo>
                <a:cubicBezTo>
                  <a:pt x="685118" y="1793321"/>
                  <a:pt x="688373" y="1790066"/>
                  <a:pt x="692388" y="1790066"/>
                </a:cubicBezTo>
                <a:close/>
                <a:moveTo>
                  <a:pt x="2881510" y="1788607"/>
                </a:moveTo>
                <a:cubicBezTo>
                  <a:pt x="2886331" y="1788607"/>
                  <a:pt x="2890240" y="1792514"/>
                  <a:pt x="2890240" y="1797333"/>
                </a:cubicBezTo>
                <a:cubicBezTo>
                  <a:pt x="2890240" y="1802151"/>
                  <a:pt x="2886331" y="1806058"/>
                  <a:pt x="2881510" y="1806058"/>
                </a:cubicBezTo>
                <a:cubicBezTo>
                  <a:pt x="2876689" y="1806058"/>
                  <a:pt x="2872781" y="1802151"/>
                  <a:pt x="2872781" y="1797333"/>
                </a:cubicBezTo>
                <a:cubicBezTo>
                  <a:pt x="2872781" y="1792514"/>
                  <a:pt x="2876689" y="1788607"/>
                  <a:pt x="2881510" y="1788607"/>
                </a:cubicBezTo>
                <a:close/>
                <a:moveTo>
                  <a:pt x="807604" y="1788607"/>
                </a:moveTo>
                <a:cubicBezTo>
                  <a:pt x="812425" y="1788607"/>
                  <a:pt x="816334" y="1792514"/>
                  <a:pt x="816334" y="1797333"/>
                </a:cubicBezTo>
                <a:cubicBezTo>
                  <a:pt x="816334" y="1802151"/>
                  <a:pt x="812425" y="1806058"/>
                  <a:pt x="807604" y="1806058"/>
                </a:cubicBezTo>
                <a:cubicBezTo>
                  <a:pt x="802782" y="1806058"/>
                  <a:pt x="798874" y="1802151"/>
                  <a:pt x="798874" y="1797333"/>
                </a:cubicBezTo>
                <a:cubicBezTo>
                  <a:pt x="798874" y="1792514"/>
                  <a:pt x="802782" y="1788607"/>
                  <a:pt x="807604" y="1788607"/>
                </a:cubicBezTo>
                <a:close/>
                <a:moveTo>
                  <a:pt x="2766293" y="1786880"/>
                </a:moveTo>
                <a:cubicBezTo>
                  <a:pt x="2772069" y="1786880"/>
                  <a:pt x="2776750" y="1791562"/>
                  <a:pt x="2776750" y="1797333"/>
                </a:cubicBezTo>
                <a:cubicBezTo>
                  <a:pt x="2776750" y="1803104"/>
                  <a:pt x="2772069" y="1807785"/>
                  <a:pt x="2766293" y="1807785"/>
                </a:cubicBezTo>
                <a:cubicBezTo>
                  <a:pt x="2760517" y="1807785"/>
                  <a:pt x="2755836" y="1803104"/>
                  <a:pt x="2755836" y="1797333"/>
                </a:cubicBezTo>
                <a:cubicBezTo>
                  <a:pt x="2755836" y="1791562"/>
                  <a:pt x="2760517" y="1786880"/>
                  <a:pt x="2766293" y="1786880"/>
                </a:cubicBezTo>
                <a:close/>
                <a:moveTo>
                  <a:pt x="922821" y="1786880"/>
                </a:moveTo>
                <a:cubicBezTo>
                  <a:pt x="928596" y="1786880"/>
                  <a:pt x="933278" y="1791562"/>
                  <a:pt x="933278" y="1797333"/>
                </a:cubicBezTo>
                <a:cubicBezTo>
                  <a:pt x="933278" y="1803104"/>
                  <a:pt x="928596" y="1807785"/>
                  <a:pt x="922821" y="1807785"/>
                </a:cubicBezTo>
                <a:cubicBezTo>
                  <a:pt x="917046" y="1807785"/>
                  <a:pt x="912364" y="1803104"/>
                  <a:pt x="912364" y="1797333"/>
                </a:cubicBezTo>
                <a:cubicBezTo>
                  <a:pt x="912364" y="1791562"/>
                  <a:pt x="917046" y="1786880"/>
                  <a:pt x="922821" y="1786880"/>
                </a:cubicBezTo>
                <a:close/>
                <a:moveTo>
                  <a:pt x="2651076" y="1785151"/>
                </a:moveTo>
                <a:cubicBezTo>
                  <a:pt x="2657806" y="1785151"/>
                  <a:pt x="2663262" y="1790607"/>
                  <a:pt x="2663262" y="1797333"/>
                </a:cubicBezTo>
                <a:cubicBezTo>
                  <a:pt x="2663262" y="1804058"/>
                  <a:pt x="2657806" y="1809515"/>
                  <a:pt x="2651076" y="1809515"/>
                </a:cubicBezTo>
                <a:cubicBezTo>
                  <a:pt x="2644346" y="1809515"/>
                  <a:pt x="2638890" y="1804058"/>
                  <a:pt x="2638890" y="1797333"/>
                </a:cubicBezTo>
                <a:cubicBezTo>
                  <a:pt x="2638890" y="1790607"/>
                  <a:pt x="2644346" y="1785151"/>
                  <a:pt x="2651076" y="1785151"/>
                </a:cubicBezTo>
                <a:close/>
                <a:moveTo>
                  <a:pt x="1038038" y="1785151"/>
                </a:moveTo>
                <a:cubicBezTo>
                  <a:pt x="1044768" y="1785151"/>
                  <a:pt x="1050224" y="1790607"/>
                  <a:pt x="1050224" y="1797333"/>
                </a:cubicBezTo>
                <a:cubicBezTo>
                  <a:pt x="1050224" y="1804058"/>
                  <a:pt x="1044768" y="1809515"/>
                  <a:pt x="1038038" y="1809515"/>
                </a:cubicBezTo>
                <a:cubicBezTo>
                  <a:pt x="1031308" y="1809515"/>
                  <a:pt x="1025852" y="1804058"/>
                  <a:pt x="1025852" y="1797333"/>
                </a:cubicBezTo>
                <a:cubicBezTo>
                  <a:pt x="1025852" y="1790607"/>
                  <a:pt x="1031308" y="1785151"/>
                  <a:pt x="1038038" y="1785151"/>
                </a:cubicBezTo>
                <a:close/>
                <a:moveTo>
                  <a:pt x="2535860" y="1783294"/>
                </a:moveTo>
                <a:cubicBezTo>
                  <a:pt x="2543616" y="1783294"/>
                  <a:pt x="2549903" y="1789577"/>
                  <a:pt x="2549903" y="1797333"/>
                </a:cubicBezTo>
                <a:cubicBezTo>
                  <a:pt x="2549903" y="1805084"/>
                  <a:pt x="2543616" y="1811373"/>
                  <a:pt x="2535860" y="1811373"/>
                </a:cubicBezTo>
                <a:cubicBezTo>
                  <a:pt x="2528103" y="1811373"/>
                  <a:pt x="2521816" y="1805084"/>
                  <a:pt x="2521816" y="1797333"/>
                </a:cubicBezTo>
                <a:cubicBezTo>
                  <a:pt x="2521816" y="1789577"/>
                  <a:pt x="2528103" y="1783294"/>
                  <a:pt x="2535860" y="1783294"/>
                </a:cubicBezTo>
                <a:close/>
                <a:moveTo>
                  <a:pt x="1153255" y="1783294"/>
                </a:moveTo>
                <a:cubicBezTo>
                  <a:pt x="1161011" y="1783294"/>
                  <a:pt x="1167298" y="1789577"/>
                  <a:pt x="1167298" y="1797333"/>
                </a:cubicBezTo>
                <a:cubicBezTo>
                  <a:pt x="1167298" y="1805084"/>
                  <a:pt x="1161011" y="1811373"/>
                  <a:pt x="1153255" y="1811373"/>
                </a:cubicBezTo>
                <a:cubicBezTo>
                  <a:pt x="1145499" y="1811373"/>
                  <a:pt x="1139211" y="1805084"/>
                  <a:pt x="1139211" y="1797333"/>
                </a:cubicBezTo>
                <a:cubicBezTo>
                  <a:pt x="1139211" y="1789577"/>
                  <a:pt x="1145499" y="1783294"/>
                  <a:pt x="1153255" y="1783294"/>
                </a:cubicBezTo>
                <a:close/>
                <a:moveTo>
                  <a:pt x="2420642" y="1781476"/>
                </a:moveTo>
                <a:cubicBezTo>
                  <a:pt x="2429400" y="1781476"/>
                  <a:pt x="2436501" y="1788574"/>
                  <a:pt x="2436501" y="1797333"/>
                </a:cubicBezTo>
                <a:cubicBezTo>
                  <a:pt x="2436501" y="1806086"/>
                  <a:pt x="2429400" y="1813189"/>
                  <a:pt x="2420642" y="1813189"/>
                </a:cubicBezTo>
                <a:cubicBezTo>
                  <a:pt x="2411884" y="1813189"/>
                  <a:pt x="2404783" y="1806086"/>
                  <a:pt x="2404783" y="1797333"/>
                </a:cubicBezTo>
                <a:cubicBezTo>
                  <a:pt x="2404783" y="1788574"/>
                  <a:pt x="2411884" y="1781476"/>
                  <a:pt x="2420642" y="1781476"/>
                </a:cubicBezTo>
                <a:close/>
                <a:moveTo>
                  <a:pt x="1268472" y="1781476"/>
                </a:moveTo>
                <a:cubicBezTo>
                  <a:pt x="1277231" y="1781476"/>
                  <a:pt x="1284331" y="1788574"/>
                  <a:pt x="1284331" y="1797333"/>
                </a:cubicBezTo>
                <a:cubicBezTo>
                  <a:pt x="1284331" y="1806086"/>
                  <a:pt x="1277231" y="1813189"/>
                  <a:pt x="1268472" y="1813189"/>
                </a:cubicBezTo>
                <a:cubicBezTo>
                  <a:pt x="1259714" y="1813189"/>
                  <a:pt x="1252613" y="1806086"/>
                  <a:pt x="1252613" y="1797333"/>
                </a:cubicBezTo>
                <a:cubicBezTo>
                  <a:pt x="1252613" y="1788574"/>
                  <a:pt x="1259714" y="1781476"/>
                  <a:pt x="1268472" y="1781476"/>
                </a:cubicBezTo>
                <a:close/>
                <a:moveTo>
                  <a:pt x="2305426" y="1779554"/>
                </a:moveTo>
                <a:cubicBezTo>
                  <a:pt x="2315246" y="1779554"/>
                  <a:pt x="2323207" y="1787516"/>
                  <a:pt x="2323207" y="1797333"/>
                </a:cubicBezTo>
                <a:cubicBezTo>
                  <a:pt x="2323207" y="1807150"/>
                  <a:pt x="2315246" y="1815110"/>
                  <a:pt x="2305426" y="1815110"/>
                </a:cubicBezTo>
                <a:cubicBezTo>
                  <a:pt x="2295605" y="1815110"/>
                  <a:pt x="2287644" y="1807150"/>
                  <a:pt x="2287644" y="1797333"/>
                </a:cubicBezTo>
                <a:cubicBezTo>
                  <a:pt x="2287644" y="1787516"/>
                  <a:pt x="2295605" y="1779554"/>
                  <a:pt x="2305426" y="1779554"/>
                </a:cubicBezTo>
                <a:close/>
                <a:moveTo>
                  <a:pt x="1383689" y="1779554"/>
                </a:moveTo>
                <a:cubicBezTo>
                  <a:pt x="1393510" y="1779554"/>
                  <a:pt x="1401471" y="1787516"/>
                  <a:pt x="1401471" y="1797333"/>
                </a:cubicBezTo>
                <a:cubicBezTo>
                  <a:pt x="1401471" y="1807150"/>
                  <a:pt x="1393510" y="1815110"/>
                  <a:pt x="1383689" y="1815110"/>
                </a:cubicBezTo>
                <a:cubicBezTo>
                  <a:pt x="1373868" y="1815110"/>
                  <a:pt x="1365907" y="1807150"/>
                  <a:pt x="1365907" y="1797333"/>
                </a:cubicBezTo>
                <a:cubicBezTo>
                  <a:pt x="1365907" y="1787516"/>
                  <a:pt x="1373868" y="1779554"/>
                  <a:pt x="1383689" y="1779554"/>
                </a:cubicBezTo>
                <a:close/>
                <a:moveTo>
                  <a:pt x="2190209" y="1777904"/>
                </a:moveTo>
                <a:cubicBezTo>
                  <a:pt x="2200942" y="1777904"/>
                  <a:pt x="2209643" y="1786604"/>
                  <a:pt x="2209643" y="1797333"/>
                </a:cubicBezTo>
                <a:cubicBezTo>
                  <a:pt x="2209643" y="1808061"/>
                  <a:pt x="2200942" y="1816766"/>
                  <a:pt x="2190209" y="1816766"/>
                </a:cubicBezTo>
                <a:cubicBezTo>
                  <a:pt x="2179475" y="1816766"/>
                  <a:pt x="2170774" y="1808061"/>
                  <a:pt x="2170774" y="1797333"/>
                </a:cubicBezTo>
                <a:cubicBezTo>
                  <a:pt x="2170774" y="1786604"/>
                  <a:pt x="2179475" y="1777904"/>
                  <a:pt x="2190209" y="1777904"/>
                </a:cubicBezTo>
                <a:close/>
                <a:moveTo>
                  <a:pt x="1498906" y="1777904"/>
                </a:moveTo>
                <a:cubicBezTo>
                  <a:pt x="1509639" y="1777904"/>
                  <a:pt x="1518341" y="1786604"/>
                  <a:pt x="1518341" y="1797333"/>
                </a:cubicBezTo>
                <a:cubicBezTo>
                  <a:pt x="1518341" y="1808061"/>
                  <a:pt x="1509639" y="1816766"/>
                  <a:pt x="1498906" y="1816766"/>
                </a:cubicBezTo>
                <a:cubicBezTo>
                  <a:pt x="1488173" y="1816766"/>
                  <a:pt x="1479472" y="1808061"/>
                  <a:pt x="1479472" y="1797333"/>
                </a:cubicBezTo>
                <a:cubicBezTo>
                  <a:pt x="1479472" y="1786604"/>
                  <a:pt x="1488173" y="1777904"/>
                  <a:pt x="1498906" y="1777904"/>
                </a:cubicBezTo>
                <a:close/>
                <a:moveTo>
                  <a:pt x="2074992" y="1776569"/>
                </a:moveTo>
                <a:cubicBezTo>
                  <a:pt x="2086462" y="1776569"/>
                  <a:pt x="2095761" y="1785866"/>
                  <a:pt x="2095761" y="1797333"/>
                </a:cubicBezTo>
                <a:cubicBezTo>
                  <a:pt x="2095761" y="1808798"/>
                  <a:pt x="2086462" y="1818098"/>
                  <a:pt x="2074992" y="1818098"/>
                </a:cubicBezTo>
                <a:cubicBezTo>
                  <a:pt x="2063521" y="1818098"/>
                  <a:pt x="2054222" y="1808798"/>
                  <a:pt x="2054222" y="1797333"/>
                </a:cubicBezTo>
                <a:cubicBezTo>
                  <a:pt x="2054222" y="1785866"/>
                  <a:pt x="2063521" y="1776569"/>
                  <a:pt x="2074992" y="1776569"/>
                </a:cubicBezTo>
                <a:close/>
                <a:moveTo>
                  <a:pt x="1614123" y="1776569"/>
                </a:moveTo>
                <a:cubicBezTo>
                  <a:pt x="1625594" y="1776569"/>
                  <a:pt x="1634892" y="1785866"/>
                  <a:pt x="1634892" y="1797333"/>
                </a:cubicBezTo>
                <a:cubicBezTo>
                  <a:pt x="1634892" y="1808798"/>
                  <a:pt x="1625594" y="1818098"/>
                  <a:pt x="1614123" y="1818098"/>
                </a:cubicBezTo>
                <a:cubicBezTo>
                  <a:pt x="1602652" y="1818098"/>
                  <a:pt x="1593354" y="1808798"/>
                  <a:pt x="1593354" y="1797333"/>
                </a:cubicBezTo>
                <a:cubicBezTo>
                  <a:pt x="1593354" y="1785866"/>
                  <a:pt x="1602652" y="1776569"/>
                  <a:pt x="1614123" y="1776569"/>
                </a:cubicBezTo>
                <a:close/>
                <a:moveTo>
                  <a:pt x="1959774" y="1775787"/>
                </a:moveTo>
                <a:cubicBezTo>
                  <a:pt x="1971677" y="1775787"/>
                  <a:pt x="1981326" y="1785435"/>
                  <a:pt x="1981326" y="1797333"/>
                </a:cubicBezTo>
                <a:cubicBezTo>
                  <a:pt x="1981326" y="1809231"/>
                  <a:pt x="1971677" y="1818880"/>
                  <a:pt x="1959774" y="1818880"/>
                </a:cubicBezTo>
                <a:cubicBezTo>
                  <a:pt x="1947872" y="1818880"/>
                  <a:pt x="1938223" y="1809231"/>
                  <a:pt x="1938223" y="1797333"/>
                </a:cubicBezTo>
                <a:cubicBezTo>
                  <a:pt x="1938223" y="1785435"/>
                  <a:pt x="1947872" y="1775787"/>
                  <a:pt x="1959774" y="1775787"/>
                </a:cubicBezTo>
                <a:close/>
                <a:moveTo>
                  <a:pt x="1729340" y="1775787"/>
                </a:moveTo>
                <a:cubicBezTo>
                  <a:pt x="1741243" y="1775787"/>
                  <a:pt x="1750892" y="1785435"/>
                  <a:pt x="1750892" y="1797333"/>
                </a:cubicBezTo>
                <a:cubicBezTo>
                  <a:pt x="1750892" y="1809231"/>
                  <a:pt x="1741243" y="1818880"/>
                  <a:pt x="1729340" y="1818880"/>
                </a:cubicBezTo>
                <a:cubicBezTo>
                  <a:pt x="1717438" y="1818880"/>
                  <a:pt x="1707788" y="1809231"/>
                  <a:pt x="1707788" y="1797333"/>
                </a:cubicBezTo>
                <a:cubicBezTo>
                  <a:pt x="1707788" y="1785435"/>
                  <a:pt x="1717438" y="1775787"/>
                  <a:pt x="1729340" y="1775787"/>
                </a:cubicBezTo>
                <a:close/>
                <a:moveTo>
                  <a:pt x="1844558" y="1775392"/>
                </a:moveTo>
                <a:cubicBezTo>
                  <a:pt x="1856679" y="1775392"/>
                  <a:pt x="1866506" y="1785215"/>
                  <a:pt x="1866506" y="1797333"/>
                </a:cubicBezTo>
                <a:cubicBezTo>
                  <a:pt x="1866506" y="1809450"/>
                  <a:pt x="1856679" y="1819279"/>
                  <a:pt x="1844558" y="1819279"/>
                </a:cubicBezTo>
                <a:cubicBezTo>
                  <a:pt x="1832436" y="1819279"/>
                  <a:pt x="1822609" y="1809450"/>
                  <a:pt x="1822609" y="1797333"/>
                </a:cubicBezTo>
                <a:cubicBezTo>
                  <a:pt x="1822609" y="1785215"/>
                  <a:pt x="1832436" y="1775392"/>
                  <a:pt x="1844558" y="1775392"/>
                </a:cubicBezTo>
                <a:close/>
                <a:moveTo>
                  <a:pt x="3630421" y="1696240"/>
                </a:moveTo>
                <a:cubicBezTo>
                  <a:pt x="3631154" y="1696240"/>
                  <a:pt x="3631748" y="1696834"/>
                  <a:pt x="3631748" y="1697568"/>
                </a:cubicBezTo>
                <a:cubicBezTo>
                  <a:pt x="3631748" y="1698297"/>
                  <a:pt x="3631154" y="1698895"/>
                  <a:pt x="3630421" y="1698895"/>
                </a:cubicBezTo>
                <a:cubicBezTo>
                  <a:pt x="3629688" y="1698895"/>
                  <a:pt x="3629094" y="1698297"/>
                  <a:pt x="3629094" y="1697568"/>
                </a:cubicBezTo>
                <a:cubicBezTo>
                  <a:pt x="3629094" y="1696834"/>
                  <a:pt x="3629688" y="1696240"/>
                  <a:pt x="3630421" y="1696240"/>
                </a:cubicBezTo>
                <a:close/>
                <a:moveTo>
                  <a:pt x="58694" y="1696240"/>
                </a:moveTo>
                <a:cubicBezTo>
                  <a:pt x="59426" y="1696240"/>
                  <a:pt x="60021" y="1696834"/>
                  <a:pt x="60021" y="1697568"/>
                </a:cubicBezTo>
                <a:cubicBezTo>
                  <a:pt x="60021" y="1698297"/>
                  <a:pt x="59426" y="1698895"/>
                  <a:pt x="58694" y="1698895"/>
                </a:cubicBezTo>
                <a:cubicBezTo>
                  <a:pt x="57961" y="1698895"/>
                  <a:pt x="57367" y="1698297"/>
                  <a:pt x="57367" y="1697568"/>
                </a:cubicBezTo>
                <a:cubicBezTo>
                  <a:pt x="57367" y="1696834"/>
                  <a:pt x="57961" y="1696240"/>
                  <a:pt x="58694" y="1696240"/>
                </a:cubicBezTo>
                <a:close/>
                <a:moveTo>
                  <a:pt x="3515203" y="1695499"/>
                </a:moveTo>
                <a:cubicBezTo>
                  <a:pt x="3516345" y="1695499"/>
                  <a:pt x="3517270" y="1696423"/>
                  <a:pt x="3517270" y="1697568"/>
                </a:cubicBezTo>
                <a:cubicBezTo>
                  <a:pt x="3517270" y="1698708"/>
                  <a:pt x="3516345" y="1699633"/>
                  <a:pt x="3515203" y="1699633"/>
                </a:cubicBezTo>
                <a:cubicBezTo>
                  <a:pt x="3514062" y="1699633"/>
                  <a:pt x="3513137" y="1698708"/>
                  <a:pt x="3513137" y="1697568"/>
                </a:cubicBezTo>
                <a:cubicBezTo>
                  <a:pt x="3513137" y="1696426"/>
                  <a:pt x="3514062" y="1695499"/>
                  <a:pt x="3515203" y="1695499"/>
                </a:cubicBezTo>
                <a:close/>
                <a:moveTo>
                  <a:pt x="173910" y="1695499"/>
                </a:moveTo>
                <a:cubicBezTo>
                  <a:pt x="175053" y="1695499"/>
                  <a:pt x="175978" y="1696423"/>
                  <a:pt x="175978" y="1697568"/>
                </a:cubicBezTo>
                <a:cubicBezTo>
                  <a:pt x="175978" y="1698708"/>
                  <a:pt x="175053" y="1699633"/>
                  <a:pt x="173910" y="1699633"/>
                </a:cubicBezTo>
                <a:cubicBezTo>
                  <a:pt x="172769" y="1699633"/>
                  <a:pt x="171845" y="1698708"/>
                  <a:pt x="171845" y="1697568"/>
                </a:cubicBezTo>
                <a:cubicBezTo>
                  <a:pt x="171845" y="1696426"/>
                  <a:pt x="172769" y="1695499"/>
                  <a:pt x="173910" y="1695499"/>
                </a:cubicBezTo>
                <a:close/>
                <a:moveTo>
                  <a:pt x="3399988" y="1694680"/>
                </a:moveTo>
                <a:cubicBezTo>
                  <a:pt x="3401583" y="1694680"/>
                  <a:pt x="3402877" y="1695971"/>
                  <a:pt x="3402877" y="1697568"/>
                </a:cubicBezTo>
                <a:cubicBezTo>
                  <a:pt x="3402877" y="1699160"/>
                  <a:pt x="3401583" y="1700456"/>
                  <a:pt x="3399988" y="1700456"/>
                </a:cubicBezTo>
                <a:cubicBezTo>
                  <a:pt x="3398392" y="1700456"/>
                  <a:pt x="3397098" y="1699160"/>
                  <a:pt x="3397098" y="1697568"/>
                </a:cubicBezTo>
                <a:cubicBezTo>
                  <a:pt x="3397098" y="1695971"/>
                  <a:pt x="3398392" y="1694680"/>
                  <a:pt x="3399988" y="1694680"/>
                </a:cubicBezTo>
                <a:close/>
                <a:moveTo>
                  <a:pt x="289128" y="1694680"/>
                </a:moveTo>
                <a:cubicBezTo>
                  <a:pt x="290723" y="1694680"/>
                  <a:pt x="292016" y="1695971"/>
                  <a:pt x="292016" y="1697568"/>
                </a:cubicBezTo>
                <a:cubicBezTo>
                  <a:pt x="292016" y="1699160"/>
                  <a:pt x="290723" y="1700456"/>
                  <a:pt x="289128" y="1700456"/>
                </a:cubicBezTo>
                <a:cubicBezTo>
                  <a:pt x="287532" y="1700456"/>
                  <a:pt x="286239" y="1699160"/>
                  <a:pt x="286239" y="1697568"/>
                </a:cubicBezTo>
                <a:cubicBezTo>
                  <a:pt x="286239" y="1695971"/>
                  <a:pt x="287532" y="1694680"/>
                  <a:pt x="289128" y="1694680"/>
                </a:cubicBezTo>
                <a:close/>
                <a:moveTo>
                  <a:pt x="3284770" y="1693550"/>
                </a:moveTo>
                <a:cubicBezTo>
                  <a:pt x="3286988" y="1693550"/>
                  <a:pt x="3288787" y="1695348"/>
                  <a:pt x="3288787" y="1697568"/>
                </a:cubicBezTo>
                <a:cubicBezTo>
                  <a:pt x="3288787" y="1699784"/>
                  <a:pt x="3286988" y="1701585"/>
                  <a:pt x="3284770" y="1701585"/>
                </a:cubicBezTo>
                <a:cubicBezTo>
                  <a:pt x="3282552" y="1701585"/>
                  <a:pt x="3280753" y="1699784"/>
                  <a:pt x="3280753" y="1697568"/>
                </a:cubicBezTo>
                <a:cubicBezTo>
                  <a:pt x="3280753" y="1695348"/>
                  <a:pt x="3282552" y="1693550"/>
                  <a:pt x="3284770" y="1693550"/>
                </a:cubicBezTo>
                <a:close/>
                <a:moveTo>
                  <a:pt x="404345" y="1693550"/>
                </a:moveTo>
                <a:cubicBezTo>
                  <a:pt x="406563" y="1693550"/>
                  <a:pt x="408362" y="1695348"/>
                  <a:pt x="408362" y="1697568"/>
                </a:cubicBezTo>
                <a:cubicBezTo>
                  <a:pt x="408362" y="1699784"/>
                  <a:pt x="406563" y="1701585"/>
                  <a:pt x="404345" y="1701585"/>
                </a:cubicBezTo>
                <a:cubicBezTo>
                  <a:pt x="402125" y="1701585"/>
                  <a:pt x="400328" y="1699784"/>
                  <a:pt x="400328" y="1697568"/>
                </a:cubicBezTo>
                <a:cubicBezTo>
                  <a:pt x="400328" y="1695348"/>
                  <a:pt x="402125" y="1693550"/>
                  <a:pt x="404345" y="1693550"/>
                </a:cubicBezTo>
                <a:close/>
                <a:moveTo>
                  <a:pt x="3169553" y="1692439"/>
                </a:moveTo>
                <a:cubicBezTo>
                  <a:pt x="3172384" y="1692439"/>
                  <a:pt x="3174680" y="1694732"/>
                  <a:pt x="3174680" y="1697568"/>
                </a:cubicBezTo>
                <a:cubicBezTo>
                  <a:pt x="3174680" y="1700398"/>
                  <a:pt x="3172384" y="1702695"/>
                  <a:pt x="3169553" y="1702695"/>
                </a:cubicBezTo>
                <a:cubicBezTo>
                  <a:pt x="3166721" y="1702695"/>
                  <a:pt x="3164425" y="1700398"/>
                  <a:pt x="3164425" y="1697568"/>
                </a:cubicBezTo>
                <a:cubicBezTo>
                  <a:pt x="3164425" y="1694732"/>
                  <a:pt x="3166721" y="1692439"/>
                  <a:pt x="3169553" y="1692439"/>
                </a:cubicBezTo>
                <a:close/>
                <a:moveTo>
                  <a:pt x="519562" y="1692439"/>
                </a:moveTo>
                <a:cubicBezTo>
                  <a:pt x="522393" y="1692439"/>
                  <a:pt x="524690" y="1694732"/>
                  <a:pt x="524690" y="1697568"/>
                </a:cubicBezTo>
                <a:cubicBezTo>
                  <a:pt x="524690" y="1700398"/>
                  <a:pt x="522393" y="1702695"/>
                  <a:pt x="519562" y="1702695"/>
                </a:cubicBezTo>
                <a:cubicBezTo>
                  <a:pt x="516731" y="1702695"/>
                  <a:pt x="514434" y="1700398"/>
                  <a:pt x="514434" y="1697568"/>
                </a:cubicBezTo>
                <a:cubicBezTo>
                  <a:pt x="514434" y="1694732"/>
                  <a:pt x="516731" y="1692439"/>
                  <a:pt x="519562" y="1692439"/>
                </a:cubicBezTo>
                <a:close/>
                <a:moveTo>
                  <a:pt x="3054336" y="1691089"/>
                </a:moveTo>
                <a:cubicBezTo>
                  <a:pt x="3057913" y="1691089"/>
                  <a:pt x="3060814" y="1693988"/>
                  <a:pt x="3060814" y="1697568"/>
                </a:cubicBezTo>
                <a:cubicBezTo>
                  <a:pt x="3060814" y="1701144"/>
                  <a:pt x="3057914" y="1704044"/>
                  <a:pt x="3054336" y="1704044"/>
                </a:cubicBezTo>
                <a:cubicBezTo>
                  <a:pt x="3050758" y="1704044"/>
                  <a:pt x="3047856" y="1701144"/>
                  <a:pt x="3047856" y="1697568"/>
                </a:cubicBezTo>
                <a:cubicBezTo>
                  <a:pt x="3047856" y="1693988"/>
                  <a:pt x="3050757" y="1691089"/>
                  <a:pt x="3054336" y="1691089"/>
                </a:cubicBezTo>
                <a:close/>
                <a:moveTo>
                  <a:pt x="634779" y="1691089"/>
                </a:moveTo>
                <a:cubicBezTo>
                  <a:pt x="638357" y="1691089"/>
                  <a:pt x="641257" y="1693988"/>
                  <a:pt x="641257" y="1697568"/>
                </a:cubicBezTo>
                <a:cubicBezTo>
                  <a:pt x="641257" y="1701144"/>
                  <a:pt x="638357" y="1704044"/>
                  <a:pt x="634779" y="1704044"/>
                </a:cubicBezTo>
                <a:cubicBezTo>
                  <a:pt x="631201" y="1704044"/>
                  <a:pt x="628301" y="1701144"/>
                  <a:pt x="628301" y="1697568"/>
                </a:cubicBezTo>
                <a:cubicBezTo>
                  <a:pt x="628301" y="1693988"/>
                  <a:pt x="631201" y="1691089"/>
                  <a:pt x="634779" y="1691089"/>
                </a:cubicBezTo>
                <a:close/>
                <a:moveTo>
                  <a:pt x="2939119" y="1689706"/>
                </a:moveTo>
                <a:cubicBezTo>
                  <a:pt x="2943461" y="1689706"/>
                  <a:pt x="2946982" y="1693225"/>
                  <a:pt x="2946982" y="1697568"/>
                </a:cubicBezTo>
                <a:cubicBezTo>
                  <a:pt x="2946982" y="1701910"/>
                  <a:pt x="2943461" y="1705428"/>
                  <a:pt x="2939119" y="1705428"/>
                </a:cubicBezTo>
                <a:cubicBezTo>
                  <a:pt x="2934776" y="1705428"/>
                  <a:pt x="2931256" y="1701910"/>
                  <a:pt x="2931256" y="1697568"/>
                </a:cubicBezTo>
                <a:cubicBezTo>
                  <a:pt x="2931256" y="1693225"/>
                  <a:pt x="2934776" y="1689706"/>
                  <a:pt x="2939119" y="1689706"/>
                </a:cubicBezTo>
                <a:close/>
                <a:moveTo>
                  <a:pt x="749995" y="1689706"/>
                </a:moveTo>
                <a:cubicBezTo>
                  <a:pt x="754337" y="1689706"/>
                  <a:pt x="757857" y="1693225"/>
                  <a:pt x="757857" y="1697568"/>
                </a:cubicBezTo>
                <a:cubicBezTo>
                  <a:pt x="757857" y="1701910"/>
                  <a:pt x="754337" y="1705428"/>
                  <a:pt x="749995" y="1705428"/>
                </a:cubicBezTo>
                <a:cubicBezTo>
                  <a:pt x="745653" y="1705428"/>
                  <a:pt x="742133" y="1701910"/>
                  <a:pt x="742133" y="1697568"/>
                </a:cubicBezTo>
                <a:cubicBezTo>
                  <a:pt x="742133" y="1693225"/>
                  <a:pt x="745653" y="1689706"/>
                  <a:pt x="749995" y="1689706"/>
                </a:cubicBezTo>
                <a:close/>
                <a:moveTo>
                  <a:pt x="2823902" y="1688060"/>
                </a:moveTo>
                <a:cubicBezTo>
                  <a:pt x="2829153" y="1688060"/>
                  <a:pt x="2833410" y="1692318"/>
                  <a:pt x="2833410" y="1697568"/>
                </a:cubicBezTo>
                <a:cubicBezTo>
                  <a:pt x="2833410" y="1702818"/>
                  <a:pt x="2829153" y="1707075"/>
                  <a:pt x="2823902" y="1707075"/>
                </a:cubicBezTo>
                <a:cubicBezTo>
                  <a:pt x="2818650" y="1707075"/>
                  <a:pt x="2814394" y="1702818"/>
                  <a:pt x="2814394" y="1697568"/>
                </a:cubicBezTo>
                <a:cubicBezTo>
                  <a:pt x="2814394" y="1692318"/>
                  <a:pt x="2818650" y="1688060"/>
                  <a:pt x="2823902" y="1688060"/>
                </a:cubicBezTo>
                <a:close/>
                <a:moveTo>
                  <a:pt x="865213" y="1688060"/>
                </a:moveTo>
                <a:cubicBezTo>
                  <a:pt x="870464" y="1688060"/>
                  <a:pt x="874720" y="1692318"/>
                  <a:pt x="874720" y="1697568"/>
                </a:cubicBezTo>
                <a:cubicBezTo>
                  <a:pt x="874720" y="1702818"/>
                  <a:pt x="870464" y="1707075"/>
                  <a:pt x="865213" y="1707075"/>
                </a:cubicBezTo>
                <a:cubicBezTo>
                  <a:pt x="859962" y="1707075"/>
                  <a:pt x="855705" y="1702818"/>
                  <a:pt x="855705" y="1697568"/>
                </a:cubicBezTo>
                <a:cubicBezTo>
                  <a:pt x="855705" y="1692318"/>
                  <a:pt x="859962" y="1688060"/>
                  <a:pt x="865213" y="1688060"/>
                </a:cubicBezTo>
                <a:close/>
                <a:moveTo>
                  <a:pt x="2708684" y="1686406"/>
                </a:moveTo>
                <a:cubicBezTo>
                  <a:pt x="2714849" y="1686406"/>
                  <a:pt x="2719847" y="1691402"/>
                  <a:pt x="2719847" y="1697568"/>
                </a:cubicBezTo>
                <a:cubicBezTo>
                  <a:pt x="2719847" y="1703730"/>
                  <a:pt x="2714849" y="1708729"/>
                  <a:pt x="2708684" y="1708729"/>
                </a:cubicBezTo>
                <a:cubicBezTo>
                  <a:pt x="2702520" y="1708729"/>
                  <a:pt x="2697523" y="1703730"/>
                  <a:pt x="2697523" y="1697568"/>
                </a:cubicBezTo>
                <a:cubicBezTo>
                  <a:pt x="2697523" y="1691402"/>
                  <a:pt x="2702520" y="1686406"/>
                  <a:pt x="2708684" y="1686406"/>
                </a:cubicBezTo>
                <a:close/>
                <a:moveTo>
                  <a:pt x="980429" y="1686406"/>
                </a:moveTo>
                <a:cubicBezTo>
                  <a:pt x="986594" y="1686406"/>
                  <a:pt x="991591" y="1691402"/>
                  <a:pt x="991591" y="1697568"/>
                </a:cubicBezTo>
                <a:cubicBezTo>
                  <a:pt x="991591" y="1703730"/>
                  <a:pt x="986594" y="1708729"/>
                  <a:pt x="980429" y="1708729"/>
                </a:cubicBezTo>
                <a:cubicBezTo>
                  <a:pt x="974265" y="1708729"/>
                  <a:pt x="969268" y="1703730"/>
                  <a:pt x="969268" y="1697568"/>
                </a:cubicBezTo>
                <a:cubicBezTo>
                  <a:pt x="969268" y="1691402"/>
                  <a:pt x="974265" y="1686406"/>
                  <a:pt x="980429" y="1686406"/>
                </a:cubicBezTo>
                <a:close/>
                <a:moveTo>
                  <a:pt x="2593467" y="1684472"/>
                </a:moveTo>
                <a:cubicBezTo>
                  <a:pt x="2600702" y="1684472"/>
                  <a:pt x="2606567" y="1690333"/>
                  <a:pt x="2606567" y="1697568"/>
                </a:cubicBezTo>
                <a:cubicBezTo>
                  <a:pt x="2606567" y="1704802"/>
                  <a:pt x="2600702" y="1710663"/>
                  <a:pt x="2593467" y="1710663"/>
                </a:cubicBezTo>
                <a:cubicBezTo>
                  <a:pt x="2586234" y="1710663"/>
                  <a:pt x="2580369" y="1704802"/>
                  <a:pt x="2580369" y="1697568"/>
                </a:cubicBezTo>
                <a:cubicBezTo>
                  <a:pt x="2580369" y="1690333"/>
                  <a:pt x="2586233" y="1684472"/>
                  <a:pt x="2593467" y="1684472"/>
                </a:cubicBezTo>
                <a:close/>
                <a:moveTo>
                  <a:pt x="1095646" y="1684472"/>
                </a:moveTo>
                <a:cubicBezTo>
                  <a:pt x="1102881" y="1684472"/>
                  <a:pt x="1108746" y="1690333"/>
                  <a:pt x="1108746" y="1697568"/>
                </a:cubicBezTo>
                <a:cubicBezTo>
                  <a:pt x="1108746" y="1704802"/>
                  <a:pt x="1102881" y="1710663"/>
                  <a:pt x="1095646" y="1710663"/>
                </a:cubicBezTo>
                <a:cubicBezTo>
                  <a:pt x="1088412" y="1710663"/>
                  <a:pt x="1082548" y="1704802"/>
                  <a:pt x="1082548" y="1697568"/>
                </a:cubicBezTo>
                <a:cubicBezTo>
                  <a:pt x="1082548" y="1690333"/>
                  <a:pt x="1088412" y="1684472"/>
                  <a:pt x="1095646" y="1684472"/>
                </a:cubicBezTo>
                <a:close/>
                <a:moveTo>
                  <a:pt x="2478251" y="1682713"/>
                </a:moveTo>
                <a:cubicBezTo>
                  <a:pt x="2486455" y="1682713"/>
                  <a:pt x="2493107" y="1689362"/>
                  <a:pt x="2493107" y="1697568"/>
                </a:cubicBezTo>
                <a:cubicBezTo>
                  <a:pt x="2493107" y="1705772"/>
                  <a:pt x="2486455" y="1712418"/>
                  <a:pt x="2478251" y="1712418"/>
                </a:cubicBezTo>
                <a:cubicBezTo>
                  <a:pt x="2470046" y="1712418"/>
                  <a:pt x="2463395" y="1705772"/>
                  <a:pt x="2463395" y="1697568"/>
                </a:cubicBezTo>
                <a:cubicBezTo>
                  <a:pt x="2463395" y="1689362"/>
                  <a:pt x="2470046" y="1682713"/>
                  <a:pt x="2478251" y="1682713"/>
                </a:cubicBezTo>
                <a:close/>
                <a:moveTo>
                  <a:pt x="1210863" y="1682713"/>
                </a:moveTo>
                <a:cubicBezTo>
                  <a:pt x="1219068" y="1682713"/>
                  <a:pt x="1225719" y="1689362"/>
                  <a:pt x="1225719" y="1697568"/>
                </a:cubicBezTo>
                <a:cubicBezTo>
                  <a:pt x="1225719" y="1705772"/>
                  <a:pt x="1219068" y="1712418"/>
                  <a:pt x="1210863" y="1712418"/>
                </a:cubicBezTo>
                <a:cubicBezTo>
                  <a:pt x="1202658" y="1712418"/>
                  <a:pt x="1196008" y="1705772"/>
                  <a:pt x="1196008" y="1697568"/>
                </a:cubicBezTo>
                <a:cubicBezTo>
                  <a:pt x="1196008" y="1689362"/>
                  <a:pt x="1202658" y="1682713"/>
                  <a:pt x="1210863" y="1682713"/>
                </a:cubicBezTo>
                <a:close/>
                <a:moveTo>
                  <a:pt x="2363034" y="1680847"/>
                </a:moveTo>
                <a:cubicBezTo>
                  <a:pt x="2372268" y="1680847"/>
                  <a:pt x="2379754" y="1688334"/>
                  <a:pt x="2379754" y="1697568"/>
                </a:cubicBezTo>
                <a:cubicBezTo>
                  <a:pt x="2379754" y="1706798"/>
                  <a:pt x="2372268" y="1714285"/>
                  <a:pt x="2363034" y="1714285"/>
                </a:cubicBezTo>
                <a:cubicBezTo>
                  <a:pt x="2353800" y="1714285"/>
                  <a:pt x="2346314" y="1706798"/>
                  <a:pt x="2346314" y="1697568"/>
                </a:cubicBezTo>
                <a:cubicBezTo>
                  <a:pt x="2346314" y="1688334"/>
                  <a:pt x="2353800" y="1680847"/>
                  <a:pt x="2363034" y="1680847"/>
                </a:cubicBezTo>
                <a:close/>
                <a:moveTo>
                  <a:pt x="1326080" y="1680847"/>
                </a:moveTo>
                <a:cubicBezTo>
                  <a:pt x="1335314" y="1680847"/>
                  <a:pt x="1342800" y="1688334"/>
                  <a:pt x="1342800" y="1697568"/>
                </a:cubicBezTo>
                <a:cubicBezTo>
                  <a:pt x="1342800" y="1706798"/>
                  <a:pt x="1335314" y="1714285"/>
                  <a:pt x="1326080" y="1714285"/>
                </a:cubicBezTo>
                <a:cubicBezTo>
                  <a:pt x="1316846" y="1714285"/>
                  <a:pt x="1309360" y="1706798"/>
                  <a:pt x="1309360" y="1697568"/>
                </a:cubicBezTo>
                <a:cubicBezTo>
                  <a:pt x="1309360" y="1688334"/>
                  <a:pt x="1316846" y="1680847"/>
                  <a:pt x="1326080" y="1680847"/>
                </a:cubicBezTo>
                <a:close/>
                <a:moveTo>
                  <a:pt x="2247817" y="1679059"/>
                </a:moveTo>
                <a:cubicBezTo>
                  <a:pt x="2258038" y="1679059"/>
                  <a:pt x="2266325" y="1687344"/>
                  <a:pt x="2266325" y="1697568"/>
                </a:cubicBezTo>
                <a:cubicBezTo>
                  <a:pt x="2266325" y="1707789"/>
                  <a:pt x="2258038" y="1716071"/>
                  <a:pt x="2247817" y="1716071"/>
                </a:cubicBezTo>
                <a:cubicBezTo>
                  <a:pt x="2237596" y="1716071"/>
                  <a:pt x="2229309" y="1707789"/>
                  <a:pt x="2229309" y="1697568"/>
                </a:cubicBezTo>
                <a:cubicBezTo>
                  <a:pt x="2229309" y="1687344"/>
                  <a:pt x="2237596" y="1679059"/>
                  <a:pt x="2247817" y="1679059"/>
                </a:cubicBezTo>
                <a:close/>
                <a:moveTo>
                  <a:pt x="1441297" y="1679059"/>
                </a:moveTo>
                <a:cubicBezTo>
                  <a:pt x="1451519" y="1679059"/>
                  <a:pt x="1459804" y="1687344"/>
                  <a:pt x="1459804" y="1697568"/>
                </a:cubicBezTo>
                <a:cubicBezTo>
                  <a:pt x="1459804" y="1707789"/>
                  <a:pt x="1451519" y="1716071"/>
                  <a:pt x="1441297" y="1716071"/>
                </a:cubicBezTo>
                <a:cubicBezTo>
                  <a:pt x="1431076" y="1716071"/>
                  <a:pt x="1422790" y="1707789"/>
                  <a:pt x="1422790" y="1697568"/>
                </a:cubicBezTo>
                <a:cubicBezTo>
                  <a:pt x="1422790" y="1687344"/>
                  <a:pt x="1431076" y="1679059"/>
                  <a:pt x="1441297" y="1679059"/>
                </a:cubicBezTo>
                <a:close/>
                <a:moveTo>
                  <a:pt x="2132600" y="1677755"/>
                </a:moveTo>
                <a:cubicBezTo>
                  <a:pt x="2143541" y="1677755"/>
                  <a:pt x="2152411" y="1686627"/>
                  <a:pt x="2152411" y="1697568"/>
                </a:cubicBezTo>
                <a:cubicBezTo>
                  <a:pt x="2152411" y="1708509"/>
                  <a:pt x="2143541" y="1717375"/>
                  <a:pt x="2132600" y="1717375"/>
                </a:cubicBezTo>
                <a:cubicBezTo>
                  <a:pt x="2121658" y="1717375"/>
                  <a:pt x="2112788" y="1708505"/>
                  <a:pt x="2112788" y="1697568"/>
                </a:cubicBezTo>
                <a:cubicBezTo>
                  <a:pt x="2112788" y="1686627"/>
                  <a:pt x="2121658" y="1677755"/>
                  <a:pt x="2132600" y="1677755"/>
                </a:cubicBezTo>
                <a:close/>
                <a:moveTo>
                  <a:pt x="1556515" y="1677755"/>
                </a:moveTo>
                <a:cubicBezTo>
                  <a:pt x="1567457" y="1677755"/>
                  <a:pt x="1576326" y="1686627"/>
                  <a:pt x="1576326" y="1697568"/>
                </a:cubicBezTo>
                <a:cubicBezTo>
                  <a:pt x="1576326" y="1708509"/>
                  <a:pt x="1567456" y="1717375"/>
                  <a:pt x="1556515" y="1717375"/>
                </a:cubicBezTo>
                <a:cubicBezTo>
                  <a:pt x="1545574" y="1717375"/>
                  <a:pt x="1536703" y="1708505"/>
                  <a:pt x="1536703" y="1697568"/>
                </a:cubicBezTo>
                <a:cubicBezTo>
                  <a:pt x="1536703" y="1686627"/>
                  <a:pt x="1545574" y="1677755"/>
                  <a:pt x="1556515" y="1677755"/>
                </a:cubicBezTo>
                <a:close/>
                <a:moveTo>
                  <a:pt x="2017383" y="1676602"/>
                </a:moveTo>
                <a:cubicBezTo>
                  <a:pt x="2028960" y="1676602"/>
                  <a:pt x="2038347" y="1685989"/>
                  <a:pt x="2038347" y="1697568"/>
                </a:cubicBezTo>
                <a:cubicBezTo>
                  <a:pt x="2038347" y="1709140"/>
                  <a:pt x="2028960" y="1718530"/>
                  <a:pt x="2017383" y="1718530"/>
                </a:cubicBezTo>
                <a:cubicBezTo>
                  <a:pt x="2005805" y="1718530"/>
                  <a:pt x="1996419" y="1709140"/>
                  <a:pt x="1996419" y="1697568"/>
                </a:cubicBezTo>
                <a:cubicBezTo>
                  <a:pt x="1996419" y="1685989"/>
                  <a:pt x="2005805" y="1676602"/>
                  <a:pt x="2017383" y="1676602"/>
                </a:cubicBezTo>
                <a:close/>
                <a:moveTo>
                  <a:pt x="1671732" y="1676602"/>
                </a:moveTo>
                <a:cubicBezTo>
                  <a:pt x="1683309" y="1676602"/>
                  <a:pt x="1692695" y="1685989"/>
                  <a:pt x="1692695" y="1697568"/>
                </a:cubicBezTo>
                <a:cubicBezTo>
                  <a:pt x="1692695" y="1709140"/>
                  <a:pt x="1683309" y="1718530"/>
                  <a:pt x="1671732" y="1718530"/>
                </a:cubicBezTo>
                <a:cubicBezTo>
                  <a:pt x="1660153" y="1718530"/>
                  <a:pt x="1650768" y="1709140"/>
                  <a:pt x="1650768" y="1697568"/>
                </a:cubicBezTo>
                <a:cubicBezTo>
                  <a:pt x="1650768" y="1685989"/>
                  <a:pt x="1660153" y="1676602"/>
                  <a:pt x="1671732" y="1676602"/>
                </a:cubicBezTo>
                <a:close/>
                <a:moveTo>
                  <a:pt x="1902166" y="1676016"/>
                </a:moveTo>
                <a:cubicBezTo>
                  <a:pt x="1914068" y="1676016"/>
                  <a:pt x="1923717" y="1685665"/>
                  <a:pt x="1923717" y="1697568"/>
                </a:cubicBezTo>
                <a:cubicBezTo>
                  <a:pt x="1923717" y="1709469"/>
                  <a:pt x="1914068" y="1719116"/>
                  <a:pt x="1902166" y="1719116"/>
                </a:cubicBezTo>
                <a:cubicBezTo>
                  <a:pt x="1890262" y="1719116"/>
                  <a:pt x="1880614" y="1709469"/>
                  <a:pt x="1880614" y="1697568"/>
                </a:cubicBezTo>
                <a:cubicBezTo>
                  <a:pt x="1880614" y="1685665"/>
                  <a:pt x="1890262" y="1676016"/>
                  <a:pt x="1902166" y="1676016"/>
                </a:cubicBezTo>
                <a:close/>
                <a:moveTo>
                  <a:pt x="1786949" y="1676016"/>
                </a:moveTo>
                <a:cubicBezTo>
                  <a:pt x="1798851" y="1676016"/>
                  <a:pt x="1808500" y="1685665"/>
                  <a:pt x="1808500" y="1697568"/>
                </a:cubicBezTo>
                <a:cubicBezTo>
                  <a:pt x="1808500" y="1709469"/>
                  <a:pt x="1798851" y="1719116"/>
                  <a:pt x="1786949" y="1719116"/>
                </a:cubicBezTo>
                <a:cubicBezTo>
                  <a:pt x="1775045" y="1719116"/>
                  <a:pt x="1765397" y="1709469"/>
                  <a:pt x="1765397" y="1697568"/>
                </a:cubicBezTo>
                <a:cubicBezTo>
                  <a:pt x="1765397" y="1685665"/>
                  <a:pt x="1775045" y="1676016"/>
                  <a:pt x="1786949" y="1676016"/>
                </a:cubicBezTo>
                <a:close/>
                <a:moveTo>
                  <a:pt x="3572813" y="1596141"/>
                </a:moveTo>
                <a:cubicBezTo>
                  <a:pt x="3573723" y="1596141"/>
                  <a:pt x="3574461" y="1596878"/>
                  <a:pt x="3574461" y="1597789"/>
                </a:cubicBezTo>
                <a:cubicBezTo>
                  <a:pt x="3574461" y="1598700"/>
                  <a:pt x="3573723" y="1599438"/>
                  <a:pt x="3572813" y="1599438"/>
                </a:cubicBezTo>
                <a:cubicBezTo>
                  <a:pt x="3571902" y="1599438"/>
                  <a:pt x="3571164" y="1598700"/>
                  <a:pt x="3571164" y="1597789"/>
                </a:cubicBezTo>
                <a:cubicBezTo>
                  <a:pt x="3571164" y="1596878"/>
                  <a:pt x="3571902" y="1596141"/>
                  <a:pt x="3572813" y="1596141"/>
                </a:cubicBezTo>
                <a:close/>
                <a:moveTo>
                  <a:pt x="116302" y="1596141"/>
                </a:moveTo>
                <a:cubicBezTo>
                  <a:pt x="117212" y="1596141"/>
                  <a:pt x="117951" y="1596878"/>
                  <a:pt x="117951" y="1597789"/>
                </a:cubicBezTo>
                <a:cubicBezTo>
                  <a:pt x="117951" y="1598700"/>
                  <a:pt x="117212" y="1599438"/>
                  <a:pt x="116302" y="1599438"/>
                </a:cubicBezTo>
                <a:cubicBezTo>
                  <a:pt x="115392" y="1599438"/>
                  <a:pt x="114654" y="1598700"/>
                  <a:pt x="114654" y="1597789"/>
                </a:cubicBezTo>
                <a:cubicBezTo>
                  <a:pt x="114654" y="1596878"/>
                  <a:pt x="115392" y="1596141"/>
                  <a:pt x="116302" y="1596141"/>
                </a:cubicBezTo>
                <a:close/>
                <a:moveTo>
                  <a:pt x="3457596" y="1595395"/>
                </a:moveTo>
                <a:cubicBezTo>
                  <a:pt x="3458917" y="1595395"/>
                  <a:pt x="3459989" y="1596468"/>
                  <a:pt x="3459989" y="1597789"/>
                </a:cubicBezTo>
                <a:cubicBezTo>
                  <a:pt x="3459989" y="1599110"/>
                  <a:pt x="3458917" y="1600183"/>
                  <a:pt x="3457596" y="1600183"/>
                </a:cubicBezTo>
                <a:cubicBezTo>
                  <a:pt x="3456274" y="1600183"/>
                  <a:pt x="3455203" y="1599110"/>
                  <a:pt x="3455203" y="1597789"/>
                </a:cubicBezTo>
                <a:cubicBezTo>
                  <a:pt x="3455203" y="1596468"/>
                  <a:pt x="3456274" y="1595395"/>
                  <a:pt x="3457596" y="1595395"/>
                </a:cubicBezTo>
                <a:close/>
                <a:moveTo>
                  <a:pt x="231519" y="1595395"/>
                </a:moveTo>
                <a:cubicBezTo>
                  <a:pt x="232840" y="1595395"/>
                  <a:pt x="233912" y="1596468"/>
                  <a:pt x="233912" y="1597789"/>
                </a:cubicBezTo>
                <a:cubicBezTo>
                  <a:pt x="233912" y="1599110"/>
                  <a:pt x="232840" y="1600183"/>
                  <a:pt x="231519" y="1600183"/>
                </a:cubicBezTo>
                <a:cubicBezTo>
                  <a:pt x="230197" y="1600183"/>
                  <a:pt x="229126" y="1599110"/>
                  <a:pt x="229126" y="1597789"/>
                </a:cubicBezTo>
                <a:cubicBezTo>
                  <a:pt x="229126" y="1596468"/>
                  <a:pt x="230197" y="1595395"/>
                  <a:pt x="231519" y="1595395"/>
                </a:cubicBezTo>
                <a:close/>
                <a:moveTo>
                  <a:pt x="3342378" y="1594439"/>
                </a:moveTo>
                <a:cubicBezTo>
                  <a:pt x="3344228" y="1594439"/>
                  <a:pt x="3345729" y="1595939"/>
                  <a:pt x="3345729" y="1597789"/>
                </a:cubicBezTo>
                <a:cubicBezTo>
                  <a:pt x="3345729" y="1599640"/>
                  <a:pt x="3344228" y="1601142"/>
                  <a:pt x="3342378" y="1601142"/>
                </a:cubicBezTo>
                <a:cubicBezTo>
                  <a:pt x="3340528" y="1601142"/>
                  <a:pt x="3339028" y="1599640"/>
                  <a:pt x="3339028" y="1597789"/>
                </a:cubicBezTo>
                <a:cubicBezTo>
                  <a:pt x="3339028" y="1595939"/>
                  <a:pt x="3340528" y="1594439"/>
                  <a:pt x="3342378" y="1594439"/>
                </a:cubicBezTo>
                <a:close/>
                <a:moveTo>
                  <a:pt x="346736" y="1594439"/>
                </a:moveTo>
                <a:cubicBezTo>
                  <a:pt x="348586" y="1594439"/>
                  <a:pt x="350087" y="1595939"/>
                  <a:pt x="350087" y="1597789"/>
                </a:cubicBezTo>
                <a:cubicBezTo>
                  <a:pt x="350087" y="1599640"/>
                  <a:pt x="348586" y="1601142"/>
                  <a:pt x="346736" y="1601142"/>
                </a:cubicBezTo>
                <a:cubicBezTo>
                  <a:pt x="344886" y="1601142"/>
                  <a:pt x="343386" y="1599640"/>
                  <a:pt x="343386" y="1597789"/>
                </a:cubicBezTo>
                <a:cubicBezTo>
                  <a:pt x="343386" y="1595939"/>
                  <a:pt x="344887" y="1594439"/>
                  <a:pt x="346736" y="1594439"/>
                </a:cubicBezTo>
                <a:close/>
                <a:moveTo>
                  <a:pt x="3227161" y="1593326"/>
                </a:moveTo>
                <a:cubicBezTo>
                  <a:pt x="3229626" y="1593326"/>
                  <a:pt x="3231625" y="1595323"/>
                  <a:pt x="3231625" y="1597789"/>
                </a:cubicBezTo>
                <a:cubicBezTo>
                  <a:pt x="3231625" y="1600255"/>
                  <a:pt x="3229626" y="1602253"/>
                  <a:pt x="3227161" y="1602253"/>
                </a:cubicBezTo>
                <a:cubicBezTo>
                  <a:pt x="3224696" y="1602253"/>
                  <a:pt x="3222697" y="1600255"/>
                  <a:pt x="3222697" y="1597789"/>
                </a:cubicBezTo>
                <a:cubicBezTo>
                  <a:pt x="3222697" y="1595323"/>
                  <a:pt x="3224696" y="1593326"/>
                  <a:pt x="3227161" y="1593326"/>
                </a:cubicBezTo>
                <a:close/>
                <a:moveTo>
                  <a:pt x="461953" y="1593326"/>
                </a:moveTo>
                <a:cubicBezTo>
                  <a:pt x="464418" y="1593326"/>
                  <a:pt x="466416" y="1595323"/>
                  <a:pt x="466416" y="1597789"/>
                </a:cubicBezTo>
                <a:cubicBezTo>
                  <a:pt x="466416" y="1600255"/>
                  <a:pt x="464418" y="1602253"/>
                  <a:pt x="461953" y="1602253"/>
                </a:cubicBezTo>
                <a:cubicBezTo>
                  <a:pt x="459488" y="1602253"/>
                  <a:pt x="457489" y="1600255"/>
                  <a:pt x="457489" y="1597789"/>
                </a:cubicBezTo>
                <a:cubicBezTo>
                  <a:pt x="457489" y="1595323"/>
                  <a:pt x="459488" y="1593326"/>
                  <a:pt x="461953" y="1593326"/>
                </a:cubicBezTo>
                <a:close/>
                <a:moveTo>
                  <a:pt x="3111945" y="1592058"/>
                </a:moveTo>
                <a:cubicBezTo>
                  <a:pt x="3115111" y="1592058"/>
                  <a:pt x="3117677" y="1594625"/>
                  <a:pt x="3117677" y="1597789"/>
                </a:cubicBezTo>
                <a:cubicBezTo>
                  <a:pt x="3117677" y="1600956"/>
                  <a:pt x="3115111" y="1603523"/>
                  <a:pt x="3111945" y="1603523"/>
                </a:cubicBezTo>
                <a:cubicBezTo>
                  <a:pt x="3108779" y="1603523"/>
                  <a:pt x="3106213" y="1600956"/>
                  <a:pt x="3106213" y="1597789"/>
                </a:cubicBezTo>
                <a:cubicBezTo>
                  <a:pt x="3106213" y="1594625"/>
                  <a:pt x="3108779" y="1592058"/>
                  <a:pt x="3111945" y="1592058"/>
                </a:cubicBezTo>
                <a:close/>
                <a:moveTo>
                  <a:pt x="577171" y="1592058"/>
                </a:moveTo>
                <a:cubicBezTo>
                  <a:pt x="580337" y="1592058"/>
                  <a:pt x="582903" y="1594625"/>
                  <a:pt x="582903" y="1597789"/>
                </a:cubicBezTo>
                <a:cubicBezTo>
                  <a:pt x="582903" y="1600956"/>
                  <a:pt x="580337" y="1603523"/>
                  <a:pt x="577171" y="1603523"/>
                </a:cubicBezTo>
                <a:cubicBezTo>
                  <a:pt x="574005" y="1603523"/>
                  <a:pt x="571439" y="1600956"/>
                  <a:pt x="571439" y="1597789"/>
                </a:cubicBezTo>
                <a:cubicBezTo>
                  <a:pt x="571439" y="1594625"/>
                  <a:pt x="574005" y="1592058"/>
                  <a:pt x="577171" y="1592058"/>
                </a:cubicBezTo>
                <a:close/>
                <a:moveTo>
                  <a:pt x="2996727" y="1590750"/>
                </a:moveTo>
                <a:cubicBezTo>
                  <a:pt x="3000616" y="1590750"/>
                  <a:pt x="3003767" y="1593902"/>
                  <a:pt x="3003767" y="1597789"/>
                </a:cubicBezTo>
                <a:cubicBezTo>
                  <a:pt x="3003767" y="1601679"/>
                  <a:pt x="3000615" y="1604827"/>
                  <a:pt x="2996727" y="1604827"/>
                </a:cubicBezTo>
                <a:cubicBezTo>
                  <a:pt x="2992840" y="1604827"/>
                  <a:pt x="2989688" y="1601679"/>
                  <a:pt x="2989688" y="1597789"/>
                </a:cubicBezTo>
                <a:cubicBezTo>
                  <a:pt x="2989688" y="1593902"/>
                  <a:pt x="2992840" y="1590750"/>
                  <a:pt x="2996727" y="1590750"/>
                </a:cubicBezTo>
                <a:close/>
                <a:moveTo>
                  <a:pt x="692388" y="1590750"/>
                </a:moveTo>
                <a:cubicBezTo>
                  <a:pt x="696275" y="1590750"/>
                  <a:pt x="699428" y="1593902"/>
                  <a:pt x="699428" y="1597789"/>
                </a:cubicBezTo>
                <a:cubicBezTo>
                  <a:pt x="699428" y="1601679"/>
                  <a:pt x="696275" y="1604827"/>
                  <a:pt x="692388" y="1604827"/>
                </a:cubicBezTo>
                <a:cubicBezTo>
                  <a:pt x="688499" y="1604827"/>
                  <a:pt x="685348" y="1601679"/>
                  <a:pt x="685348" y="1597789"/>
                </a:cubicBezTo>
                <a:cubicBezTo>
                  <a:pt x="685348" y="1593902"/>
                  <a:pt x="688499" y="1590750"/>
                  <a:pt x="692388" y="1590750"/>
                </a:cubicBezTo>
                <a:close/>
                <a:moveTo>
                  <a:pt x="2881510" y="1589313"/>
                </a:moveTo>
                <a:cubicBezTo>
                  <a:pt x="2886192" y="1589313"/>
                  <a:pt x="2889987" y="1593108"/>
                  <a:pt x="2889987" y="1597789"/>
                </a:cubicBezTo>
                <a:cubicBezTo>
                  <a:pt x="2889987" y="1602473"/>
                  <a:pt x="2886192" y="1606266"/>
                  <a:pt x="2881510" y="1606266"/>
                </a:cubicBezTo>
                <a:cubicBezTo>
                  <a:pt x="2876828" y="1606266"/>
                  <a:pt x="2873033" y="1602473"/>
                  <a:pt x="2873033" y="1597789"/>
                </a:cubicBezTo>
                <a:cubicBezTo>
                  <a:pt x="2873033" y="1593108"/>
                  <a:pt x="2876828" y="1589313"/>
                  <a:pt x="2881510" y="1589313"/>
                </a:cubicBezTo>
                <a:close/>
                <a:moveTo>
                  <a:pt x="807604" y="1589313"/>
                </a:moveTo>
                <a:cubicBezTo>
                  <a:pt x="812285" y="1589313"/>
                  <a:pt x="816081" y="1593108"/>
                  <a:pt x="816081" y="1597789"/>
                </a:cubicBezTo>
                <a:cubicBezTo>
                  <a:pt x="816081" y="1602473"/>
                  <a:pt x="812285" y="1606266"/>
                  <a:pt x="807604" y="1606266"/>
                </a:cubicBezTo>
                <a:cubicBezTo>
                  <a:pt x="802922" y="1606266"/>
                  <a:pt x="799126" y="1602473"/>
                  <a:pt x="799126" y="1597789"/>
                </a:cubicBezTo>
                <a:cubicBezTo>
                  <a:pt x="799126" y="1593108"/>
                  <a:pt x="802922" y="1589313"/>
                  <a:pt x="807604" y="1589313"/>
                </a:cubicBezTo>
                <a:close/>
                <a:moveTo>
                  <a:pt x="2766293" y="1587609"/>
                </a:moveTo>
                <a:cubicBezTo>
                  <a:pt x="2771916" y="1587609"/>
                  <a:pt x="2776474" y="1592166"/>
                  <a:pt x="2776474" y="1597789"/>
                </a:cubicBezTo>
                <a:cubicBezTo>
                  <a:pt x="2776474" y="1603414"/>
                  <a:pt x="2771916" y="1607969"/>
                  <a:pt x="2766293" y="1607969"/>
                </a:cubicBezTo>
                <a:cubicBezTo>
                  <a:pt x="2760670" y="1607969"/>
                  <a:pt x="2756112" y="1603414"/>
                  <a:pt x="2756112" y="1597789"/>
                </a:cubicBezTo>
                <a:cubicBezTo>
                  <a:pt x="2756112" y="1592166"/>
                  <a:pt x="2760670" y="1587609"/>
                  <a:pt x="2766293" y="1587609"/>
                </a:cubicBezTo>
                <a:close/>
                <a:moveTo>
                  <a:pt x="922821" y="1587609"/>
                </a:moveTo>
                <a:cubicBezTo>
                  <a:pt x="928444" y="1587609"/>
                  <a:pt x="933002" y="1592166"/>
                  <a:pt x="933002" y="1597789"/>
                </a:cubicBezTo>
                <a:cubicBezTo>
                  <a:pt x="933002" y="1603414"/>
                  <a:pt x="928444" y="1607969"/>
                  <a:pt x="922821" y="1607969"/>
                </a:cubicBezTo>
                <a:cubicBezTo>
                  <a:pt x="917198" y="1607969"/>
                  <a:pt x="912639" y="1603414"/>
                  <a:pt x="912639" y="1597789"/>
                </a:cubicBezTo>
                <a:cubicBezTo>
                  <a:pt x="912639" y="1592166"/>
                  <a:pt x="917198" y="1587609"/>
                  <a:pt x="922821" y="1587609"/>
                </a:cubicBezTo>
                <a:close/>
                <a:moveTo>
                  <a:pt x="2651076" y="1586049"/>
                </a:moveTo>
                <a:cubicBezTo>
                  <a:pt x="2657561" y="1586049"/>
                  <a:pt x="2662818" y="1591305"/>
                  <a:pt x="2662818" y="1597789"/>
                </a:cubicBezTo>
                <a:cubicBezTo>
                  <a:pt x="2662818" y="1604273"/>
                  <a:pt x="2657561" y="1609530"/>
                  <a:pt x="2651076" y="1609530"/>
                </a:cubicBezTo>
                <a:cubicBezTo>
                  <a:pt x="2644592" y="1609530"/>
                  <a:pt x="2639335" y="1604273"/>
                  <a:pt x="2639335" y="1597789"/>
                </a:cubicBezTo>
                <a:cubicBezTo>
                  <a:pt x="2639335" y="1591305"/>
                  <a:pt x="2644592" y="1586049"/>
                  <a:pt x="2651076" y="1586049"/>
                </a:cubicBezTo>
                <a:close/>
                <a:moveTo>
                  <a:pt x="1038038" y="1586049"/>
                </a:moveTo>
                <a:cubicBezTo>
                  <a:pt x="1044523" y="1586049"/>
                  <a:pt x="1049780" y="1591305"/>
                  <a:pt x="1049780" y="1597789"/>
                </a:cubicBezTo>
                <a:cubicBezTo>
                  <a:pt x="1049780" y="1604273"/>
                  <a:pt x="1044523" y="1609530"/>
                  <a:pt x="1038038" y="1609530"/>
                </a:cubicBezTo>
                <a:cubicBezTo>
                  <a:pt x="1031553" y="1609530"/>
                  <a:pt x="1026296" y="1604273"/>
                  <a:pt x="1026296" y="1597789"/>
                </a:cubicBezTo>
                <a:cubicBezTo>
                  <a:pt x="1026296" y="1591305"/>
                  <a:pt x="1031553" y="1586049"/>
                  <a:pt x="1038038" y="1586049"/>
                </a:cubicBezTo>
                <a:close/>
                <a:moveTo>
                  <a:pt x="2535860" y="1584222"/>
                </a:moveTo>
                <a:cubicBezTo>
                  <a:pt x="2543352" y="1584222"/>
                  <a:pt x="2549427" y="1590298"/>
                  <a:pt x="2549427" y="1597789"/>
                </a:cubicBezTo>
                <a:cubicBezTo>
                  <a:pt x="2549427" y="1605281"/>
                  <a:pt x="2543352" y="1611354"/>
                  <a:pt x="2535860" y="1611354"/>
                </a:cubicBezTo>
                <a:cubicBezTo>
                  <a:pt x="2528367" y="1611354"/>
                  <a:pt x="2522292" y="1605281"/>
                  <a:pt x="2522292" y="1597789"/>
                </a:cubicBezTo>
                <a:cubicBezTo>
                  <a:pt x="2522292" y="1590298"/>
                  <a:pt x="2528367" y="1584222"/>
                  <a:pt x="2535860" y="1584222"/>
                </a:cubicBezTo>
                <a:close/>
                <a:moveTo>
                  <a:pt x="1153255" y="1584222"/>
                </a:moveTo>
                <a:cubicBezTo>
                  <a:pt x="1160748" y="1584222"/>
                  <a:pt x="1166822" y="1590298"/>
                  <a:pt x="1166822" y="1597789"/>
                </a:cubicBezTo>
                <a:cubicBezTo>
                  <a:pt x="1166822" y="1605281"/>
                  <a:pt x="1160748" y="1611354"/>
                  <a:pt x="1153255" y="1611354"/>
                </a:cubicBezTo>
                <a:cubicBezTo>
                  <a:pt x="1145762" y="1611354"/>
                  <a:pt x="1139688" y="1605281"/>
                  <a:pt x="1139688" y="1597789"/>
                </a:cubicBezTo>
                <a:cubicBezTo>
                  <a:pt x="1139688" y="1590298"/>
                  <a:pt x="1145762" y="1584222"/>
                  <a:pt x="1153255" y="1584222"/>
                </a:cubicBezTo>
                <a:close/>
                <a:moveTo>
                  <a:pt x="2420642" y="1582437"/>
                </a:moveTo>
                <a:cubicBezTo>
                  <a:pt x="2429122" y="1582437"/>
                  <a:pt x="2435995" y="1589312"/>
                  <a:pt x="2435995" y="1597789"/>
                </a:cubicBezTo>
                <a:cubicBezTo>
                  <a:pt x="2435995" y="1606268"/>
                  <a:pt x="2429122" y="1613143"/>
                  <a:pt x="2420642" y="1613143"/>
                </a:cubicBezTo>
                <a:cubicBezTo>
                  <a:pt x="2412163" y="1613143"/>
                  <a:pt x="2405289" y="1606268"/>
                  <a:pt x="2405289" y="1597789"/>
                </a:cubicBezTo>
                <a:cubicBezTo>
                  <a:pt x="2405289" y="1589312"/>
                  <a:pt x="2412163" y="1582437"/>
                  <a:pt x="2420642" y="1582437"/>
                </a:cubicBezTo>
                <a:close/>
                <a:moveTo>
                  <a:pt x="1268472" y="1582437"/>
                </a:moveTo>
                <a:cubicBezTo>
                  <a:pt x="1276952" y="1582437"/>
                  <a:pt x="1283826" y="1589312"/>
                  <a:pt x="1283826" y="1597789"/>
                </a:cubicBezTo>
                <a:cubicBezTo>
                  <a:pt x="1283826" y="1606268"/>
                  <a:pt x="1276952" y="1613143"/>
                  <a:pt x="1268472" y="1613143"/>
                </a:cubicBezTo>
                <a:cubicBezTo>
                  <a:pt x="1259993" y="1613143"/>
                  <a:pt x="1253119" y="1606268"/>
                  <a:pt x="1253119" y="1597789"/>
                </a:cubicBezTo>
                <a:cubicBezTo>
                  <a:pt x="1253119" y="1589312"/>
                  <a:pt x="1259993" y="1582437"/>
                  <a:pt x="1268472" y="1582437"/>
                </a:cubicBezTo>
                <a:close/>
                <a:moveTo>
                  <a:pt x="1383689" y="1580719"/>
                </a:moveTo>
                <a:cubicBezTo>
                  <a:pt x="1393117" y="1580719"/>
                  <a:pt x="1400759" y="1588362"/>
                  <a:pt x="1400759" y="1597789"/>
                </a:cubicBezTo>
                <a:cubicBezTo>
                  <a:pt x="1400759" y="1607216"/>
                  <a:pt x="1393117" y="1614859"/>
                  <a:pt x="1383689" y="1614859"/>
                </a:cubicBezTo>
                <a:cubicBezTo>
                  <a:pt x="1374261" y="1614859"/>
                  <a:pt x="1366619" y="1607216"/>
                  <a:pt x="1366619" y="1597789"/>
                </a:cubicBezTo>
                <a:cubicBezTo>
                  <a:pt x="1366619" y="1588362"/>
                  <a:pt x="1374261" y="1580719"/>
                  <a:pt x="1383689" y="1580719"/>
                </a:cubicBezTo>
                <a:close/>
                <a:moveTo>
                  <a:pt x="2305425" y="1580543"/>
                </a:moveTo>
                <a:cubicBezTo>
                  <a:pt x="2314950" y="1580543"/>
                  <a:pt x="2322672" y="1588264"/>
                  <a:pt x="2322672" y="1597789"/>
                </a:cubicBezTo>
                <a:cubicBezTo>
                  <a:pt x="2322672" y="1607314"/>
                  <a:pt x="2314950" y="1615035"/>
                  <a:pt x="2305425" y="1615035"/>
                </a:cubicBezTo>
                <a:cubicBezTo>
                  <a:pt x="2295900" y="1615035"/>
                  <a:pt x="2288178" y="1607314"/>
                  <a:pt x="2288178" y="1597789"/>
                </a:cubicBezTo>
                <a:cubicBezTo>
                  <a:pt x="2288178" y="1588264"/>
                  <a:pt x="2295900" y="1580543"/>
                  <a:pt x="2305425" y="1580543"/>
                </a:cubicBezTo>
                <a:close/>
                <a:moveTo>
                  <a:pt x="2190209" y="1579100"/>
                </a:moveTo>
                <a:cubicBezTo>
                  <a:pt x="2200531" y="1579100"/>
                  <a:pt x="2208900" y="1587467"/>
                  <a:pt x="2208900" y="1597789"/>
                </a:cubicBezTo>
                <a:cubicBezTo>
                  <a:pt x="2208900" y="1608109"/>
                  <a:pt x="2200531" y="1616479"/>
                  <a:pt x="2190209" y="1616479"/>
                </a:cubicBezTo>
                <a:cubicBezTo>
                  <a:pt x="2179886" y="1616479"/>
                  <a:pt x="2171517" y="1608109"/>
                  <a:pt x="2171517" y="1597789"/>
                </a:cubicBezTo>
                <a:cubicBezTo>
                  <a:pt x="2171517" y="1587467"/>
                  <a:pt x="2179886" y="1579100"/>
                  <a:pt x="2190209" y="1579100"/>
                </a:cubicBezTo>
                <a:close/>
                <a:moveTo>
                  <a:pt x="1498906" y="1579100"/>
                </a:moveTo>
                <a:cubicBezTo>
                  <a:pt x="1509229" y="1579100"/>
                  <a:pt x="1517597" y="1587467"/>
                  <a:pt x="1517597" y="1597789"/>
                </a:cubicBezTo>
                <a:cubicBezTo>
                  <a:pt x="1517597" y="1608109"/>
                  <a:pt x="1509229" y="1616479"/>
                  <a:pt x="1498906" y="1616479"/>
                </a:cubicBezTo>
                <a:cubicBezTo>
                  <a:pt x="1488584" y="1616479"/>
                  <a:pt x="1480215" y="1608109"/>
                  <a:pt x="1480215" y="1597789"/>
                </a:cubicBezTo>
                <a:cubicBezTo>
                  <a:pt x="1480215" y="1587467"/>
                  <a:pt x="1488584" y="1579100"/>
                  <a:pt x="1498906" y="1579100"/>
                </a:cubicBezTo>
                <a:close/>
                <a:moveTo>
                  <a:pt x="2074992" y="1577788"/>
                </a:moveTo>
                <a:cubicBezTo>
                  <a:pt x="2086038" y="1577788"/>
                  <a:pt x="2094993" y="1586743"/>
                  <a:pt x="2094993" y="1597789"/>
                </a:cubicBezTo>
                <a:cubicBezTo>
                  <a:pt x="2094993" y="1608833"/>
                  <a:pt x="2086038" y="1617790"/>
                  <a:pt x="2074992" y="1617790"/>
                </a:cubicBezTo>
                <a:cubicBezTo>
                  <a:pt x="2063945" y="1617790"/>
                  <a:pt x="2054990" y="1608833"/>
                  <a:pt x="2054990" y="1597789"/>
                </a:cubicBezTo>
                <a:cubicBezTo>
                  <a:pt x="2054990" y="1586743"/>
                  <a:pt x="2063945" y="1577788"/>
                  <a:pt x="2074992" y="1577788"/>
                </a:cubicBezTo>
                <a:close/>
                <a:moveTo>
                  <a:pt x="1614123" y="1577788"/>
                </a:moveTo>
                <a:cubicBezTo>
                  <a:pt x="1625170" y="1577788"/>
                  <a:pt x="1634125" y="1586743"/>
                  <a:pt x="1634125" y="1597789"/>
                </a:cubicBezTo>
                <a:cubicBezTo>
                  <a:pt x="1634125" y="1608833"/>
                  <a:pt x="1625170" y="1617790"/>
                  <a:pt x="1614123" y="1617790"/>
                </a:cubicBezTo>
                <a:cubicBezTo>
                  <a:pt x="1603077" y="1617790"/>
                  <a:pt x="1594122" y="1608833"/>
                  <a:pt x="1594122" y="1597789"/>
                </a:cubicBezTo>
                <a:cubicBezTo>
                  <a:pt x="1594122" y="1586743"/>
                  <a:pt x="1603077" y="1577788"/>
                  <a:pt x="1614123" y="1577788"/>
                </a:cubicBezTo>
                <a:close/>
                <a:moveTo>
                  <a:pt x="1959774" y="1577020"/>
                </a:moveTo>
                <a:cubicBezTo>
                  <a:pt x="1971245" y="1577020"/>
                  <a:pt x="1980544" y="1586319"/>
                  <a:pt x="1980544" y="1597789"/>
                </a:cubicBezTo>
                <a:cubicBezTo>
                  <a:pt x="1980544" y="1609258"/>
                  <a:pt x="1971245" y="1618558"/>
                  <a:pt x="1959774" y="1618558"/>
                </a:cubicBezTo>
                <a:cubicBezTo>
                  <a:pt x="1948303" y="1618558"/>
                  <a:pt x="1939005" y="1609258"/>
                  <a:pt x="1939005" y="1597789"/>
                </a:cubicBezTo>
                <a:cubicBezTo>
                  <a:pt x="1939005" y="1586319"/>
                  <a:pt x="1948303" y="1577020"/>
                  <a:pt x="1959774" y="1577020"/>
                </a:cubicBezTo>
                <a:close/>
                <a:moveTo>
                  <a:pt x="1729340" y="1577020"/>
                </a:moveTo>
                <a:cubicBezTo>
                  <a:pt x="1740811" y="1577020"/>
                  <a:pt x="1750110" y="1586319"/>
                  <a:pt x="1750110" y="1597789"/>
                </a:cubicBezTo>
                <a:cubicBezTo>
                  <a:pt x="1750110" y="1609258"/>
                  <a:pt x="1740811" y="1618558"/>
                  <a:pt x="1729340" y="1618558"/>
                </a:cubicBezTo>
                <a:cubicBezTo>
                  <a:pt x="1717869" y="1618558"/>
                  <a:pt x="1708571" y="1609258"/>
                  <a:pt x="1708571" y="1597789"/>
                </a:cubicBezTo>
                <a:cubicBezTo>
                  <a:pt x="1708571" y="1586319"/>
                  <a:pt x="1717869" y="1577020"/>
                  <a:pt x="1729340" y="1577020"/>
                </a:cubicBezTo>
                <a:close/>
                <a:moveTo>
                  <a:pt x="1844558" y="1576828"/>
                </a:moveTo>
                <a:cubicBezTo>
                  <a:pt x="1856135" y="1576828"/>
                  <a:pt x="1865521" y="1586212"/>
                  <a:pt x="1865521" y="1597789"/>
                </a:cubicBezTo>
                <a:cubicBezTo>
                  <a:pt x="1865521" y="1609366"/>
                  <a:pt x="1856135" y="1618750"/>
                  <a:pt x="1844558" y="1618750"/>
                </a:cubicBezTo>
                <a:cubicBezTo>
                  <a:pt x="1832979" y="1618750"/>
                  <a:pt x="1823594" y="1609366"/>
                  <a:pt x="1823594" y="1597789"/>
                </a:cubicBezTo>
                <a:cubicBezTo>
                  <a:pt x="1823594" y="1586212"/>
                  <a:pt x="1832979" y="1576828"/>
                  <a:pt x="1844558" y="1576828"/>
                </a:cubicBezTo>
                <a:close/>
                <a:moveTo>
                  <a:pt x="3630421" y="1496785"/>
                </a:moveTo>
                <a:cubicBezTo>
                  <a:pt x="3631099" y="1496785"/>
                  <a:pt x="3631649" y="1497334"/>
                  <a:pt x="3631649" y="1498011"/>
                </a:cubicBezTo>
                <a:cubicBezTo>
                  <a:pt x="3631649" y="1498689"/>
                  <a:pt x="3631099" y="1499239"/>
                  <a:pt x="3630421" y="1499239"/>
                </a:cubicBezTo>
                <a:cubicBezTo>
                  <a:pt x="3629743" y="1499239"/>
                  <a:pt x="3629193" y="1498689"/>
                  <a:pt x="3629193" y="1498011"/>
                </a:cubicBezTo>
                <a:cubicBezTo>
                  <a:pt x="3629193" y="1497334"/>
                  <a:pt x="3629743" y="1496785"/>
                  <a:pt x="3630421" y="1496785"/>
                </a:cubicBezTo>
                <a:close/>
                <a:moveTo>
                  <a:pt x="58694" y="1496785"/>
                </a:moveTo>
                <a:cubicBezTo>
                  <a:pt x="59373" y="1496785"/>
                  <a:pt x="59922" y="1497334"/>
                  <a:pt x="59922" y="1498011"/>
                </a:cubicBezTo>
                <a:cubicBezTo>
                  <a:pt x="59922" y="1498689"/>
                  <a:pt x="59373" y="1499239"/>
                  <a:pt x="58694" y="1499239"/>
                </a:cubicBezTo>
                <a:cubicBezTo>
                  <a:pt x="58016" y="1499239"/>
                  <a:pt x="57466" y="1498689"/>
                  <a:pt x="57466" y="1498011"/>
                </a:cubicBezTo>
                <a:cubicBezTo>
                  <a:pt x="57466" y="1497334"/>
                  <a:pt x="58016" y="1496785"/>
                  <a:pt x="58694" y="1496785"/>
                </a:cubicBezTo>
                <a:close/>
                <a:moveTo>
                  <a:pt x="3515204" y="1496130"/>
                </a:moveTo>
                <a:cubicBezTo>
                  <a:pt x="3516243" y="1496130"/>
                  <a:pt x="3517086" y="1496972"/>
                  <a:pt x="3517086" y="1498011"/>
                </a:cubicBezTo>
                <a:cubicBezTo>
                  <a:pt x="3517086" y="1499051"/>
                  <a:pt x="3516243" y="1499894"/>
                  <a:pt x="3515204" y="1499894"/>
                </a:cubicBezTo>
                <a:cubicBezTo>
                  <a:pt x="3514164" y="1499894"/>
                  <a:pt x="3513323" y="1499051"/>
                  <a:pt x="3513323" y="1498011"/>
                </a:cubicBezTo>
                <a:cubicBezTo>
                  <a:pt x="3513323" y="1496972"/>
                  <a:pt x="3514164" y="1496130"/>
                  <a:pt x="3515204" y="1496130"/>
                </a:cubicBezTo>
                <a:close/>
                <a:moveTo>
                  <a:pt x="173910" y="1496130"/>
                </a:moveTo>
                <a:cubicBezTo>
                  <a:pt x="174950" y="1496130"/>
                  <a:pt x="175792" y="1496972"/>
                  <a:pt x="175792" y="1498011"/>
                </a:cubicBezTo>
                <a:cubicBezTo>
                  <a:pt x="175792" y="1499051"/>
                  <a:pt x="174950" y="1499894"/>
                  <a:pt x="173910" y="1499894"/>
                </a:cubicBezTo>
                <a:cubicBezTo>
                  <a:pt x="172872" y="1499894"/>
                  <a:pt x="172029" y="1499051"/>
                  <a:pt x="172029" y="1498011"/>
                </a:cubicBezTo>
                <a:cubicBezTo>
                  <a:pt x="172029" y="1496972"/>
                  <a:pt x="172872" y="1496130"/>
                  <a:pt x="173910" y="1496130"/>
                </a:cubicBezTo>
                <a:close/>
                <a:moveTo>
                  <a:pt x="3399987" y="1495268"/>
                </a:moveTo>
                <a:cubicBezTo>
                  <a:pt x="3401502" y="1495268"/>
                  <a:pt x="3402730" y="1496497"/>
                  <a:pt x="3402730" y="1498011"/>
                </a:cubicBezTo>
                <a:cubicBezTo>
                  <a:pt x="3402730" y="1499525"/>
                  <a:pt x="3401502" y="1500755"/>
                  <a:pt x="3399987" y="1500755"/>
                </a:cubicBezTo>
                <a:cubicBezTo>
                  <a:pt x="3398472" y="1500755"/>
                  <a:pt x="3397245" y="1499525"/>
                  <a:pt x="3397245" y="1498011"/>
                </a:cubicBezTo>
                <a:cubicBezTo>
                  <a:pt x="3397245" y="1496497"/>
                  <a:pt x="3398472" y="1495268"/>
                  <a:pt x="3399987" y="1495268"/>
                </a:cubicBezTo>
                <a:close/>
                <a:moveTo>
                  <a:pt x="289128" y="1495268"/>
                </a:moveTo>
                <a:cubicBezTo>
                  <a:pt x="290643" y="1495268"/>
                  <a:pt x="291870" y="1496497"/>
                  <a:pt x="291870" y="1498011"/>
                </a:cubicBezTo>
                <a:cubicBezTo>
                  <a:pt x="291870" y="1499525"/>
                  <a:pt x="290643" y="1500755"/>
                  <a:pt x="289128" y="1500755"/>
                </a:cubicBezTo>
                <a:cubicBezTo>
                  <a:pt x="287613" y="1500755"/>
                  <a:pt x="286385" y="1499525"/>
                  <a:pt x="286385" y="1498011"/>
                </a:cubicBezTo>
                <a:cubicBezTo>
                  <a:pt x="286385" y="1496497"/>
                  <a:pt x="287613" y="1495268"/>
                  <a:pt x="289128" y="1495268"/>
                </a:cubicBezTo>
                <a:close/>
                <a:moveTo>
                  <a:pt x="3284770" y="1494252"/>
                </a:moveTo>
                <a:cubicBezTo>
                  <a:pt x="3286846" y="1494252"/>
                  <a:pt x="3288530" y="1495934"/>
                  <a:pt x="3288530" y="1498011"/>
                </a:cubicBezTo>
                <a:cubicBezTo>
                  <a:pt x="3288530" y="1500091"/>
                  <a:pt x="3286846" y="1501770"/>
                  <a:pt x="3284770" y="1501770"/>
                </a:cubicBezTo>
                <a:cubicBezTo>
                  <a:pt x="3282693" y="1501770"/>
                  <a:pt x="3281009" y="1500091"/>
                  <a:pt x="3281009" y="1498011"/>
                </a:cubicBezTo>
                <a:cubicBezTo>
                  <a:pt x="3281009" y="1495934"/>
                  <a:pt x="3282693" y="1494252"/>
                  <a:pt x="3284770" y="1494252"/>
                </a:cubicBezTo>
                <a:close/>
                <a:moveTo>
                  <a:pt x="404345" y="1494252"/>
                </a:moveTo>
                <a:cubicBezTo>
                  <a:pt x="406422" y="1494252"/>
                  <a:pt x="408105" y="1495934"/>
                  <a:pt x="408105" y="1498011"/>
                </a:cubicBezTo>
                <a:cubicBezTo>
                  <a:pt x="408105" y="1500091"/>
                  <a:pt x="406422" y="1501770"/>
                  <a:pt x="404345" y="1501770"/>
                </a:cubicBezTo>
                <a:cubicBezTo>
                  <a:pt x="402268" y="1501770"/>
                  <a:pt x="400585" y="1500091"/>
                  <a:pt x="400585" y="1498011"/>
                </a:cubicBezTo>
                <a:cubicBezTo>
                  <a:pt x="400585" y="1495934"/>
                  <a:pt x="402268" y="1494252"/>
                  <a:pt x="404345" y="1494252"/>
                </a:cubicBezTo>
                <a:close/>
                <a:moveTo>
                  <a:pt x="3169553" y="1493175"/>
                </a:moveTo>
                <a:cubicBezTo>
                  <a:pt x="3172225" y="1493175"/>
                  <a:pt x="3174391" y="1495339"/>
                  <a:pt x="3174391" y="1498011"/>
                </a:cubicBezTo>
                <a:cubicBezTo>
                  <a:pt x="3174391" y="1500682"/>
                  <a:pt x="3172225" y="1502849"/>
                  <a:pt x="3169553" y="1502849"/>
                </a:cubicBezTo>
                <a:cubicBezTo>
                  <a:pt x="3166882" y="1502849"/>
                  <a:pt x="3164715" y="1500682"/>
                  <a:pt x="3164715" y="1498011"/>
                </a:cubicBezTo>
                <a:cubicBezTo>
                  <a:pt x="3164715" y="1495339"/>
                  <a:pt x="3166882" y="1493175"/>
                  <a:pt x="3169553" y="1493175"/>
                </a:cubicBezTo>
                <a:close/>
                <a:moveTo>
                  <a:pt x="519562" y="1493175"/>
                </a:moveTo>
                <a:cubicBezTo>
                  <a:pt x="522234" y="1493175"/>
                  <a:pt x="524400" y="1495339"/>
                  <a:pt x="524400" y="1498011"/>
                </a:cubicBezTo>
                <a:cubicBezTo>
                  <a:pt x="524400" y="1500682"/>
                  <a:pt x="522234" y="1502849"/>
                  <a:pt x="519562" y="1502849"/>
                </a:cubicBezTo>
                <a:cubicBezTo>
                  <a:pt x="516890" y="1502849"/>
                  <a:pt x="514725" y="1500682"/>
                  <a:pt x="514725" y="1498011"/>
                </a:cubicBezTo>
                <a:cubicBezTo>
                  <a:pt x="514725" y="1495339"/>
                  <a:pt x="516890" y="1493175"/>
                  <a:pt x="519562" y="1493175"/>
                </a:cubicBezTo>
                <a:close/>
                <a:moveTo>
                  <a:pt x="634779" y="1491966"/>
                </a:moveTo>
                <a:cubicBezTo>
                  <a:pt x="638118" y="1491966"/>
                  <a:pt x="640826" y="1494673"/>
                  <a:pt x="640826" y="1498011"/>
                </a:cubicBezTo>
                <a:cubicBezTo>
                  <a:pt x="640826" y="1501351"/>
                  <a:pt x="638118" y="1504056"/>
                  <a:pt x="634779" y="1504056"/>
                </a:cubicBezTo>
                <a:cubicBezTo>
                  <a:pt x="631439" y="1504056"/>
                  <a:pt x="628732" y="1501351"/>
                  <a:pt x="628732" y="1498011"/>
                </a:cubicBezTo>
                <a:cubicBezTo>
                  <a:pt x="628732" y="1494673"/>
                  <a:pt x="631439" y="1491966"/>
                  <a:pt x="634779" y="1491966"/>
                </a:cubicBezTo>
                <a:close/>
                <a:moveTo>
                  <a:pt x="3054336" y="1491857"/>
                </a:moveTo>
                <a:cubicBezTo>
                  <a:pt x="3057735" y="1491857"/>
                  <a:pt x="3060489" y="1494612"/>
                  <a:pt x="3060489" y="1498011"/>
                </a:cubicBezTo>
                <a:cubicBezTo>
                  <a:pt x="3060489" y="1501410"/>
                  <a:pt x="3057735" y="1504165"/>
                  <a:pt x="3054336" y="1504165"/>
                </a:cubicBezTo>
                <a:cubicBezTo>
                  <a:pt x="3050938" y="1504165"/>
                  <a:pt x="3048182" y="1501410"/>
                  <a:pt x="3048182" y="1498011"/>
                </a:cubicBezTo>
                <a:cubicBezTo>
                  <a:pt x="3048182" y="1494612"/>
                  <a:pt x="3050938" y="1491857"/>
                  <a:pt x="3054336" y="1491857"/>
                </a:cubicBezTo>
                <a:close/>
                <a:moveTo>
                  <a:pt x="2939119" y="1490510"/>
                </a:moveTo>
                <a:cubicBezTo>
                  <a:pt x="2943263" y="1490510"/>
                  <a:pt x="2946623" y="1493868"/>
                  <a:pt x="2946623" y="1498011"/>
                </a:cubicBezTo>
                <a:cubicBezTo>
                  <a:pt x="2946623" y="1502156"/>
                  <a:pt x="2943263" y="1505517"/>
                  <a:pt x="2939119" y="1505517"/>
                </a:cubicBezTo>
                <a:cubicBezTo>
                  <a:pt x="2934974" y="1505517"/>
                  <a:pt x="2931614" y="1502156"/>
                  <a:pt x="2931614" y="1498011"/>
                </a:cubicBezTo>
                <a:cubicBezTo>
                  <a:pt x="2931614" y="1493868"/>
                  <a:pt x="2934974" y="1490510"/>
                  <a:pt x="2939119" y="1490510"/>
                </a:cubicBezTo>
                <a:close/>
                <a:moveTo>
                  <a:pt x="749995" y="1490510"/>
                </a:moveTo>
                <a:cubicBezTo>
                  <a:pt x="754140" y="1490510"/>
                  <a:pt x="757499" y="1493868"/>
                  <a:pt x="757499" y="1498011"/>
                </a:cubicBezTo>
                <a:cubicBezTo>
                  <a:pt x="757499" y="1502156"/>
                  <a:pt x="754140" y="1505517"/>
                  <a:pt x="749995" y="1505517"/>
                </a:cubicBezTo>
                <a:cubicBezTo>
                  <a:pt x="745850" y="1505517"/>
                  <a:pt x="742491" y="1502156"/>
                  <a:pt x="742491" y="1498011"/>
                </a:cubicBezTo>
                <a:cubicBezTo>
                  <a:pt x="742491" y="1493868"/>
                  <a:pt x="745850" y="1490510"/>
                  <a:pt x="749995" y="1490510"/>
                </a:cubicBezTo>
                <a:close/>
                <a:moveTo>
                  <a:pt x="2823902" y="1489028"/>
                </a:moveTo>
                <a:cubicBezTo>
                  <a:pt x="2828864" y="1489028"/>
                  <a:pt x="2832888" y="1493050"/>
                  <a:pt x="2832888" y="1498011"/>
                </a:cubicBezTo>
                <a:cubicBezTo>
                  <a:pt x="2832888" y="1502973"/>
                  <a:pt x="2828864" y="1506997"/>
                  <a:pt x="2823902" y="1506997"/>
                </a:cubicBezTo>
                <a:cubicBezTo>
                  <a:pt x="2818939" y="1506997"/>
                  <a:pt x="2814917" y="1502973"/>
                  <a:pt x="2814917" y="1498011"/>
                </a:cubicBezTo>
                <a:cubicBezTo>
                  <a:pt x="2814917" y="1493050"/>
                  <a:pt x="2818939" y="1489028"/>
                  <a:pt x="2823902" y="1489028"/>
                </a:cubicBezTo>
                <a:close/>
                <a:moveTo>
                  <a:pt x="865213" y="1489028"/>
                </a:moveTo>
                <a:cubicBezTo>
                  <a:pt x="870175" y="1489028"/>
                  <a:pt x="874198" y="1493050"/>
                  <a:pt x="874198" y="1498011"/>
                </a:cubicBezTo>
                <a:cubicBezTo>
                  <a:pt x="874198" y="1502973"/>
                  <a:pt x="870175" y="1506997"/>
                  <a:pt x="865213" y="1506997"/>
                </a:cubicBezTo>
                <a:cubicBezTo>
                  <a:pt x="860250" y="1506997"/>
                  <a:pt x="856227" y="1502973"/>
                  <a:pt x="856227" y="1498011"/>
                </a:cubicBezTo>
                <a:cubicBezTo>
                  <a:pt x="856227" y="1493050"/>
                  <a:pt x="860250" y="1489028"/>
                  <a:pt x="865213" y="1489028"/>
                </a:cubicBezTo>
                <a:close/>
                <a:moveTo>
                  <a:pt x="2708685" y="1487418"/>
                </a:moveTo>
                <a:cubicBezTo>
                  <a:pt x="2714538" y="1487418"/>
                  <a:pt x="2719281" y="1492160"/>
                  <a:pt x="2719281" y="1498011"/>
                </a:cubicBezTo>
                <a:cubicBezTo>
                  <a:pt x="2719281" y="1503864"/>
                  <a:pt x="2714538" y="1508609"/>
                  <a:pt x="2708685" y="1508609"/>
                </a:cubicBezTo>
                <a:cubicBezTo>
                  <a:pt x="2702833" y="1508609"/>
                  <a:pt x="2698089" y="1503864"/>
                  <a:pt x="2698089" y="1498011"/>
                </a:cubicBezTo>
                <a:cubicBezTo>
                  <a:pt x="2698089" y="1492160"/>
                  <a:pt x="2702833" y="1487418"/>
                  <a:pt x="2708685" y="1487418"/>
                </a:cubicBezTo>
                <a:close/>
                <a:moveTo>
                  <a:pt x="980429" y="1487418"/>
                </a:moveTo>
                <a:cubicBezTo>
                  <a:pt x="986282" y="1487418"/>
                  <a:pt x="991025" y="1492160"/>
                  <a:pt x="991025" y="1498011"/>
                </a:cubicBezTo>
                <a:cubicBezTo>
                  <a:pt x="991025" y="1503864"/>
                  <a:pt x="986282" y="1508609"/>
                  <a:pt x="980429" y="1508609"/>
                </a:cubicBezTo>
                <a:cubicBezTo>
                  <a:pt x="974577" y="1508609"/>
                  <a:pt x="969833" y="1503864"/>
                  <a:pt x="969833" y="1498011"/>
                </a:cubicBezTo>
                <a:cubicBezTo>
                  <a:pt x="969833" y="1492160"/>
                  <a:pt x="974577" y="1487418"/>
                  <a:pt x="980429" y="1487418"/>
                </a:cubicBezTo>
                <a:close/>
                <a:moveTo>
                  <a:pt x="2593468" y="1485829"/>
                </a:moveTo>
                <a:cubicBezTo>
                  <a:pt x="2600198" y="1485829"/>
                  <a:pt x="2605654" y="1491284"/>
                  <a:pt x="2605654" y="1498011"/>
                </a:cubicBezTo>
                <a:cubicBezTo>
                  <a:pt x="2605654" y="1504742"/>
                  <a:pt x="2600198" y="1510194"/>
                  <a:pt x="2593468" y="1510194"/>
                </a:cubicBezTo>
                <a:cubicBezTo>
                  <a:pt x="2586738" y="1510194"/>
                  <a:pt x="2581282" y="1504742"/>
                  <a:pt x="2581282" y="1498011"/>
                </a:cubicBezTo>
                <a:cubicBezTo>
                  <a:pt x="2581282" y="1491284"/>
                  <a:pt x="2586738" y="1485829"/>
                  <a:pt x="2593468" y="1485829"/>
                </a:cubicBezTo>
                <a:close/>
                <a:moveTo>
                  <a:pt x="1095647" y="1485829"/>
                </a:moveTo>
                <a:cubicBezTo>
                  <a:pt x="1102377" y="1485829"/>
                  <a:pt x="1107832" y="1491284"/>
                  <a:pt x="1107832" y="1498011"/>
                </a:cubicBezTo>
                <a:cubicBezTo>
                  <a:pt x="1107832" y="1504742"/>
                  <a:pt x="1102377" y="1510194"/>
                  <a:pt x="1095647" y="1510194"/>
                </a:cubicBezTo>
                <a:cubicBezTo>
                  <a:pt x="1088916" y="1510194"/>
                  <a:pt x="1083461" y="1504742"/>
                  <a:pt x="1083461" y="1498011"/>
                </a:cubicBezTo>
                <a:cubicBezTo>
                  <a:pt x="1083461" y="1491284"/>
                  <a:pt x="1088916" y="1485829"/>
                  <a:pt x="1095647" y="1485829"/>
                </a:cubicBezTo>
                <a:close/>
                <a:moveTo>
                  <a:pt x="2478250" y="1484129"/>
                </a:moveTo>
                <a:cubicBezTo>
                  <a:pt x="2485918" y="1484129"/>
                  <a:pt x="2492135" y="1490345"/>
                  <a:pt x="2492135" y="1498011"/>
                </a:cubicBezTo>
                <a:cubicBezTo>
                  <a:pt x="2492135" y="1505679"/>
                  <a:pt x="2485918" y="1511898"/>
                  <a:pt x="2478250" y="1511898"/>
                </a:cubicBezTo>
                <a:cubicBezTo>
                  <a:pt x="2470583" y="1511898"/>
                  <a:pt x="2464366" y="1505679"/>
                  <a:pt x="2464366" y="1498011"/>
                </a:cubicBezTo>
                <a:cubicBezTo>
                  <a:pt x="2464366" y="1490345"/>
                  <a:pt x="2470583" y="1484129"/>
                  <a:pt x="2478250" y="1484129"/>
                </a:cubicBezTo>
                <a:close/>
                <a:moveTo>
                  <a:pt x="1210863" y="1484129"/>
                </a:moveTo>
                <a:cubicBezTo>
                  <a:pt x="1218531" y="1484129"/>
                  <a:pt x="1224748" y="1490345"/>
                  <a:pt x="1224748" y="1498011"/>
                </a:cubicBezTo>
                <a:cubicBezTo>
                  <a:pt x="1224748" y="1505679"/>
                  <a:pt x="1218531" y="1511898"/>
                  <a:pt x="1210863" y="1511898"/>
                </a:cubicBezTo>
                <a:cubicBezTo>
                  <a:pt x="1203196" y="1511898"/>
                  <a:pt x="1196980" y="1505679"/>
                  <a:pt x="1196980" y="1498011"/>
                </a:cubicBezTo>
                <a:cubicBezTo>
                  <a:pt x="1196980" y="1490345"/>
                  <a:pt x="1203196" y="1484129"/>
                  <a:pt x="1210863" y="1484129"/>
                </a:cubicBezTo>
                <a:close/>
                <a:moveTo>
                  <a:pt x="2363034" y="1482495"/>
                </a:moveTo>
                <a:cubicBezTo>
                  <a:pt x="2371606" y="1482495"/>
                  <a:pt x="2378555" y="1489442"/>
                  <a:pt x="2378555" y="1498011"/>
                </a:cubicBezTo>
                <a:cubicBezTo>
                  <a:pt x="2378555" y="1506585"/>
                  <a:pt x="2371606" y="1513532"/>
                  <a:pt x="2363034" y="1513532"/>
                </a:cubicBezTo>
                <a:cubicBezTo>
                  <a:pt x="2354462" y="1513532"/>
                  <a:pt x="2347513" y="1506585"/>
                  <a:pt x="2347513" y="1498011"/>
                </a:cubicBezTo>
                <a:cubicBezTo>
                  <a:pt x="2347513" y="1489442"/>
                  <a:pt x="2354462" y="1482495"/>
                  <a:pt x="2363034" y="1482495"/>
                </a:cubicBezTo>
                <a:close/>
                <a:moveTo>
                  <a:pt x="1326080" y="1482495"/>
                </a:moveTo>
                <a:cubicBezTo>
                  <a:pt x="1334653" y="1482495"/>
                  <a:pt x="1341602" y="1489442"/>
                  <a:pt x="1341602" y="1498011"/>
                </a:cubicBezTo>
                <a:cubicBezTo>
                  <a:pt x="1341602" y="1506585"/>
                  <a:pt x="1334653" y="1513532"/>
                  <a:pt x="1326080" y="1513532"/>
                </a:cubicBezTo>
                <a:cubicBezTo>
                  <a:pt x="1317509" y="1513532"/>
                  <a:pt x="1310559" y="1506585"/>
                  <a:pt x="1310559" y="1498011"/>
                </a:cubicBezTo>
                <a:cubicBezTo>
                  <a:pt x="1310559" y="1489442"/>
                  <a:pt x="1317509" y="1482495"/>
                  <a:pt x="1326080" y="1482495"/>
                </a:cubicBezTo>
                <a:close/>
                <a:moveTo>
                  <a:pt x="2247817" y="1480945"/>
                </a:moveTo>
                <a:cubicBezTo>
                  <a:pt x="2257244" y="1480945"/>
                  <a:pt x="2264887" y="1488585"/>
                  <a:pt x="2264887" y="1498011"/>
                </a:cubicBezTo>
                <a:cubicBezTo>
                  <a:pt x="2264887" y="1507440"/>
                  <a:pt x="2257244" y="1515083"/>
                  <a:pt x="2247817" y="1515083"/>
                </a:cubicBezTo>
                <a:cubicBezTo>
                  <a:pt x="2238389" y="1515083"/>
                  <a:pt x="2230746" y="1507440"/>
                  <a:pt x="2230746" y="1498011"/>
                </a:cubicBezTo>
                <a:cubicBezTo>
                  <a:pt x="2230746" y="1488585"/>
                  <a:pt x="2238389" y="1480945"/>
                  <a:pt x="2247817" y="1480945"/>
                </a:cubicBezTo>
                <a:close/>
                <a:moveTo>
                  <a:pt x="1441298" y="1480945"/>
                </a:moveTo>
                <a:cubicBezTo>
                  <a:pt x="1450726" y="1480945"/>
                  <a:pt x="1458368" y="1488585"/>
                  <a:pt x="1458368" y="1498011"/>
                </a:cubicBezTo>
                <a:cubicBezTo>
                  <a:pt x="1458368" y="1507440"/>
                  <a:pt x="1450726" y="1515083"/>
                  <a:pt x="1441298" y="1515083"/>
                </a:cubicBezTo>
                <a:cubicBezTo>
                  <a:pt x="1431870" y="1515083"/>
                  <a:pt x="1424228" y="1507440"/>
                  <a:pt x="1424228" y="1498011"/>
                </a:cubicBezTo>
                <a:cubicBezTo>
                  <a:pt x="1424228" y="1488585"/>
                  <a:pt x="1431870" y="1480945"/>
                  <a:pt x="1441298" y="1480945"/>
                </a:cubicBezTo>
                <a:close/>
                <a:moveTo>
                  <a:pt x="2132600" y="1479508"/>
                </a:moveTo>
                <a:cubicBezTo>
                  <a:pt x="2142821" y="1479508"/>
                  <a:pt x="2151107" y="1487792"/>
                  <a:pt x="2151107" y="1498011"/>
                </a:cubicBezTo>
                <a:cubicBezTo>
                  <a:pt x="2151107" y="1508235"/>
                  <a:pt x="2142821" y="1516521"/>
                  <a:pt x="2132600" y="1516521"/>
                </a:cubicBezTo>
                <a:cubicBezTo>
                  <a:pt x="2122378" y="1516521"/>
                  <a:pt x="2114092" y="1508235"/>
                  <a:pt x="2114092" y="1498011"/>
                </a:cubicBezTo>
                <a:cubicBezTo>
                  <a:pt x="2114092" y="1487792"/>
                  <a:pt x="2122378" y="1479508"/>
                  <a:pt x="2132600" y="1479508"/>
                </a:cubicBezTo>
                <a:close/>
                <a:moveTo>
                  <a:pt x="1556514" y="1479508"/>
                </a:moveTo>
                <a:cubicBezTo>
                  <a:pt x="1566736" y="1479508"/>
                  <a:pt x="1575022" y="1487792"/>
                  <a:pt x="1575022" y="1498011"/>
                </a:cubicBezTo>
                <a:cubicBezTo>
                  <a:pt x="1575022" y="1508235"/>
                  <a:pt x="1566736" y="1516521"/>
                  <a:pt x="1556514" y="1516521"/>
                </a:cubicBezTo>
                <a:cubicBezTo>
                  <a:pt x="1546293" y="1516521"/>
                  <a:pt x="1538007" y="1508235"/>
                  <a:pt x="1538007" y="1498011"/>
                </a:cubicBezTo>
                <a:cubicBezTo>
                  <a:pt x="1538007" y="1487792"/>
                  <a:pt x="1546293" y="1479508"/>
                  <a:pt x="1556514" y="1479508"/>
                </a:cubicBezTo>
                <a:close/>
                <a:moveTo>
                  <a:pt x="2017383" y="1478581"/>
                </a:moveTo>
                <a:cubicBezTo>
                  <a:pt x="2028116" y="1478581"/>
                  <a:pt x="2036817" y="1487280"/>
                  <a:pt x="2036817" y="1498011"/>
                </a:cubicBezTo>
                <a:cubicBezTo>
                  <a:pt x="2036817" y="1508744"/>
                  <a:pt x="2028116" y="1517447"/>
                  <a:pt x="2017383" y="1517447"/>
                </a:cubicBezTo>
                <a:cubicBezTo>
                  <a:pt x="2006649" y="1517447"/>
                  <a:pt x="1997948" y="1508744"/>
                  <a:pt x="1997948" y="1498011"/>
                </a:cubicBezTo>
                <a:cubicBezTo>
                  <a:pt x="1997948" y="1487280"/>
                  <a:pt x="2006649" y="1478581"/>
                  <a:pt x="2017383" y="1478581"/>
                </a:cubicBezTo>
                <a:close/>
                <a:moveTo>
                  <a:pt x="1671732" y="1478581"/>
                </a:moveTo>
                <a:cubicBezTo>
                  <a:pt x="1682465" y="1478581"/>
                  <a:pt x="1691166" y="1487280"/>
                  <a:pt x="1691166" y="1498011"/>
                </a:cubicBezTo>
                <a:cubicBezTo>
                  <a:pt x="1691166" y="1508744"/>
                  <a:pt x="1682465" y="1517447"/>
                  <a:pt x="1671732" y="1517447"/>
                </a:cubicBezTo>
                <a:cubicBezTo>
                  <a:pt x="1660998" y="1517447"/>
                  <a:pt x="1652297" y="1508744"/>
                  <a:pt x="1652297" y="1498011"/>
                </a:cubicBezTo>
                <a:cubicBezTo>
                  <a:pt x="1652297" y="1487280"/>
                  <a:pt x="1660998" y="1478581"/>
                  <a:pt x="1671732" y="1478581"/>
                </a:cubicBezTo>
                <a:close/>
                <a:moveTo>
                  <a:pt x="1902166" y="1478014"/>
                </a:moveTo>
                <a:cubicBezTo>
                  <a:pt x="1913212" y="1478014"/>
                  <a:pt x="1922167" y="1486967"/>
                  <a:pt x="1922167" y="1498011"/>
                </a:cubicBezTo>
                <a:cubicBezTo>
                  <a:pt x="1922167" y="1509056"/>
                  <a:pt x="1913212" y="1518013"/>
                  <a:pt x="1902166" y="1518013"/>
                </a:cubicBezTo>
                <a:cubicBezTo>
                  <a:pt x="1891119" y="1518013"/>
                  <a:pt x="1882164" y="1509056"/>
                  <a:pt x="1882164" y="1498011"/>
                </a:cubicBezTo>
                <a:cubicBezTo>
                  <a:pt x="1882164" y="1486967"/>
                  <a:pt x="1891119" y="1478014"/>
                  <a:pt x="1902166" y="1478014"/>
                </a:cubicBezTo>
                <a:close/>
                <a:moveTo>
                  <a:pt x="1786949" y="1478014"/>
                </a:moveTo>
                <a:cubicBezTo>
                  <a:pt x="1797995" y="1478014"/>
                  <a:pt x="1806950" y="1486967"/>
                  <a:pt x="1806950" y="1498011"/>
                </a:cubicBezTo>
                <a:cubicBezTo>
                  <a:pt x="1806950" y="1509056"/>
                  <a:pt x="1797995" y="1518013"/>
                  <a:pt x="1786949" y="1518013"/>
                </a:cubicBezTo>
                <a:cubicBezTo>
                  <a:pt x="1775902" y="1518013"/>
                  <a:pt x="1766947" y="1509056"/>
                  <a:pt x="1766947" y="1498011"/>
                </a:cubicBezTo>
                <a:cubicBezTo>
                  <a:pt x="1766947" y="1486967"/>
                  <a:pt x="1775902" y="1478014"/>
                  <a:pt x="1786949" y="1478014"/>
                </a:cubicBezTo>
                <a:close/>
                <a:moveTo>
                  <a:pt x="3572813" y="1396808"/>
                </a:moveTo>
                <a:cubicBezTo>
                  <a:pt x="3573603" y="1396808"/>
                  <a:pt x="3574243" y="1397448"/>
                  <a:pt x="3574243" y="1398238"/>
                </a:cubicBezTo>
                <a:cubicBezTo>
                  <a:pt x="3574243" y="1399027"/>
                  <a:pt x="3573602" y="1399668"/>
                  <a:pt x="3572813" y="1399668"/>
                </a:cubicBezTo>
                <a:cubicBezTo>
                  <a:pt x="3572022" y="1399668"/>
                  <a:pt x="3571382" y="1399027"/>
                  <a:pt x="3571382" y="1398238"/>
                </a:cubicBezTo>
                <a:cubicBezTo>
                  <a:pt x="3571382" y="1397448"/>
                  <a:pt x="3572023" y="1396808"/>
                  <a:pt x="3572813" y="1396808"/>
                </a:cubicBezTo>
                <a:close/>
                <a:moveTo>
                  <a:pt x="116302" y="1396808"/>
                </a:moveTo>
                <a:cubicBezTo>
                  <a:pt x="117092" y="1396808"/>
                  <a:pt x="117733" y="1397448"/>
                  <a:pt x="117733" y="1398238"/>
                </a:cubicBezTo>
                <a:cubicBezTo>
                  <a:pt x="117733" y="1399027"/>
                  <a:pt x="117092" y="1399668"/>
                  <a:pt x="116302" y="1399668"/>
                </a:cubicBezTo>
                <a:cubicBezTo>
                  <a:pt x="115512" y="1399668"/>
                  <a:pt x="114871" y="1399027"/>
                  <a:pt x="114871" y="1398238"/>
                </a:cubicBezTo>
                <a:cubicBezTo>
                  <a:pt x="114871" y="1397448"/>
                  <a:pt x="115512" y="1396808"/>
                  <a:pt x="116302" y="1396808"/>
                </a:cubicBezTo>
                <a:close/>
                <a:moveTo>
                  <a:pt x="3457596" y="1396106"/>
                </a:moveTo>
                <a:cubicBezTo>
                  <a:pt x="3458772" y="1396106"/>
                  <a:pt x="3459725" y="1397061"/>
                  <a:pt x="3459725" y="1398238"/>
                </a:cubicBezTo>
                <a:cubicBezTo>
                  <a:pt x="3459725" y="1399414"/>
                  <a:pt x="3458772" y="1400366"/>
                  <a:pt x="3457596" y="1400366"/>
                </a:cubicBezTo>
                <a:cubicBezTo>
                  <a:pt x="3456419" y="1400366"/>
                  <a:pt x="3455466" y="1399414"/>
                  <a:pt x="3455466" y="1398238"/>
                </a:cubicBezTo>
                <a:cubicBezTo>
                  <a:pt x="3455466" y="1397061"/>
                  <a:pt x="3456419" y="1396106"/>
                  <a:pt x="3457596" y="1396106"/>
                </a:cubicBezTo>
                <a:close/>
                <a:moveTo>
                  <a:pt x="231519" y="1396106"/>
                </a:moveTo>
                <a:cubicBezTo>
                  <a:pt x="232696" y="1396106"/>
                  <a:pt x="233649" y="1397061"/>
                  <a:pt x="233649" y="1398238"/>
                </a:cubicBezTo>
                <a:cubicBezTo>
                  <a:pt x="233649" y="1399414"/>
                  <a:pt x="232696" y="1400366"/>
                  <a:pt x="231519" y="1400366"/>
                </a:cubicBezTo>
                <a:cubicBezTo>
                  <a:pt x="230342" y="1400366"/>
                  <a:pt x="229389" y="1399414"/>
                  <a:pt x="229389" y="1398238"/>
                </a:cubicBezTo>
                <a:cubicBezTo>
                  <a:pt x="229389" y="1397061"/>
                  <a:pt x="230342" y="1396106"/>
                  <a:pt x="231519" y="1396106"/>
                </a:cubicBezTo>
                <a:close/>
                <a:moveTo>
                  <a:pt x="3342379" y="1395198"/>
                </a:moveTo>
                <a:cubicBezTo>
                  <a:pt x="3344057" y="1395198"/>
                  <a:pt x="3345418" y="1396560"/>
                  <a:pt x="3345418" y="1398238"/>
                </a:cubicBezTo>
                <a:cubicBezTo>
                  <a:pt x="3345418" y="1399917"/>
                  <a:pt x="3344057" y="1401277"/>
                  <a:pt x="3342379" y="1401277"/>
                </a:cubicBezTo>
                <a:cubicBezTo>
                  <a:pt x="3340700" y="1401277"/>
                  <a:pt x="3339340" y="1399917"/>
                  <a:pt x="3339340" y="1398238"/>
                </a:cubicBezTo>
                <a:cubicBezTo>
                  <a:pt x="3339340" y="1396560"/>
                  <a:pt x="3340700" y="1395198"/>
                  <a:pt x="3342379" y="1395198"/>
                </a:cubicBezTo>
                <a:close/>
                <a:moveTo>
                  <a:pt x="346736" y="1395198"/>
                </a:moveTo>
                <a:cubicBezTo>
                  <a:pt x="348415" y="1395198"/>
                  <a:pt x="349775" y="1396560"/>
                  <a:pt x="349775" y="1398238"/>
                </a:cubicBezTo>
                <a:cubicBezTo>
                  <a:pt x="349775" y="1399917"/>
                  <a:pt x="348415" y="1401277"/>
                  <a:pt x="346736" y="1401277"/>
                </a:cubicBezTo>
                <a:cubicBezTo>
                  <a:pt x="345058" y="1401277"/>
                  <a:pt x="343697" y="1399917"/>
                  <a:pt x="343697" y="1398238"/>
                </a:cubicBezTo>
                <a:cubicBezTo>
                  <a:pt x="343697" y="1396560"/>
                  <a:pt x="345058" y="1395198"/>
                  <a:pt x="346736" y="1395198"/>
                </a:cubicBezTo>
                <a:close/>
                <a:moveTo>
                  <a:pt x="3227161" y="1394221"/>
                </a:moveTo>
                <a:cubicBezTo>
                  <a:pt x="3229379" y="1394221"/>
                  <a:pt x="3231178" y="1396019"/>
                  <a:pt x="3231178" y="1398238"/>
                </a:cubicBezTo>
                <a:cubicBezTo>
                  <a:pt x="3231178" y="1400457"/>
                  <a:pt x="3229379" y="1402254"/>
                  <a:pt x="3227161" y="1402254"/>
                </a:cubicBezTo>
                <a:cubicBezTo>
                  <a:pt x="3224943" y="1402254"/>
                  <a:pt x="3223144" y="1400457"/>
                  <a:pt x="3223144" y="1398238"/>
                </a:cubicBezTo>
                <a:cubicBezTo>
                  <a:pt x="3223144" y="1396019"/>
                  <a:pt x="3224943" y="1394221"/>
                  <a:pt x="3227161" y="1394221"/>
                </a:cubicBezTo>
                <a:close/>
                <a:moveTo>
                  <a:pt x="461953" y="1394221"/>
                </a:moveTo>
                <a:cubicBezTo>
                  <a:pt x="464172" y="1394221"/>
                  <a:pt x="465971" y="1396019"/>
                  <a:pt x="465971" y="1398238"/>
                </a:cubicBezTo>
                <a:cubicBezTo>
                  <a:pt x="465971" y="1400457"/>
                  <a:pt x="464172" y="1402254"/>
                  <a:pt x="461953" y="1402254"/>
                </a:cubicBezTo>
                <a:cubicBezTo>
                  <a:pt x="459736" y="1402254"/>
                  <a:pt x="457937" y="1400457"/>
                  <a:pt x="457937" y="1398238"/>
                </a:cubicBezTo>
                <a:cubicBezTo>
                  <a:pt x="457937" y="1396019"/>
                  <a:pt x="459736" y="1394221"/>
                  <a:pt x="461953" y="1394221"/>
                </a:cubicBezTo>
                <a:close/>
                <a:moveTo>
                  <a:pt x="3111944" y="1393009"/>
                </a:moveTo>
                <a:cubicBezTo>
                  <a:pt x="3114831" y="1393009"/>
                  <a:pt x="3117171" y="1395352"/>
                  <a:pt x="3117171" y="1398238"/>
                </a:cubicBezTo>
                <a:cubicBezTo>
                  <a:pt x="3117171" y="1401123"/>
                  <a:pt x="3114831" y="1403463"/>
                  <a:pt x="3111944" y="1403463"/>
                </a:cubicBezTo>
                <a:cubicBezTo>
                  <a:pt x="3109058" y="1403463"/>
                  <a:pt x="3106718" y="1401123"/>
                  <a:pt x="3106718" y="1398238"/>
                </a:cubicBezTo>
                <a:cubicBezTo>
                  <a:pt x="3106718" y="1395352"/>
                  <a:pt x="3109058" y="1393009"/>
                  <a:pt x="3111944" y="1393009"/>
                </a:cubicBezTo>
                <a:close/>
                <a:moveTo>
                  <a:pt x="577170" y="1393009"/>
                </a:moveTo>
                <a:cubicBezTo>
                  <a:pt x="580057" y="1393009"/>
                  <a:pt x="582397" y="1395352"/>
                  <a:pt x="582397" y="1398238"/>
                </a:cubicBezTo>
                <a:cubicBezTo>
                  <a:pt x="582397" y="1401123"/>
                  <a:pt x="580057" y="1403463"/>
                  <a:pt x="577170" y="1403463"/>
                </a:cubicBezTo>
                <a:cubicBezTo>
                  <a:pt x="574284" y="1403463"/>
                  <a:pt x="571944" y="1401123"/>
                  <a:pt x="571944" y="1398238"/>
                </a:cubicBezTo>
                <a:cubicBezTo>
                  <a:pt x="571944" y="1395352"/>
                  <a:pt x="574284" y="1393009"/>
                  <a:pt x="577170" y="1393009"/>
                </a:cubicBezTo>
                <a:close/>
                <a:moveTo>
                  <a:pt x="2996727" y="1391865"/>
                </a:moveTo>
                <a:cubicBezTo>
                  <a:pt x="3000245" y="1391865"/>
                  <a:pt x="3003097" y="1394719"/>
                  <a:pt x="3003097" y="1398238"/>
                </a:cubicBezTo>
                <a:cubicBezTo>
                  <a:pt x="3003097" y="1401755"/>
                  <a:pt x="3000245" y="1404607"/>
                  <a:pt x="2996727" y="1404607"/>
                </a:cubicBezTo>
                <a:cubicBezTo>
                  <a:pt x="2993210" y="1404607"/>
                  <a:pt x="2990358" y="1401755"/>
                  <a:pt x="2990358" y="1398238"/>
                </a:cubicBezTo>
                <a:cubicBezTo>
                  <a:pt x="2990358" y="1394719"/>
                  <a:pt x="2993210" y="1391865"/>
                  <a:pt x="2996727" y="1391865"/>
                </a:cubicBezTo>
                <a:close/>
                <a:moveTo>
                  <a:pt x="692388" y="1391865"/>
                </a:moveTo>
                <a:cubicBezTo>
                  <a:pt x="695906" y="1391865"/>
                  <a:pt x="698757" y="1394719"/>
                  <a:pt x="698757" y="1398238"/>
                </a:cubicBezTo>
                <a:cubicBezTo>
                  <a:pt x="698757" y="1401755"/>
                  <a:pt x="695906" y="1404607"/>
                  <a:pt x="692388" y="1404607"/>
                </a:cubicBezTo>
                <a:cubicBezTo>
                  <a:pt x="688871" y="1404607"/>
                  <a:pt x="686019" y="1401755"/>
                  <a:pt x="686019" y="1398238"/>
                </a:cubicBezTo>
                <a:cubicBezTo>
                  <a:pt x="686019" y="1394719"/>
                  <a:pt x="688871" y="1391865"/>
                  <a:pt x="692388" y="1391865"/>
                </a:cubicBezTo>
                <a:close/>
                <a:moveTo>
                  <a:pt x="2881510" y="1390492"/>
                </a:moveTo>
                <a:cubicBezTo>
                  <a:pt x="2885786" y="1390492"/>
                  <a:pt x="2889252" y="1393961"/>
                  <a:pt x="2889252" y="1398238"/>
                </a:cubicBezTo>
                <a:cubicBezTo>
                  <a:pt x="2889252" y="1402513"/>
                  <a:pt x="2885786" y="1405980"/>
                  <a:pt x="2881510" y="1405980"/>
                </a:cubicBezTo>
                <a:cubicBezTo>
                  <a:pt x="2877234" y="1405980"/>
                  <a:pt x="2873768" y="1402513"/>
                  <a:pt x="2873768" y="1398238"/>
                </a:cubicBezTo>
                <a:cubicBezTo>
                  <a:pt x="2873768" y="1393961"/>
                  <a:pt x="2877234" y="1390492"/>
                  <a:pt x="2881510" y="1390492"/>
                </a:cubicBezTo>
                <a:close/>
                <a:moveTo>
                  <a:pt x="807604" y="1390492"/>
                </a:moveTo>
                <a:cubicBezTo>
                  <a:pt x="811879" y="1390492"/>
                  <a:pt x="815346" y="1393961"/>
                  <a:pt x="815346" y="1398238"/>
                </a:cubicBezTo>
                <a:cubicBezTo>
                  <a:pt x="815346" y="1402513"/>
                  <a:pt x="811879" y="1405980"/>
                  <a:pt x="807604" y="1405980"/>
                </a:cubicBezTo>
                <a:cubicBezTo>
                  <a:pt x="803328" y="1405980"/>
                  <a:pt x="799861" y="1402513"/>
                  <a:pt x="799861" y="1398238"/>
                </a:cubicBezTo>
                <a:cubicBezTo>
                  <a:pt x="799861" y="1393961"/>
                  <a:pt x="803328" y="1390492"/>
                  <a:pt x="807604" y="1390492"/>
                </a:cubicBezTo>
                <a:close/>
                <a:moveTo>
                  <a:pt x="2766293" y="1388988"/>
                </a:moveTo>
                <a:cubicBezTo>
                  <a:pt x="2771399" y="1388988"/>
                  <a:pt x="2775538" y="1393131"/>
                  <a:pt x="2775538" y="1398238"/>
                </a:cubicBezTo>
                <a:cubicBezTo>
                  <a:pt x="2775538" y="1403341"/>
                  <a:pt x="2771399" y="1407483"/>
                  <a:pt x="2766293" y="1407483"/>
                </a:cubicBezTo>
                <a:cubicBezTo>
                  <a:pt x="2761187" y="1407483"/>
                  <a:pt x="2757048" y="1403341"/>
                  <a:pt x="2757048" y="1398238"/>
                </a:cubicBezTo>
                <a:cubicBezTo>
                  <a:pt x="2757048" y="1393131"/>
                  <a:pt x="2761187" y="1388988"/>
                  <a:pt x="2766293" y="1388988"/>
                </a:cubicBezTo>
                <a:close/>
                <a:moveTo>
                  <a:pt x="922821" y="1388988"/>
                </a:moveTo>
                <a:cubicBezTo>
                  <a:pt x="927926" y="1388988"/>
                  <a:pt x="932066" y="1393131"/>
                  <a:pt x="932066" y="1398238"/>
                </a:cubicBezTo>
                <a:cubicBezTo>
                  <a:pt x="932066" y="1403341"/>
                  <a:pt x="927926" y="1407483"/>
                  <a:pt x="922821" y="1407483"/>
                </a:cubicBezTo>
                <a:cubicBezTo>
                  <a:pt x="917715" y="1407483"/>
                  <a:pt x="913576" y="1403341"/>
                  <a:pt x="913576" y="1398238"/>
                </a:cubicBezTo>
                <a:cubicBezTo>
                  <a:pt x="913576" y="1393131"/>
                  <a:pt x="917715" y="1388988"/>
                  <a:pt x="922821" y="1388988"/>
                </a:cubicBezTo>
                <a:close/>
                <a:moveTo>
                  <a:pt x="2651076" y="1387499"/>
                </a:moveTo>
                <a:cubicBezTo>
                  <a:pt x="2657006" y="1387499"/>
                  <a:pt x="2661813" y="1392306"/>
                  <a:pt x="2661813" y="1398238"/>
                </a:cubicBezTo>
                <a:cubicBezTo>
                  <a:pt x="2661813" y="1404168"/>
                  <a:pt x="2657006" y="1408973"/>
                  <a:pt x="2651076" y="1408973"/>
                </a:cubicBezTo>
                <a:cubicBezTo>
                  <a:pt x="2645147" y="1408973"/>
                  <a:pt x="2640340" y="1404168"/>
                  <a:pt x="2640340" y="1398238"/>
                </a:cubicBezTo>
                <a:cubicBezTo>
                  <a:pt x="2640340" y="1392306"/>
                  <a:pt x="2645147" y="1387499"/>
                  <a:pt x="2651076" y="1387499"/>
                </a:cubicBezTo>
                <a:close/>
                <a:moveTo>
                  <a:pt x="1038037" y="1387499"/>
                </a:moveTo>
                <a:cubicBezTo>
                  <a:pt x="1043967" y="1387499"/>
                  <a:pt x="1048774" y="1392306"/>
                  <a:pt x="1048774" y="1398238"/>
                </a:cubicBezTo>
                <a:cubicBezTo>
                  <a:pt x="1048774" y="1404168"/>
                  <a:pt x="1043967" y="1408973"/>
                  <a:pt x="1038037" y="1408973"/>
                </a:cubicBezTo>
                <a:cubicBezTo>
                  <a:pt x="1032108" y="1408973"/>
                  <a:pt x="1027301" y="1404168"/>
                  <a:pt x="1027301" y="1398238"/>
                </a:cubicBezTo>
                <a:cubicBezTo>
                  <a:pt x="1027301" y="1392306"/>
                  <a:pt x="1032108" y="1387499"/>
                  <a:pt x="1038037" y="1387499"/>
                </a:cubicBezTo>
                <a:close/>
                <a:moveTo>
                  <a:pt x="2535860" y="1385901"/>
                </a:moveTo>
                <a:cubicBezTo>
                  <a:pt x="2542672" y="1385901"/>
                  <a:pt x="2548195" y="1391424"/>
                  <a:pt x="2548195" y="1398238"/>
                </a:cubicBezTo>
                <a:cubicBezTo>
                  <a:pt x="2548195" y="1405051"/>
                  <a:pt x="2542672" y="1410575"/>
                  <a:pt x="2535860" y="1410575"/>
                </a:cubicBezTo>
                <a:cubicBezTo>
                  <a:pt x="2529047" y="1410575"/>
                  <a:pt x="2523524" y="1405051"/>
                  <a:pt x="2523524" y="1398238"/>
                </a:cubicBezTo>
                <a:cubicBezTo>
                  <a:pt x="2523524" y="1391424"/>
                  <a:pt x="2529047" y="1385901"/>
                  <a:pt x="2535860" y="1385901"/>
                </a:cubicBezTo>
                <a:close/>
                <a:moveTo>
                  <a:pt x="1153255" y="1385901"/>
                </a:moveTo>
                <a:cubicBezTo>
                  <a:pt x="1160068" y="1385901"/>
                  <a:pt x="1165591" y="1391424"/>
                  <a:pt x="1165591" y="1398238"/>
                </a:cubicBezTo>
                <a:cubicBezTo>
                  <a:pt x="1165591" y="1405051"/>
                  <a:pt x="1160068" y="1410575"/>
                  <a:pt x="1153255" y="1410575"/>
                </a:cubicBezTo>
                <a:cubicBezTo>
                  <a:pt x="1146442" y="1410575"/>
                  <a:pt x="1140919" y="1405051"/>
                  <a:pt x="1140919" y="1398238"/>
                </a:cubicBezTo>
                <a:cubicBezTo>
                  <a:pt x="1140919" y="1391424"/>
                  <a:pt x="1146442" y="1385901"/>
                  <a:pt x="1153255" y="1385901"/>
                </a:cubicBezTo>
                <a:close/>
                <a:moveTo>
                  <a:pt x="2420643" y="1384353"/>
                </a:moveTo>
                <a:cubicBezTo>
                  <a:pt x="2428310" y="1384353"/>
                  <a:pt x="2434527" y="1390567"/>
                  <a:pt x="2434527" y="1398238"/>
                </a:cubicBezTo>
                <a:cubicBezTo>
                  <a:pt x="2434527" y="1405906"/>
                  <a:pt x="2428310" y="1412121"/>
                  <a:pt x="2420643" y="1412121"/>
                </a:cubicBezTo>
                <a:cubicBezTo>
                  <a:pt x="2412975" y="1412121"/>
                  <a:pt x="2406758" y="1405906"/>
                  <a:pt x="2406758" y="1398238"/>
                </a:cubicBezTo>
                <a:cubicBezTo>
                  <a:pt x="2406758" y="1390567"/>
                  <a:pt x="2412975" y="1384353"/>
                  <a:pt x="2420643" y="1384353"/>
                </a:cubicBezTo>
                <a:close/>
                <a:moveTo>
                  <a:pt x="1268472" y="1384353"/>
                </a:moveTo>
                <a:cubicBezTo>
                  <a:pt x="1276140" y="1384353"/>
                  <a:pt x="1282356" y="1390567"/>
                  <a:pt x="1282356" y="1398238"/>
                </a:cubicBezTo>
                <a:cubicBezTo>
                  <a:pt x="1282356" y="1405906"/>
                  <a:pt x="1276140" y="1412121"/>
                  <a:pt x="1268472" y="1412121"/>
                </a:cubicBezTo>
                <a:cubicBezTo>
                  <a:pt x="1260804" y="1412121"/>
                  <a:pt x="1254588" y="1405906"/>
                  <a:pt x="1254588" y="1398238"/>
                </a:cubicBezTo>
                <a:cubicBezTo>
                  <a:pt x="1254588" y="1390567"/>
                  <a:pt x="1260804" y="1384353"/>
                  <a:pt x="1268472" y="1384353"/>
                </a:cubicBezTo>
                <a:close/>
                <a:moveTo>
                  <a:pt x="2305425" y="1382712"/>
                </a:moveTo>
                <a:cubicBezTo>
                  <a:pt x="2313997" y="1382712"/>
                  <a:pt x="2320946" y="1389666"/>
                  <a:pt x="2320946" y="1398238"/>
                </a:cubicBezTo>
                <a:cubicBezTo>
                  <a:pt x="2320946" y="1406809"/>
                  <a:pt x="2313997" y="1413758"/>
                  <a:pt x="2305425" y="1413758"/>
                </a:cubicBezTo>
                <a:cubicBezTo>
                  <a:pt x="2296853" y="1413758"/>
                  <a:pt x="2289904" y="1406809"/>
                  <a:pt x="2289904" y="1398238"/>
                </a:cubicBezTo>
                <a:cubicBezTo>
                  <a:pt x="2289904" y="1389666"/>
                  <a:pt x="2296853" y="1382712"/>
                  <a:pt x="2305425" y="1382712"/>
                </a:cubicBezTo>
                <a:close/>
                <a:moveTo>
                  <a:pt x="1383689" y="1382712"/>
                </a:moveTo>
                <a:cubicBezTo>
                  <a:pt x="1392261" y="1382712"/>
                  <a:pt x="1399209" y="1389666"/>
                  <a:pt x="1399209" y="1398238"/>
                </a:cubicBezTo>
                <a:cubicBezTo>
                  <a:pt x="1399209" y="1406809"/>
                  <a:pt x="1392261" y="1413758"/>
                  <a:pt x="1383689" y="1413758"/>
                </a:cubicBezTo>
                <a:cubicBezTo>
                  <a:pt x="1375117" y="1413758"/>
                  <a:pt x="1368168" y="1406809"/>
                  <a:pt x="1368168" y="1398238"/>
                </a:cubicBezTo>
                <a:cubicBezTo>
                  <a:pt x="1368168" y="1389666"/>
                  <a:pt x="1375117" y="1382712"/>
                  <a:pt x="1383689" y="1382712"/>
                </a:cubicBezTo>
                <a:close/>
                <a:moveTo>
                  <a:pt x="2190208" y="1381518"/>
                </a:moveTo>
                <a:cubicBezTo>
                  <a:pt x="2199442" y="1381518"/>
                  <a:pt x="2206928" y="1389000"/>
                  <a:pt x="2206928" y="1398238"/>
                </a:cubicBezTo>
                <a:cubicBezTo>
                  <a:pt x="2206928" y="1407470"/>
                  <a:pt x="2199442" y="1414957"/>
                  <a:pt x="2190208" y="1414957"/>
                </a:cubicBezTo>
                <a:cubicBezTo>
                  <a:pt x="2180974" y="1414957"/>
                  <a:pt x="2173488" y="1407470"/>
                  <a:pt x="2173488" y="1398238"/>
                </a:cubicBezTo>
                <a:cubicBezTo>
                  <a:pt x="2173488" y="1389000"/>
                  <a:pt x="2180974" y="1381518"/>
                  <a:pt x="2190208" y="1381518"/>
                </a:cubicBezTo>
                <a:close/>
                <a:moveTo>
                  <a:pt x="1498906" y="1381518"/>
                </a:moveTo>
                <a:cubicBezTo>
                  <a:pt x="1508140" y="1381518"/>
                  <a:pt x="1515626" y="1389000"/>
                  <a:pt x="1515626" y="1398238"/>
                </a:cubicBezTo>
                <a:cubicBezTo>
                  <a:pt x="1515626" y="1407470"/>
                  <a:pt x="1508140" y="1414957"/>
                  <a:pt x="1498906" y="1414957"/>
                </a:cubicBezTo>
                <a:cubicBezTo>
                  <a:pt x="1489672" y="1414957"/>
                  <a:pt x="1482186" y="1407470"/>
                  <a:pt x="1482186" y="1398238"/>
                </a:cubicBezTo>
                <a:cubicBezTo>
                  <a:pt x="1482186" y="1389000"/>
                  <a:pt x="1489672" y="1381518"/>
                  <a:pt x="1498906" y="1381518"/>
                </a:cubicBezTo>
                <a:close/>
                <a:moveTo>
                  <a:pt x="2074992" y="1380452"/>
                </a:moveTo>
                <a:cubicBezTo>
                  <a:pt x="2084812" y="1380452"/>
                  <a:pt x="2092773" y="1388412"/>
                  <a:pt x="2092773" y="1398238"/>
                </a:cubicBezTo>
                <a:cubicBezTo>
                  <a:pt x="2092773" y="1408057"/>
                  <a:pt x="2084812" y="1416015"/>
                  <a:pt x="2074992" y="1416015"/>
                </a:cubicBezTo>
                <a:cubicBezTo>
                  <a:pt x="2065170" y="1416015"/>
                  <a:pt x="2057209" y="1408057"/>
                  <a:pt x="2057209" y="1398238"/>
                </a:cubicBezTo>
                <a:cubicBezTo>
                  <a:pt x="2057209" y="1388412"/>
                  <a:pt x="2065170" y="1380452"/>
                  <a:pt x="2074992" y="1380452"/>
                </a:cubicBezTo>
                <a:close/>
                <a:moveTo>
                  <a:pt x="1614123" y="1380452"/>
                </a:moveTo>
                <a:cubicBezTo>
                  <a:pt x="1623944" y="1380452"/>
                  <a:pt x="1631905" y="1388412"/>
                  <a:pt x="1631905" y="1398238"/>
                </a:cubicBezTo>
                <a:cubicBezTo>
                  <a:pt x="1631905" y="1408057"/>
                  <a:pt x="1623944" y="1416015"/>
                  <a:pt x="1614123" y="1416015"/>
                </a:cubicBezTo>
                <a:cubicBezTo>
                  <a:pt x="1604302" y="1416015"/>
                  <a:pt x="1596341" y="1408057"/>
                  <a:pt x="1596341" y="1398238"/>
                </a:cubicBezTo>
                <a:cubicBezTo>
                  <a:pt x="1596341" y="1388412"/>
                  <a:pt x="1604302" y="1380452"/>
                  <a:pt x="1614123" y="1380452"/>
                </a:cubicBezTo>
                <a:close/>
                <a:moveTo>
                  <a:pt x="1959774" y="1379727"/>
                </a:moveTo>
                <a:cubicBezTo>
                  <a:pt x="1969996" y="1379727"/>
                  <a:pt x="1978282" y="1388015"/>
                  <a:pt x="1978282" y="1398238"/>
                </a:cubicBezTo>
                <a:cubicBezTo>
                  <a:pt x="1978282" y="1408458"/>
                  <a:pt x="1969996" y="1416745"/>
                  <a:pt x="1959774" y="1416745"/>
                </a:cubicBezTo>
                <a:cubicBezTo>
                  <a:pt x="1949553" y="1416745"/>
                  <a:pt x="1941267" y="1408458"/>
                  <a:pt x="1941267" y="1398238"/>
                </a:cubicBezTo>
                <a:cubicBezTo>
                  <a:pt x="1941267" y="1388015"/>
                  <a:pt x="1949553" y="1379727"/>
                  <a:pt x="1959774" y="1379727"/>
                </a:cubicBezTo>
                <a:close/>
                <a:moveTo>
                  <a:pt x="1729340" y="1379727"/>
                </a:moveTo>
                <a:cubicBezTo>
                  <a:pt x="1739562" y="1379727"/>
                  <a:pt x="1747848" y="1388015"/>
                  <a:pt x="1747848" y="1398238"/>
                </a:cubicBezTo>
                <a:cubicBezTo>
                  <a:pt x="1747848" y="1408458"/>
                  <a:pt x="1739562" y="1416745"/>
                  <a:pt x="1729340" y="1416745"/>
                </a:cubicBezTo>
                <a:cubicBezTo>
                  <a:pt x="1719119" y="1416745"/>
                  <a:pt x="1710833" y="1408458"/>
                  <a:pt x="1710833" y="1398238"/>
                </a:cubicBezTo>
                <a:cubicBezTo>
                  <a:pt x="1710833" y="1388015"/>
                  <a:pt x="1719119" y="1379727"/>
                  <a:pt x="1729340" y="1379727"/>
                </a:cubicBezTo>
                <a:close/>
                <a:moveTo>
                  <a:pt x="1844558" y="1379544"/>
                </a:moveTo>
                <a:cubicBezTo>
                  <a:pt x="1854880" y="1379544"/>
                  <a:pt x="1863248" y="1387912"/>
                  <a:pt x="1863248" y="1398238"/>
                </a:cubicBezTo>
                <a:cubicBezTo>
                  <a:pt x="1863248" y="1408559"/>
                  <a:pt x="1854880" y="1416928"/>
                  <a:pt x="1844558" y="1416928"/>
                </a:cubicBezTo>
                <a:cubicBezTo>
                  <a:pt x="1834234" y="1416928"/>
                  <a:pt x="1825866" y="1408559"/>
                  <a:pt x="1825866" y="1398238"/>
                </a:cubicBezTo>
                <a:cubicBezTo>
                  <a:pt x="1825866" y="1387912"/>
                  <a:pt x="1834234" y="1379544"/>
                  <a:pt x="1844558" y="1379544"/>
                </a:cubicBezTo>
                <a:close/>
                <a:moveTo>
                  <a:pt x="3515205" y="1296862"/>
                </a:moveTo>
                <a:cubicBezTo>
                  <a:pt x="3516084" y="1296862"/>
                  <a:pt x="3516797" y="1297576"/>
                  <a:pt x="3516797" y="1298454"/>
                </a:cubicBezTo>
                <a:cubicBezTo>
                  <a:pt x="3516797" y="1299333"/>
                  <a:pt x="3516084" y="1300045"/>
                  <a:pt x="3515205" y="1300045"/>
                </a:cubicBezTo>
                <a:cubicBezTo>
                  <a:pt x="3514325" y="1300045"/>
                  <a:pt x="3513612" y="1299333"/>
                  <a:pt x="3513612" y="1298454"/>
                </a:cubicBezTo>
                <a:cubicBezTo>
                  <a:pt x="3513612" y="1297576"/>
                  <a:pt x="3514325" y="1296862"/>
                  <a:pt x="3515205" y="1296862"/>
                </a:cubicBezTo>
                <a:close/>
                <a:moveTo>
                  <a:pt x="173910" y="1296862"/>
                </a:moveTo>
                <a:cubicBezTo>
                  <a:pt x="174790" y="1296862"/>
                  <a:pt x="175503" y="1297576"/>
                  <a:pt x="175503" y="1298454"/>
                </a:cubicBezTo>
                <a:cubicBezTo>
                  <a:pt x="175503" y="1299333"/>
                  <a:pt x="174790" y="1300045"/>
                  <a:pt x="173910" y="1300045"/>
                </a:cubicBezTo>
                <a:cubicBezTo>
                  <a:pt x="173031" y="1300045"/>
                  <a:pt x="172319" y="1299333"/>
                  <a:pt x="172319" y="1298454"/>
                </a:cubicBezTo>
                <a:cubicBezTo>
                  <a:pt x="172319" y="1297576"/>
                  <a:pt x="173031" y="1296862"/>
                  <a:pt x="173910" y="1296862"/>
                </a:cubicBezTo>
                <a:close/>
                <a:moveTo>
                  <a:pt x="3399987" y="1296127"/>
                </a:moveTo>
                <a:cubicBezTo>
                  <a:pt x="3401271" y="1296127"/>
                  <a:pt x="3402313" y="1297168"/>
                  <a:pt x="3402313" y="1298454"/>
                </a:cubicBezTo>
                <a:cubicBezTo>
                  <a:pt x="3402313" y="1299736"/>
                  <a:pt x="3401272" y="1300777"/>
                  <a:pt x="3399987" y="1300777"/>
                </a:cubicBezTo>
                <a:cubicBezTo>
                  <a:pt x="3398702" y="1300777"/>
                  <a:pt x="3397662" y="1299736"/>
                  <a:pt x="3397662" y="1298454"/>
                </a:cubicBezTo>
                <a:cubicBezTo>
                  <a:pt x="3397662" y="1297168"/>
                  <a:pt x="3398702" y="1296127"/>
                  <a:pt x="3399987" y="1296127"/>
                </a:cubicBezTo>
                <a:close/>
                <a:moveTo>
                  <a:pt x="289128" y="1296127"/>
                </a:moveTo>
                <a:cubicBezTo>
                  <a:pt x="290413" y="1296127"/>
                  <a:pt x="291454" y="1297168"/>
                  <a:pt x="291454" y="1298454"/>
                </a:cubicBezTo>
                <a:cubicBezTo>
                  <a:pt x="291454" y="1299736"/>
                  <a:pt x="290413" y="1300777"/>
                  <a:pt x="289128" y="1300777"/>
                </a:cubicBezTo>
                <a:cubicBezTo>
                  <a:pt x="287843" y="1300777"/>
                  <a:pt x="286802" y="1299736"/>
                  <a:pt x="286802" y="1298454"/>
                </a:cubicBezTo>
                <a:cubicBezTo>
                  <a:pt x="286802" y="1297168"/>
                  <a:pt x="287843" y="1296127"/>
                  <a:pt x="289128" y="1296127"/>
                </a:cubicBezTo>
                <a:close/>
                <a:moveTo>
                  <a:pt x="3284770" y="1295182"/>
                </a:moveTo>
                <a:cubicBezTo>
                  <a:pt x="3286577" y="1295182"/>
                  <a:pt x="3288041" y="1296648"/>
                  <a:pt x="3288041" y="1298454"/>
                </a:cubicBezTo>
                <a:cubicBezTo>
                  <a:pt x="3288041" y="1300259"/>
                  <a:pt x="3286577" y="1301723"/>
                  <a:pt x="3284770" y="1301723"/>
                </a:cubicBezTo>
                <a:cubicBezTo>
                  <a:pt x="3282963" y="1301723"/>
                  <a:pt x="3281499" y="1300259"/>
                  <a:pt x="3281499" y="1298454"/>
                </a:cubicBezTo>
                <a:cubicBezTo>
                  <a:pt x="3281499" y="1296648"/>
                  <a:pt x="3282963" y="1295182"/>
                  <a:pt x="3284770" y="1295182"/>
                </a:cubicBezTo>
                <a:close/>
                <a:moveTo>
                  <a:pt x="404345" y="1295182"/>
                </a:moveTo>
                <a:cubicBezTo>
                  <a:pt x="406151" y="1295182"/>
                  <a:pt x="407616" y="1296648"/>
                  <a:pt x="407616" y="1298454"/>
                </a:cubicBezTo>
                <a:cubicBezTo>
                  <a:pt x="407616" y="1300259"/>
                  <a:pt x="406151" y="1301723"/>
                  <a:pt x="404345" y="1301723"/>
                </a:cubicBezTo>
                <a:cubicBezTo>
                  <a:pt x="402538" y="1301723"/>
                  <a:pt x="401074" y="1300259"/>
                  <a:pt x="401074" y="1298454"/>
                </a:cubicBezTo>
                <a:cubicBezTo>
                  <a:pt x="401074" y="1296648"/>
                  <a:pt x="402538" y="1295182"/>
                  <a:pt x="404345" y="1295182"/>
                </a:cubicBezTo>
                <a:close/>
                <a:moveTo>
                  <a:pt x="3169553" y="1294261"/>
                </a:moveTo>
                <a:cubicBezTo>
                  <a:pt x="3171869" y="1294261"/>
                  <a:pt x="3173747" y="1296137"/>
                  <a:pt x="3173747" y="1298454"/>
                </a:cubicBezTo>
                <a:cubicBezTo>
                  <a:pt x="3173747" y="1300766"/>
                  <a:pt x="3171869" y="1302645"/>
                  <a:pt x="3169553" y="1302645"/>
                </a:cubicBezTo>
                <a:cubicBezTo>
                  <a:pt x="3167238" y="1302645"/>
                  <a:pt x="3165360" y="1300766"/>
                  <a:pt x="3165360" y="1298454"/>
                </a:cubicBezTo>
                <a:cubicBezTo>
                  <a:pt x="3165360" y="1296137"/>
                  <a:pt x="3167238" y="1294261"/>
                  <a:pt x="3169553" y="1294261"/>
                </a:cubicBezTo>
                <a:close/>
                <a:moveTo>
                  <a:pt x="519562" y="1294261"/>
                </a:moveTo>
                <a:cubicBezTo>
                  <a:pt x="521878" y="1294261"/>
                  <a:pt x="523756" y="1296137"/>
                  <a:pt x="523756" y="1298454"/>
                </a:cubicBezTo>
                <a:cubicBezTo>
                  <a:pt x="523756" y="1300766"/>
                  <a:pt x="521878" y="1302645"/>
                  <a:pt x="519562" y="1302645"/>
                </a:cubicBezTo>
                <a:cubicBezTo>
                  <a:pt x="517247" y="1302645"/>
                  <a:pt x="515369" y="1300766"/>
                  <a:pt x="515369" y="1298454"/>
                </a:cubicBezTo>
                <a:cubicBezTo>
                  <a:pt x="515369" y="1296137"/>
                  <a:pt x="517247" y="1294261"/>
                  <a:pt x="519562" y="1294261"/>
                </a:cubicBezTo>
                <a:close/>
                <a:moveTo>
                  <a:pt x="3054336" y="1293027"/>
                </a:moveTo>
                <a:cubicBezTo>
                  <a:pt x="3057333" y="1293027"/>
                  <a:pt x="3059762" y="1295457"/>
                  <a:pt x="3059762" y="1298454"/>
                </a:cubicBezTo>
                <a:cubicBezTo>
                  <a:pt x="3059762" y="1301451"/>
                  <a:pt x="3057333" y="1303878"/>
                  <a:pt x="3054336" y="1303878"/>
                </a:cubicBezTo>
                <a:cubicBezTo>
                  <a:pt x="3051340" y="1303878"/>
                  <a:pt x="3048911" y="1301451"/>
                  <a:pt x="3048911" y="1298454"/>
                </a:cubicBezTo>
                <a:cubicBezTo>
                  <a:pt x="3048911" y="1295457"/>
                  <a:pt x="3051340" y="1293027"/>
                  <a:pt x="3054336" y="1293027"/>
                </a:cubicBezTo>
                <a:close/>
                <a:moveTo>
                  <a:pt x="634779" y="1293027"/>
                </a:moveTo>
                <a:cubicBezTo>
                  <a:pt x="637776" y="1293027"/>
                  <a:pt x="640205" y="1295457"/>
                  <a:pt x="640205" y="1298454"/>
                </a:cubicBezTo>
                <a:cubicBezTo>
                  <a:pt x="640205" y="1301451"/>
                  <a:pt x="637776" y="1303878"/>
                  <a:pt x="634779" y="1303878"/>
                </a:cubicBezTo>
                <a:cubicBezTo>
                  <a:pt x="631782" y="1303878"/>
                  <a:pt x="629353" y="1301451"/>
                  <a:pt x="629353" y="1298454"/>
                </a:cubicBezTo>
                <a:cubicBezTo>
                  <a:pt x="629353" y="1295457"/>
                  <a:pt x="631782" y="1293027"/>
                  <a:pt x="634779" y="1293027"/>
                </a:cubicBezTo>
                <a:close/>
                <a:moveTo>
                  <a:pt x="2939119" y="1291866"/>
                </a:moveTo>
                <a:cubicBezTo>
                  <a:pt x="2942757" y="1291866"/>
                  <a:pt x="2945708" y="1294816"/>
                  <a:pt x="2945708" y="1298454"/>
                </a:cubicBezTo>
                <a:cubicBezTo>
                  <a:pt x="2945708" y="1302091"/>
                  <a:pt x="2942757" y="1305043"/>
                  <a:pt x="2939119" y="1305043"/>
                </a:cubicBezTo>
                <a:cubicBezTo>
                  <a:pt x="2935480" y="1305043"/>
                  <a:pt x="2932529" y="1302091"/>
                  <a:pt x="2932529" y="1298454"/>
                </a:cubicBezTo>
                <a:cubicBezTo>
                  <a:pt x="2932529" y="1294816"/>
                  <a:pt x="2935480" y="1291866"/>
                  <a:pt x="2939119" y="1291866"/>
                </a:cubicBezTo>
                <a:close/>
                <a:moveTo>
                  <a:pt x="749995" y="1291866"/>
                </a:moveTo>
                <a:cubicBezTo>
                  <a:pt x="753635" y="1291866"/>
                  <a:pt x="756585" y="1294816"/>
                  <a:pt x="756585" y="1298454"/>
                </a:cubicBezTo>
                <a:cubicBezTo>
                  <a:pt x="756585" y="1302091"/>
                  <a:pt x="753635" y="1305043"/>
                  <a:pt x="749995" y="1305043"/>
                </a:cubicBezTo>
                <a:cubicBezTo>
                  <a:pt x="746356" y="1305043"/>
                  <a:pt x="743406" y="1302091"/>
                  <a:pt x="743406" y="1298454"/>
                </a:cubicBezTo>
                <a:cubicBezTo>
                  <a:pt x="743406" y="1294816"/>
                  <a:pt x="746356" y="1291866"/>
                  <a:pt x="749995" y="1291866"/>
                </a:cubicBezTo>
                <a:close/>
                <a:moveTo>
                  <a:pt x="2823901" y="1290472"/>
                </a:moveTo>
                <a:cubicBezTo>
                  <a:pt x="2828311" y="1290472"/>
                  <a:pt x="2831885" y="1294045"/>
                  <a:pt x="2831885" y="1298454"/>
                </a:cubicBezTo>
                <a:cubicBezTo>
                  <a:pt x="2831885" y="1302862"/>
                  <a:pt x="2828311" y="1306435"/>
                  <a:pt x="2823901" y="1306435"/>
                </a:cubicBezTo>
                <a:cubicBezTo>
                  <a:pt x="2819492" y="1306435"/>
                  <a:pt x="2815918" y="1302862"/>
                  <a:pt x="2815918" y="1298454"/>
                </a:cubicBezTo>
                <a:cubicBezTo>
                  <a:pt x="2815918" y="1294045"/>
                  <a:pt x="2819492" y="1290472"/>
                  <a:pt x="2823901" y="1290472"/>
                </a:cubicBezTo>
                <a:close/>
                <a:moveTo>
                  <a:pt x="865212" y="1290472"/>
                </a:moveTo>
                <a:cubicBezTo>
                  <a:pt x="869621" y="1290472"/>
                  <a:pt x="873196" y="1294045"/>
                  <a:pt x="873196" y="1298454"/>
                </a:cubicBezTo>
                <a:cubicBezTo>
                  <a:pt x="873196" y="1302862"/>
                  <a:pt x="869621" y="1306435"/>
                  <a:pt x="865212" y="1306435"/>
                </a:cubicBezTo>
                <a:cubicBezTo>
                  <a:pt x="860803" y="1306435"/>
                  <a:pt x="857229" y="1302862"/>
                  <a:pt x="857229" y="1298454"/>
                </a:cubicBezTo>
                <a:cubicBezTo>
                  <a:pt x="857229" y="1294045"/>
                  <a:pt x="860803" y="1290472"/>
                  <a:pt x="865212" y="1290472"/>
                </a:cubicBezTo>
                <a:close/>
                <a:moveTo>
                  <a:pt x="2708685" y="1289208"/>
                </a:moveTo>
                <a:cubicBezTo>
                  <a:pt x="2713791" y="1289208"/>
                  <a:pt x="2717930" y="1293347"/>
                  <a:pt x="2717930" y="1298454"/>
                </a:cubicBezTo>
                <a:cubicBezTo>
                  <a:pt x="2717930" y="1303558"/>
                  <a:pt x="2713791" y="1307695"/>
                  <a:pt x="2708685" y="1307695"/>
                </a:cubicBezTo>
                <a:cubicBezTo>
                  <a:pt x="2703579" y="1307695"/>
                  <a:pt x="2699440" y="1303558"/>
                  <a:pt x="2699440" y="1298454"/>
                </a:cubicBezTo>
                <a:cubicBezTo>
                  <a:pt x="2699440" y="1293347"/>
                  <a:pt x="2703579" y="1289208"/>
                  <a:pt x="2708685" y="1289208"/>
                </a:cubicBezTo>
                <a:close/>
                <a:moveTo>
                  <a:pt x="980430" y="1289208"/>
                </a:moveTo>
                <a:cubicBezTo>
                  <a:pt x="985535" y="1289208"/>
                  <a:pt x="989675" y="1293347"/>
                  <a:pt x="989675" y="1298454"/>
                </a:cubicBezTo>
                <a:cubicBezTo>
                  <a:pt x="989675" y="1303558"/>
                  <a:pt x="985535" y="1307695"/>
                  <a:pt x="980430" y="1307695"/>
                </a:cubicBezTo>
                <a:cubicBezTo>
                  <a:pt x="975324" y="1307695"/>
                  <a:pt x="971185" y="1303558"/>
                  <a:pt x="971185" y="1298454"/>
                </a:cubicBezTo>
                <a:cubicBezTo>
                  <a:pt x="971185" y="1293347"/>
                  <a:pt x="975324" y="1289208"/>
                  <a:pt x="980430" y="1289208"/>
                </a:cubicBezTo>
                <a:close/>
                <a:moveTo>
                  <a:pt x="2593467" y="1287719"/>
                </a:moveTo>
                <a:cubicBezTo>
                  <a:pt x="2599397" y="1287719"/>
                  <a:pt x="2604204" y="1292525"/>
                  <a:pt x="2604204" y="1298454"/>
                </a:cubicBezTo>
                <a:cubicBezTo>
                  <a:pt x="2604204" y="1304382"/>
                  <a:pt x="2599398" y="1309185"/>
                  <a:pt x="2593467" y="1309185"/>
                </a:cubicBezTo>
                <a:cubicBezTo>
                  <a:pt x="2587538" y="1309185"/>
                  <a:pt x="2582731" y="1304384"/>
                  <a:pt x="2582731" y="1298454"/>
                </a:cubicBezTo>
                <a:cubicBezTo>
                  <a:pt x="2582731" y="1292525"/>
                  <a:pt x="2587538" y="1287719"/>
                  <a:pt x="2593467" y="1287719"/>
                </a:cubicBezTo>
                <a:close/>
                <a:moveTo>
                  <a:pt x="1095647" y="1287719"/>
                </a:moveTo>
                <a:cubicBezTo>
                  <a:pt x="1101576" y="1287719"/>
                  <a:pt x="1106383" y="1292525"/>
                  <a:pt x="1106383" y="1298454"/>
                </a:cubicBezTo>
                <a:cubicBezTo>
                  <a:pt x="1106383" y="1304382"/>
                  <a:pt x="1101576" y="1309185"/>
                  <a:pt x="1095647" y="1309185"/>
                </a:cubicBezTo>
                <a:cubicBezTo>
                  <a:pt x="1089717" y="1309185"/>
                  <a:pt x="1084910" y="1304384"/>
                  <a:pt x="1084910" y="1298454"/>
                </a:cubicBezTo>
                <a:cubicBezTo>
                  <a:pt x="1084910" y="1292525"/>
                  <a:pt x="1089717" y="1287719"/>
                  <a:pt x="1095647" y="1287719"/>
                </a:cubicBezTo>
                <a:close/>
                <a:moveTo>
                  <a:pt x="2478251" y="1286267"/>
                </a:moveTo>
                <a:cubicBezTo>
                  <a:pt x="2484981" y="1286267"/>
                  <a:pt x="2490437" y="1291724"/>
                  <a:pt x="2490437" y="1298454"/>
                </a:cubicBezTo>
                <a:cubicBezTo>
                  <a:pt x="2490437" y="1305183"/>
                  <a:pt x="2484981" y="1310637"/>
                  <a:pt x="2478251" y="1310637"/>
                </a:cubicBezTo>
                <a:cubicBezTo>
                  <a:pt x="2471521" y="1310637"/>
                  <a:pt x="2466065" y="1305183"/>
                  <a:pt x="2466065" y="1298454"/>
                </a:cubicBezTo>
                <a:cubicBezTo>
                  <a:pt x="2466065" y="1291724"/>
                  <a:pt x="2471521" y="1286267"/>
                  <a:pt x="2478251" y="1286267"/>
                </a:cubicBezTo>
                <a:close/>
                <a:moveTo>
                  <a:pt x="1210864" y="1286267"/>
                </a:moveTo>
                <a:cubicBezTo>
                  <a:pt x="1217594" y="1286267"/>
                  <a:pt x="1223050" y="1291724"/>
                  <a:pt x="1223050" y="1298454"/>
                </a:cubicBezTo>
                <a:cubicBezTo>
                  <a:pt x="1223050" y="1305183"/>
                  <a:pt x="1217594" y="1310637"/>
                  <a:pt x="1210864" y="1310637"/>
                </a:cubicBezTo>
                <a:cubicBezTo>
                  <a:pt x="1204134" y="1310637"/>
                  <a:pt x="1198678" y="1305183"/>
                  <a:pt x="1198678" y="1298454"/>
                </a:cubicBezTo>
                <a:cubicBezTo>
                  <a:pt x="1198678" y="1291724"/>
                  <a:pt x="1204134" y="1286267"/>
                  <a:pt x="1210864" y="1286267"/>
                </a:cubicBezTo>
                <a:close/>
                <a:moveTo>
                  <a:pt x="2363033" y="1284888"/>
                </a:moveTo>
                <a:cubicBezTo>
                  <a:pt x="2370526" y="1284888"/>
                  <a:pt x="2376601" y="1290964"/>
                  <a:pt x="2376601" y="1298454"/>
                </a:cubicBezTo>
                <a:cubicBezTo>
                  <a:pt x="2376601" y="1305944"/>
                  <a:pt x="2370526" y="1312016"/>
                  <a:pt x="2363033" y="1312016"/>
                </a:cubicBezTo>
                <a:cubicBezTo>
                  <a:pt x="2355541" y="1312016"/>
                  <a:pt x="2349466" y="1305944"/>
                  <a:pt x="2349466" y="1298454"/>
                </a:cubicBezTo>
                <a:cubicBezTo>
                  <a:pt x="2349466" y="1290964"/>
                  <a:pt x="2355541" y="1284888"/>
                  <a:pt x="2363033" y="1284888"/>
                </a:cubicBezTo>
                <a:close/>
                <a:moveTo>
                  <a:pt x="1326081" y="1284888"/>
                </a:moveTo>
                <a:cubicBezTo>
                  <a:pt x="1333574" y="1284888"/>
                  <a:pt x="1339648" y="1290964"/>
                  <a:pt x="1339648" y="1298454"/>
                </a:cubicBezTo>
                <a:cubicBezTo>
                  <a:pt x="1339648" y="1305944"/>
                  <a:pt x="1333574" y="1312016"/>
                  <a:pt x="1326081" y="1312016"/>
                </a:cubicBezTo>
                <a:cubicBezTo>
                  <a:pt x="1318588" y="1312016"/>
                  <a:pt x="1312513" y="1305944"/>
                  <a:pt x="1312513" y="1298454"/>
                </a:cubicBezTo>
                <a:cubicBezTo>
                  <a:pt x="1312513" y="1290964"/>
                  <a:pt x="1318588" y="1284888"/>
                  <a:pt x="1326081" y="1284888"/>
                </a:cubicBezTo>
                <a:close/>
                <a:moveTo>
                  <a:pt x="2247817" y="1283597"/>
                </a:moveTo>
                <a:cubicBezTo>
                  <a:pt x="2256021" y="1283597"/>
                  <a:pt x="2262672" y="1290250"/>
                  <a:pt x="2262672" y="1298454"/>
                </a:cubicBezTo>
                <a:cubicBezTo>
                  <a:pt x="2262672" y="1306655"/>
                  <a:pt x="2256021" y="1313304"/>
                  <a:pt x="2247817" y="1313304"/>
                </a:cubicBezTo>
                <a:cubicBezTo>
                  <a:pt x="2239612" y="1313304"/>
                  <a:pt x="2232961" y="1306655"/>
                  <a:pt x="2232961" y="1298454"/>
                </a:cubicBezTo>
                <a:cubicBezTo>
                  <a:pt x="2232961" y="1290250"/>
                  <a:pt x="2239612" y="1283597"/>
                  <a:pt x="2247817" y="1283597"/>
                </a:cubicBezTo>
                <a:close/>
                <a:moveTo>
                  <a:pt x="1441297" y="1283597"/>
                </a:moveTo>
                <a:cubicBezTo>
                  <a:pt x="1449502" y="1283597"/>
                  <a:pt x="1456153" y="1290250"/>
                  <a:pt x="1456153" y="1298454"/>
                </a:cubicBezTo>
                <a:cubicBezTo>
                  <a:pt x="1456153" y="1306655"/>
                  <a:pt x="1449502" y="1313304"/>
                  <a:pt x="1441297" y="1313304"/>
                </a:cubicBezTo>
                <a:cubicBezTo>
                  <a:pt x="1433093" y="1313304"/>
                  <a:pt x="1426442" y="1306655"/>
                  <a:pt x="1426442" y="1298454"/>
                </a:cubicBezTo>
                <a:cubicBezTo>
                  <a:pt x="1426442" y="1290250"/>
                  <a:pt x="1433093" y="1283597"/>
                  <a:pt x="1441297" y="1283597"/>
                </a:cubicBezTo>
                <a:close/>
                <a:moveTo>
                  <a:pt x="2132600" y="1282596"/>
                </a:moveTo>
                <a:cubicBezTo>
                  <a:pt x="2141358" y="1282596"/>
                  <a:pt x="2148459" y="1289696"/>
                  <a:pt x="2148459" y="1298454"/>
                </a:cubicBezTo>
                <a:cubicBezTo>
                  <a:pt x="2148459" y="1307209"/>
                  <a:pt x="2141358" y="1314309"/>
                  <a:pt x="2132600" y="1314309"/>
                </a:cubicBezTo>
                <a:cubicBezTo>
                  <a:pt x="2123841" y="1314309"/>
                  <a:pt x="2116741" y="1307209"/>
                  <a:pt x="2116741" y="1298454"/>
                </a:cubicBezTo>
                <a:cubicBezTo>
                  <a:pt x="2116741" y="1289696"/>
                  <a:pt x="2123841" y="1282596"/>
                  <a:pt x="2132600" y="1282596"/>
                </a:cubicBezTo>
                <a:close/>
                <a:moveTo>
                  <a:pt x="1556514" y="1282596"/>
                </a:moveTo>
                <a:cubicBezTo>
                  <a:pt x="1565274" y="1282596"/>
                  <a:pt x="1572374" y="1289696"/>
                  <a:pt x="1572374" y="1298454"/>
                </a:cubicBezTo>
                <a:cubicBezTo>
                  <a:pt x="1572374" y="1307209"/>
                  <a:pt x="1565274" y="1314309"/>
                  <a:pt x="1556514" y="1314309"/>
                </a:cubicBezTo>
                <a:cubicBezTo>
                  <a:pt x="1547756" y="1314309"/>
                  <a:pt x="1540655" y="1307209"/>
                  <a:pt x="1540655" y="1298454"/>
                </a:cubicBezTo>
                <a:cubicBezTo>
                  <a:pt x="1540655" y="1289696"/>
                  <a:pt x="1547756" y="1282596"/>
                  <a:pt x="1556514" y="1282596"/>
                </a:cubicBezTo>
                <a:close/>
                <a:moveTo>
                  <a:pt x="2017383" y="1281735"/>
                </a:moveTo>
                <a:cubicBezTo>
                  <a:pt x="2026617" y="1281735"/>
                  <a:pt x="2034103" y="1289220"/>
                  <a:pt x="2034103" y="1298454"/>
                </a:cubicBezTo>
                <a:cubicBezTo>
                  <a:pt x="2034103" y="1307683"/>
                  <a:pt x="2026617" y="1315169"/>
                  <a:pt x="2017383" y="1315169"/>
                </a:cubicBezTo>
                <a:cubicBezTo>
                  <a:pt x="2008149" y="1315169"/>
                  <a:pt x="2000663" y="1307683"/>
                  <a:pt x="2000663" y="1298454"/>
                </a:cubicBezTo>
                <a:cubicBezTo>
                  <a:pt x="2000663" y="1289220"/>
                  <a:pt x="2008149" y="1281735"/>
                  <a:pt x="2017383" y="1281735"/>
                </a:cubicBezTo>
                <a:close/>
                <a:moveTo>
                  <a:pt x="1671732" y="1281735"/>
                </a:moveTo>
                <a:cubicBezTo>
                  <a:pt x="1680966" y="1281735"/>
                  <a:pt x="1688451" y="1289220"/>
                  <a:pt x="1688451" y="1298454"/>
                </a:cubicBezTo>
                <a:cubicBezTo>
                  <a:pt x="1688451" y="1307683"/>
                  <a:pt x="1680966" y="1315169"/>
                  <a:pt x="1671732" y="1315169"/>
                </a:cubicBezTo>
                <a:cubicBezTo>
                  <a:pt x="1662498" y="1315169"/>
                  <a:pt x="1655012" y="1307683"/>
                  <a:pt x="1655012" y="1298454"/>
                </a:cubicBezTo>
                <a:cubicBezTo>
                  <a:pt x="1655012" y="1289220"/>
                  <a:pt x="1662498" y="1281735"/>
                  <a:pt x="1671732" y="1281735"/>
                </a:cubicBezTo>
                <a:close/>
                <a:moveTo>
                  <a:pt x="1902166" y="1281384"/>
                </a:moveTo>
                <a:cubicBezTo>
                  <a:pt x="1911593" y="1281384"/>
                  <a:pt x="1919235" y="1289029"/>
                  <a:pt x="1919235" y="1298454"/>
                </a:cubicBezTo>
                <a:cubicBezTo>
                  <a:pt x="1919235" y="1307880"/>
                  <a:pt x="1911593" y="1315520"/>
                  <a:pt x="1902166" y="1315520"/>
                </a:cubicBezTo>
                <a:cubicBezTo>
                  <a:pt x="1892738" y="1315520"/>
                  <a:pt x="1885095" y="1307880"/>
                  <a:pt x="1885095" y="1298454"/>
                </a:cubicBezTo>
                <a:cubicBezTo>
                  <a:pt x="1885095" y="1289029"/>
                  <a:pt x="1892738" y="1281384"/>
                  <a:pt x="1902166" y="1281384"/>
                </a:cubicBezTo>
                <a:close/>
                <a:moveTo>
                  <a:pt x="1786949" y="1281384"/>
                </a:moveTo>
                <a:cubicBezTo>
                  <a:pt x="1796376" y="1281384"/>
                  <a:pt x="1804019" y="1289029"/>
                  <a:pt x="1804019" y="1298454"/>
                </a:cubicBezTo>
                <a:cubicBezTo>
                  <a:pt x="1804019" y="1307880"/>
                  <a:pt x="1796376" y="1315520"/>
                  <a:pt x="1786949" y="1315520"/>
                </a:cubicBezTo>
                <a:cubicBezTo>
                  <a:pt x="1777521" y="1315520"/>
                  <a:pt x="1769878" y="1307880"/>
                  <a:pt x="1769878" y="1298454"/>
                </a:cubicBezTo>
                <a:cubicBezTo>
                  <a:pt x="1769878" y="1289029"/>
                  <a:pt x="1777521" y="1281384"/>
                  <a:pt x="1786949" y="1281384"/>
                </a:cubicBezTo>
                <a:close/>
                <a:moveTo>
                  <a:pt x="3572813" y="1197492"/>
                </a:moveTo>
                <a:cubicBezTo>
                  <a:pt x="3573464" y="1197492"/>
                  <a:pt x="3573992" y="1198018"/>
                  <a:pt x="3573992" y="1198668"/>
                </a:cubicBezTo>
                <a:cubicBezTo>
                  <a:pt x="3573992" y="1199319"/>
                  <a:pt x="3573464" y="1199849"/>
                  <a:pt x="3572813" y="1199849"/>
                </a:cubicBezTo>
                <a:cubicBezTo>
                  <a:pt x="3572161" y="1199849"/>
                  <a:pt x="3571634" y="1199319"/>
                  <a:pt x="3571634" y="1198668"/>
                </a:cubicBezTo>
                <a:cubicBezTo>
                  <a:pt x="3571634" y="1198018"/>
                  <a:pt x="3572161" y="1197492"/>
                  <a:pt x="3572813" y="1197492"/>
                </a:cubicBezTo>
                <a:close/>
                <a:moveTo>
                  <a:pt x="116302" y="1197492"/>
                </a:moveTo>
                <a:cubicBezTo>
                  <a:pt x="116954" y="1197492"/>
                  <a:pt x="117481" y="1198018"/>
                  <a:pt x="117481" y="1198668"/>
                </a:cubicBezTo>
                <a:cubicBezTo>
                  <a:pt x="117481" y="1199319"/>
                  <a:pt x="116954" y="1199849"/>
                  <a:pt x="116302" y="1199849"/>
                </a:cubicBezTo>
                <a:cubicBezTo>
                  <a:pt x="115651" y="1199849"/>
                  <a:pt x="115123" y="1199319"/>
                  <a:pt x="115123" y="1198668"/>
                </a:cubicBezTo>
                <a:cubicBezTo>
                  <a:pt x="115123" y="1198018"/>
                  <a:pt x="115651" y="1197492"/>
                  <a:pt x="116302" y="1197492"/>
                </a:cubicBezTo>
                <a:close/>
                <a:moveTo>
                  <a:pt x="3457595" y="1196909"/>
                </a:moveTo>
                <a:cubicBezTo>
                  <a:pt x="3458569" y="1196909"/>
                  <a:pt x="3459359" y="1197696"/>
                  <a:pt x="3459359" y="1198668"/>
                </a:cubicBezTo>
                <a:cubicBezTo>
                  <a:pt x="3459359" y="1199643"/>
                  <a:pt x="3458569" y="1200432"/>
                  <a:pt x="3457595" y="1200432"/>
                </a:cubicBezTo>
                <a:cubicBezTo>
                  <a:pt x="3456621" y="1200432"/>
                  <a:pt x="3455832" y="1199643"/>
                  <a:pt x="3455832" y="1198668"/>
                </a:cubicBezTo>
                <a:cubicBezTo>
                  <a:pt x="3455832" y="1197696"/>
                  <a:pt x="3456621" y="1196909"/>
                  <a:pt x="3457595" y="1196909"/>
                </a:cubicBezTo>
                <a:close/>
                <a:moveTo>
                  <a:pt x="231519" y="1196909"/>
                </a:moveTo>
                <a:cubicBezTo>
                  <a:pt x="232493" y="1196909"/>
                  <a:pt x="233283" y="1197696"/>
                  <a:pt x="233283" y="1198668"/>
                </a:cubicBezTo>
                <a:cubicBezTo>
                  <a:pt x="233283" y="1199643"/>
                  <a:pt x="232493" y="1200432"/>
                  <a:pt x="231519" y="1200432"/>
                </a:cubicBezTo>
                <a:cubicBezTo>
                  <a:pt x="230546" y="1200432"/>
                  <a:pt x="229757" y="1199643"/>
                  <a:pt x="229757" y="1198668"/>
                </a:cubicBezTo>
                <a:cubicBezTo>
                  <a:pt x="229757" y="1197696"/>
                  <a:pt x="230546" y="1196909"/>
                  <a:pt x="231519" y="1196909"/>
                </a:cubicBezTo>
                <a:close/>
                <a:moveTo>
                  <a:pt x="3342379" y="1196141"/>
                </a:moveTo>
                <a:cubicBezTo>
                  <a:pt x="3343775" y="1196141"/>
                  <a:pt x="3344908" y="1197273"/>
                  <a:pt x="3344908" y="1198668"/>
                </a:cubicBezTo>
                <a:cubicBezTo>
                  <a:pt x="3344908" y="1200065"/>
                  <a:pt x="3343775" y="1201199"/>
                  <a:pt x="3342379" y="1201199"/>
                </a:cubicBezTo>
                <a:cubicBezTo>
                  <a:pt x="3340981" y="1201199"/>
                  <a:pt x="3339849" y="1200065"/>
                  <a:pt x="3339849" y="1198668"/>
                </a:cubicBezTo>
                <a:cubicBezTo>
                  <a:pt x="3339849" y="1197273"/>
                  <a:pt x="3340981" y="1196141"/>
                  <a:pt x="3342379" y="1196141"/>
                </a:cubicBezTo>
                <a:close/>
                <a:moveTo>
                  <a:pt x="346736" y="1196141"/>
                </a:moveTo>
                <a:cubicBezTo>
                  <a:pt x="348134" y="1196141"/>
                  <a:pt x="349267" y="1197273"/>
                  <a:pt x="349267" y="1198668"/>
                </a:cubicBezTo>
                <a:cubicBezTo>
                  <a:pt x="349267" y="1200065"/>
                  <a:pt x="348134" y="1201199"/>
                  <a:pt x="346736" y="1201199"/>
                </a:cubicBezTo>
                <a:cubicBezTo>
                  <a:pt x="345340" y="1201199"/>
                  <a:pt x="344207" y="1200065"/>
                  <a:pt x="344207" y="1198668"/>
                </a:cubicBezTo>
                <a:cubicBezTo>
                  <a:pt x="344207" y="1197273"/>
                  <a:pt x="345340" y="1196141"/>
                  <a:pt x="346736" y="1196141"/>
                </a:cubicBezTo>
                <a:close/>
                <a:moveTo>
                  <a:pt x="3227162" y="1195320"/>
                </a:moveTo>
                <a:cubicBezTo>
                  <a:pt x="3229012" y="1195320"/>
                  <a:pt x="3230512" y="1196817"/>
                  <a:pt x="3230512" y="1198668"/>
                </a:cubicBezTo>
                <a:cubicBezTo>
                  <a:pt x="3230512" y="1200520"/>
                  <a:pt x="3229012" y="1202019"/>
                  <a:pt x="3227162" y="1202019"/>
                </a:cubicBezTo>
                <a:cubicBezTo>
                  <a:pt x="3225312" y="1202019"/>
                  <a:pt x="3223812" y="1200520"/>
                  <a:pt x="3223812" y="1198668"/>
                </a:cubicBezTo>
                <a:cubicBezTo>
                  <a:pt x="3223812" y="1196817"/>
                  <a:pt x="3225312" y="1195320"/>
                  <a:pt x="3227162" y="1195320"/>
                </a:cubicBezTo>
                <a:close/>
                <a:moveTo>
                  <a:pt x="461953" y="1195320"/>
                </a:moveTo>
                <a:cubicBezTo>
                  <a:pt x="463804" y="1195320"/>
                  <a:pt x="465304" y="1196817"/>
                  <a:pt x="465304" y="1198668"/>
                </a:cubicBezTo>
                <a:cubicBezTo>
                  <a:pt x="465304" y="1200520"/>
                  <a:pt x="463804" y="1202019"/>
                  <a:pt x="461953" y="1202019"/>
                </a:cubicBezTo>
                <a:cubicBezTo>
                  <a:pt x="460103" y="1202019"/>
                  <a:pt x="458603" y="1200520"/>
                  <a:pt x="458603" y="1198668"/>
                </a:cubicBezTo>
                <a:cubicBezTo>
                  <a:pt x="458603" y="1196817"/>
                  <a:pt x="460104" y="1195320"/>
                  <a:pt x="461953" y="1195320"/>
                </a:cubicBezTo>
                <a:close/>
                <a:moveTo>
                  <a:pt x="3111944" y="1194203"/>
                </a:moveTo>
                <a:cubicBezTo>
                  <a:pt x="3114409" y="1194203"/>
                  <a:pt x="3116408" y="1196205"/>
                  <a:pt x="3116408" y="1198668"/>
                </a:cubicBezTo>
                <a:cubicBezTo>
                  <a:pt x="3116408" y="1201132"/>
                  <a:pt x="3114410" y="1203134"/>
                  <a:pt x="3111944" y="1203134"/>
                </a:cubicBezTo>
                <a:cubicBezTo>
                  <a:pt x="3109479" y="1203134"/>
                  <a:pt x="3107480" y="1201132"/>
                  <a:pt x="3107480" y="1198668"/>
                </a:cubicBezTo>
                <a:cubicBezTo>
                  <a:pt x="3107480" y="1196205"/>
                  <a:pt x="3109479" y="1194203"/>
                  <a:pt x="3111944" y="1194203"/>
                </a:cubicBezTo>
                <a:close/>
                <a:moveTo>
                  <a:pt x="577170" y="1194203"/>
                </a:moveTo>
                <a:cubicBezTo>
                  <a:pt x="579635" y="1194203"/>
                  <a:pt x="581634" y="1196205"/>
                  <a:pt x="581634" y="1198668"/>
                </a:cubicBezTo>
                <a:cubicBezTo>
                  <a:pt x="581634" y="1201132"/>
                  <a:pt x="579635" y="1203134"/>
                  <a:pt x="577170" y="1203134"/>
                </a:cubicBezTo>
                <a:cubicBezTo>
                  <a:pt x="574706" y="1203134"/>
                  <a:pt x="572707" y="1201132"/>
                  <a:pt x="572707" y="1198668"/>
                </a:cubicBezTo>
                <a:cubicBezTo>
                  <a:pt x="572707" y="1196205"/>
                  <a:pt x="574706" y="1194203"/>
                  <a:pt x="577170" y="1194203"/>
                </a:cubicBezTo>
                <a:close/>
                <a:moveTo>
                  <a:pt x="2996728" y="1193143"/>
                </a:moveTo>
                <a:cubicBezTo>
                  <a:pt x="2999780" y="1193143"/>
                  <a:pt x="3002255" y="1195618"/>
                  <a:pt x="3002255" y="1198668"/>
                </a:cubicBezTo>
                <a:cubicBezTo>
                  <a:pt x="3002255" y="1201722"/>
                  <a:pt x="2999780" y="1204197"/>
                  <a:pt x="2996728" y="1204197"/>
                </a:cubicBezTo>
                <a:cubicBezTo>
                  <a:pt x="2993676" y="1204197"/>
                  <a:pt x="2991201" y="1201722"/>
                  <a:pt x="2991201" y="1198668"/>
                </a:cubicBezTo>
                <a:cubicBezTo>
                  <a:pt x="2991201" y="1195618"/>
                  <a:pt x="2993676" y="1193143"/>
                  <a:pt x="2996728" y="1193143"/>
                </a:cubicBezTo>
                <a:close/>
                <a:moveTo>
                  <a:pt x="692388" y="1193143"/>
                </a:moveTo>
                <a:cubicBezTo>
                  <a:pt x="695440" y="1193143"/>
                  <a:pt x="697915" y="1195618"/>
                  <a:pt x="697915" y="1198668"/>
                </a:cubicBezTo>
                <a:cubicBezTo>
                  <a:pt x="697915" y="1201722"/>
                  <a:pt x="695440" y="1204197"/>
                  <a:pt x="692388" y="1204197"/>
                </a:cubicBezTo>
                <a:cubicBezTo>
                  <a:pt x="689335" y="1204197"/>
                  <a:pt x="686861" y="1201722"/>
                  <a:pt x="686861" y="1198668"/>
                </a:cubicBezTo>
                <a:cubicBezTo>
                  <a:pt x="686861" y="1195618"/>
                  <a:pt x="689335" y="1193143"/>
                  <a:pt x="692388" y="1193143"/>
                </a:cubicBezTo>
                <a:close/>
                <a:moveTo>
                  <a:pt x="807604" y="1192080"/>
                </a:moveTo>
                <a:cubicBezTo>
                  <a:pt x="811244" y="1192080"/>
                  <a:pt x="814193" y="1195031"/>
                  <a:pt x="814193" y="1198668"/>
                </a:cubicBezTo>
                <a:cubicBezTo>
                  <a:pt x="814193" y="1202309"/>
                  <a:pt x="811244" y="1205258"/>
                  <a:pt x="807604" y="1205258"/>
                </a:cubicBezTo>
                <a:cubicBezTo>
                  <a:pt x="803965" y="1205258"/>
                  <a:pt x="801015" y="1202309"/>
                  <a:pt x="801015" y="1198668"/>
                </a:cubicBezTo>
                <a:cubicBezTo>
                  <a:pt x="801015" y="1195031"/>
                  <a:pt x="803965" y="1192080"/>
                  <a:pt x="807604" y="1192080"/>
                </a:cubicBezTo>
                <a:close/>
                <a:moveTo>
                  <a:pt x="2881510" y="1191967"/>
                </a:moveTo>
                <a:cubicBezTo>
                  <a:pt x="2885210" y="1191967"/>
                  <a:pt x="2888210" y="1194968"/>
                  <a:pt x="2888210" y="1198668"/>
                </a:cubicBezTo>
                <a:cubicBezTo>
                  <a:pt x="2888210" y="1202371"/>
                  <a:pt x="2885210" y="1205371"/>
                  <a:pt x="2881510" y="1205371"/>
                </a:cubicBezTo>
                <a:cubicBezTo>
                  <a:pt x="2877810" y="1205371"/>
                  <a:pt x="2874810" y="1202371"/>
                  <a:pt x="2874810" y="1198668"/>
                </a:cubicBezTo>
                <a:cubicBezTo>
                  <a:pt x="2874810" y="1194968"/>
                  <a:pt x="2877810" y="1191967"/>
                  <a:pt x="2881510" y="1191967"/>
                </a:cubicBezTo>
                <a:close/>
                <a:moveTo>
                  <a:pt x="2766293" y="1190684"/>
                </a:moveTo>
                <a:cubicBezTo>
                  <a:pt x="2770703" y="1190684"/>
                  <a:pt x="2774277" y="1194262"/>
                  <a:pt x="2774277" y="1198668"/>
                </a:cubicBezTo>
                <a:cubicBezTo>
                  <a:pt x="2774277" y="1203077"/>
                  <a:pt x="2770703" y="1206654"/>
                  <a:pt x="2766293" y="1206654"/>
                </a:cubicBezTo>
                <a:cubicBezTo>
                  <a:pt x="2761884" y="1206654"/>
                  <a:pt x="2758310" y="1203077"/>
                  <a:pt x="2758310" y="1198668"/>
                </a:cubicBezTo>
                <a:cubicBezTo>
                  <a:pt x="2758310" y="1194262"/>
                  <a:pt x="2761884" y="1190684"/>
                  <a:pt x="2766293" y="1190684"/>
                </a:cubicBezTo>
                <a:close/>
                <a:moveTo>
                  <a:pt x="922821" y="1190684"/>
                </a:moveTo>
                <a:cubicBezTo>
                  <a:pt x="927230" y="1190684"/>
                  <a:pt x="930805" y="1194262"/>
                  <a:pt x="930805" y="1198668"/>
                </a:cubicBezTo>
                <a:cubicBezTo>
                  <a:pt x="930805" y="1203077"/>
                  <a:pt x="927230" y="1206654"/>
                  <a:pt x="922821" y="1206654"/>
                </a:cubicBezTo>
                <a:cubicBezTo>
                  <a:pt x="918412" y="1206654"/>
                  <a:pt x="914837" y="1203077"/>
                  <a:pt x="914837" y="1198668"/>
                </a:cubicBezTo>
                <a:cubicBezTo>
                  <a:pt x="914837" y="1194262"/>
                  <a:pt x="918412" y="1190684"/>
                  <a:pt x="922821" y="1190684"/>
                </a:cubicBezTo>
                <a:close/>
                <a:moveTo>
                  <a:pt x="2651076" y="1189427"/>
                </a:moveTo>
                <a:cubicBezTo>
                  <a:pt x="2656182" y="1189427"/>
                  <a:pt x="2660321" y="1193562"/>
                  <a:pt x="2660321" y="1198668"/>
                </a:cubicBezTo>
                <a:cubicBezTo>
                  <a:pt x="2660321" y="1203775"/>
                  <a:pt x="2656182" y="1207912"/>
                  <a:pt x="2651076" y="1207912"/>
                </a:cubicBezTo>
                <a:cubicBezTo>
                  <a:pt x="2645970" y="1207912"/>
                  <a:pt x="2641831" y="1203775"/>
                  <a:pt x="2641831" y="1198668"/>
                </a:cubicBezTo>
                <a:cubicBezTo>
                  <a:pt x="2641831" y="1193562"/>
                  <a:pt x="2645970" y="1189427"/>
                  <a:pt x="2651076" y="1189427"/>
                </a:cubicBezTo>
                <a:close/>
                <a:moveTo>
                  <a:pt x="1038038" y="1189427"/>
                </a:moveTo>
                <a:cubicBezTo>
                  <a:pt x="1043144" y="1189427"/>
                  <a:pt x="1047283" y="1193562"/>
                  <a:pt x="1047283" y="1198668"/>
                </a:cubicBezTo>
                <a:cubicBezTo>
                  <a:pt x="1047283" y="1203775"/>
                  <a:pt x="1043144" y="1207912"/>
                  <a:pt x="1038038" y="1207912"/>
                </a:cubicBezTo>
                <a:cubicBezTo>
                  <a:pt x="1032932" y="1207912"/>
                  <a:pt x="1028793" y="1203775"/>
                  <a:pt x="1028793" y="1198668"/>
                </a:cubicBezTo>
                <a:cubicBezTo>
                  <a:pt x="1028793" y="1193562"/>
                  <a:pt x="1032932" y="1189427"/>
                  <a:pt x="1038038" y="1189427"/>
                </a:cubicBezTo>
                <a:close/>
                <a:moveTo>
                  <a:pt x="2535859" y="1188075"/>
                </a:moveTo>
                <a:cubicBezTo>
                  <a:pt x="2541712" y="1188075"/>
                  <a:pt x="2546455" y="1192817"/>
                  <a:pt x="2546455" y="1198668"/>
                </a:cubicBezTo>
                <a:cubicBezTo>
                  <a:pt x="2546455" y="1204522"/>
                  <a:pt x="2541712" y="1209263"/>
                  <a:pt x="2535859" y="1209263"/>
                </a:cubicBezTo>
                <a:cubicBezTo>
                  <a:pt x="2530007" y="1209263"/>
                  <a:pt x="2525263" y="1204522"/>
                  <a:pt x="2525263" y="1198668"/>
                </a:cubicBezTo>
                <a:cubicBezTo>
                  <a:pt x="2525263" y="1192817"/>
                  <a:pt x="2530007" y="1188075"/>
                  <a:pt x="2535859" y="1188075"/>
                </a:cubicBezTo>
                <a:close/>
                <a:moveTo>
                  <a:pt x="1153255" y="1188075"/>
                </a:moveTo>
                <a:cubicBezTo>
                  <a:pt x="1159107" y="1188075"/>
                  <a:pt x="1163851" y="1192817"/>
                  <a:pt x="1163851" y="1198668"/>
                </a:cubicBezTo>
                <a:cubicBezTo>
                  <a:pt x="1163851" y="1204522"/>
                  <a:pt x="1159107" y="1209263"/>
                  <a:pt x="1153255" y="1209263"/>
                </a:cubicBezTo>
                <a:cubicBezTo>
                  <a:pt x="1147403" y="1209263"/>
                  <a:pt x="1142659" y="1204522"/>
                  <a:pt x="1142659" y="1198668"/>
                </a:cubicBezTo>
                <a:cubicBezTo>
                  <a:pt x="1142659" y="1192817"/>
                  <a:pt x="1147403" y="1188075"/>
                  <a:pt x="1153255" y="1188075"/>
                </a:cubicBezTo>
                <a:close/>
                <a:moveTo>
                  <a:pt x="2420642" y="1186779"/>
                </a:moveTo>
                <a:cubicBezTo>
                  <a:pt x="2427208" y="1186779"/>
                  <a:pt x="2432531" y="1192104"/>
                  <a:pt x="2432531" y="1198668"/>
                </a:cubicBezTo>
                <a:cubicBezTo>
                  <a:pt x="2432531" y="1205233"/>
                  <a:pt x="2427208" y="1210556"/>
                  <a:pt x="2420642" y="1210556"/>
                </a:cubicBezTo>
                <a:cubicBezTo>
                  <a:pt x="2414077" y="1210556"/>
                  <a:pt x="2408753" y="1205233"/>
                  <a:pt x="2408753" y="1198668"/>
                </a:cubicBezTo>
                <a:cubicBezTo>
                  <a:pt x="2408753" y="1192104"/>
                  <a:pt x="2414076" y="1186779"/>
                  <a:pt x="2420642" y="1186779"/>
                </a:cubicBezTo>
                <a:close/>
                <a:moveTo>
                  <a:pt x="1268471" y="1186779"/>
                </a:moveTo>
                <a:cubicBezTo>
                  <a:pt x="1275038" y="1186779"/>
                  <a:pt x="1280361" y="1192104"/>
                  <a:pt x="1280361" y="1198668"/>
                </a:cubicBezTo>
                <a:cubicBezTo>
                  <a:pt x="1280361" y="1205233"/>
                  <a:pt x="1275038" y="1210556"/>
                  <a:pt x="1268471" y="1210556"/>
                </a:cubicBezTo>
                <a:cubicBezTo>
                  <a:pt x="1261906" y="1210556"/>
                  <a:pt x="1256583" y="1205233"/>
                  <a:pt x="1256583" y="1198668"/>
                </a:cubicBezTo>
                <a:cubicBezTo>
                  <a:pt x="1256583" y="1192104"/>
                  <a:pt x="1261905" y="1186779"/>
                  <a:pt x="1268471" y="1186779"/>
                </a:cubicBezTo>
                <a:close/>
                <a:moveTo>
                  <a:pt x="2305425" y="1185573"/>
                </a:moveTo>
                <a:cubicBezTo>
                  <a:pt x="2312659" y="1185573"/>
                  <a:pt x="2318524" y="1191436"/>
                  <a:pt x="2318524" y="1198668"/>
                </a:cubicBezTo>
                <a:cubicBezTo>
                  <a:pt x="2318524" y="1205902"/>
                  <a:pt x="2312659" y="1211768"/>
                  <a:pt x="2305425" y="1211768"/>
                </a:cubicBezTo>
                <a:cubicBezTo>
                  <a:pt x="2298191" y="1211768"/>
                  <a:pt x="2292326" y="1205902"/>
                  <a:pt x="2292326" y="1198668"/>
                </a:cubicBezTo>
                <a:cubicBezTo>
                  <a:pt x="2292326" y="1191436"/>
                  <a:pt x="2298191" y="1185573"/>
                  <a:pt x="2305425" y="1185573"/>
                </a:cubicBezTo>
                <a:close/>
                <a:moveTo>
                  <a:pt x="1383689" y="1185573"/>
                </a:moveTo>
                <a:cubicBezTo>
                  <a:pt x="1390923" y="1185573"/>
                  <a:pt x="1396788" y="1191436"/>
                  <a:pt x="1396788" y="1198668"/>
                </a:cubicBezTo>
                <a:cubicBezTo>
                  <a:pt x="1396788" y="1205902"/>
                  <a:pt x="1390923" y="1211768"/>
                  <a:pt x="1383689" y="1211768"/>
                </a:cubicBezTo>
                <a:cubicBezTo>
                  <a:pt x="1376455" y="1211768"/>
                  <a:pt x="1370590" y="1205902"/>
                  <a:pt x="1370590" y="1198668"/>
                </a:cubicBezTo>
                <a:cubicBezTo>
                  <a:pt x="1370590" y="1191436"/>
                  <a:pt x="1376454" y="1185573"/>
                  <a:pt x="1383689" y="1185573"/>
                </a:cubicBezTo>
                <a:close/>
                <a:moveTo>
                  <a:pt x="2190209" y="1184628"/>
                </a:moveTo>
                <a:cubicBezTo>
                  <a:pt x="2197964" y="1184628"/>
                  <a:pt x="2204252" y="1190915"/>
                  <a:pt x="2204252" y="1198668"/>
                </a:cubicBezTo>
                <a:cubicBezTo>
                  <a:pt x="2204252" y="1206423"/>
                  <a:pt x="2197964" y="1212713"/>
                  <a:pt x="2190209" y="1212713"/>
                </a:cubicBezTo>
                <a:cubicBezTo>
                  <a:pt x="2182452" y="1212713"/>
                  <a:pt x="2176165" y="1206423"/>
                  <a:pt x="2176165" y="1198668"/>
                </a:cubicBezTo>
                <a:cubicBezTo>
                  <a:pt x="2176165" y="1190915"/>
                  <a:pt x="2182452" y="1184628"/>
                  <a:pt x="2190209" y="1184628"/>
                </a:cubicBezTo>
                <a:close/>
                <a:moveTo>
                  <a:pt x="1498906" y="1184628"/>
                </a:moveTo>
                <a:cubicBezTo>
                  <a:pt x="1506662" y="1184628"/>
                  <a:pt x="1512950" y="1190915"/>
                  <a:pt x="1512950" y="1198668"/>
                </a:cubicBezTo>
                <a:cubicBezTo>
                  <a:pt x="1512950" y="1206423"/>
                  <a:pt x="1506662" y="1212713"/>
                  <a:pt x="1498906" y="1212713"/>
                </a:cubicBezTo>
                <a:cubicBezTo>
                  <a:pt x="1491150" y="1212713"/>
                  <a:pt x="1484862" y="1206423"/>
                  <a:pt x="1484862" y="1198668"/>
                </a:cubicBezTo>
                <a:cubicBezTo>
                  <a:pt x="1484862" y="1190915"/>
                  <a:pt x="1491150" y="1184628"/>
                  <a:pt x="1498906" y="1184628"/>
                </a:cubicBezTo>
                <a:close/>
                <a:moveTo>
                  <a:pt x="2074991" y="1183815"/>
                </a:moveTo>
                <a:cubicBezTo>
                  <a:pt x="2083196" y="1183815"/>
                  <a:pt x="2089846" y="1190466"/>
                  <a:pt x="2089846" y="1198668"/>
                </a:cubicBezTo>
                <a:cubicBezTo>
                  <a:pt x="2089846" y="1206874"/>
                  <a:pt x="2083196" y="1213524"/>
                  <a:pt x="2074991" y="1213524"/>
                </a:cubicBezTo>
                <a:cubicBezTo>
                  <a:pt x="2066786" y="1213524"/>
                  <a:pt x="2060135" y="1206874"/>
                  <a:pt x="2060135" y="1198668"/>
                </a:cubicBezTo>
                <a:cubicBezTo>
                  <a:pt x="2060135" y="1190466"/>
                  <a:pt x="2066786" y="1183815"/>
                  <a:pt x="2074991" y="1183815"/>
                </a:cubicBezTo>
                <a:close/>
                <a:moveTo>
                  <a:pt x="1614123" y="1183815"/>
                </a:moveTo>
                <a:cubicBezTo>
                  <a:pt x="1622328" y="1183815"/>
                  <a:pt x="1628979" y="1190466"/>
                  <a:pt x="1628979" y="1198668"/>
                </a:cubicBezTo>
                <a:cubicBezTo>
                  <a:pt x="1628979" y="1206874"/>
                  <a:pt x="1622328" y="1213524"/>
                  <a:pt x="1614123" y="1213524"/>
                </a:cubicBezTo>
                <a:cubicBezTo>
                  <a:pt x="1605918" y="1213524"/>
                  <a:pt x="1599268" y="1206874"/>
                  <a:pt x="1599268" y="1198668"/>
                </a:cubicBezTo>
                <a:cubicBezTo>
                  <a:pt x="1599268" y="1190466"/>
                  <a:pt x="1605918" y="1183815"/>
                  <a:pt x="1614123" y="1183815"/>
                </a:cubicBezTo>
                <a:close/>
                <a:moveTo>
                  <a:pt x="1959774" y="1183318"/>
                </a:moveTo>
                <a:cubicBezTo>
                  <a:pt x="1968254" y="1183318"/>
                  <a:pt x="1975127" y="1190191"/>
                  <a:pt x="1975127" y="1198668"/>
                </a:cubicBezTo>
                <a:cubicBezTo>
                  <a:pt x="1975127" y="1207148"/>
                  <a:pt x="1968254" y="1214023"/>
                  <a:pt x="1959774" y="1214023"/>
                </a:cubicBezTo>
                <a:cubicBezTo>
                  <a:pt x="1951295" y="1214023"/>
                  <a:pt x="1944421" y="1207148"/>
                  <a:pt x="1944421" y="1198668"/>
                </a:cubicBezTo>
                <a:cubicBezTo>
                  <a:pt x="1944421" y="1190191"/>
                  <a:pt x="1951295" y="1183318"/>
                  <a:pt x="1959774" y="1183318"/>
                </a:cubicBezTo>
                <a:close/>
                <a:moveTo>
                  <a:pt x="1729340" y="1183318"/>
                </a:moveTo>
                <a:cubicBezTo>
                  <a:pt x="1737820" y="1183318"/>
                  <a:pt x="1744693" y="1190191"/>
                  <a:pt x="1744693" y="1198668"/>
                </a:cubicBezTo>
                <a:cubicBezTo>
                  <a:pt x="1744693" y="1207148"/>
                  <a:pt x="1737820" y="1214023"/>
                  <a:pt x="1729340" y="1214023"/>
                </a:cubicBezTo>
                <a:cubicBezTo>
                  <a:pt x="1720861" y="1214023"/>
                  <a:pt x="1713986" y="1207148"/>
                  <a:pt x="1713986" y="1198668"/>
                </a:cubicBezTo>
                <a:cubicBezTo>
                  <a:pt x="1713986" y="1190191"/>
                  <a:pt x="1720861" y="1183318"/>
                  <a:pt x="1729340" y="1183318"/>
                </a:cubicBezTo>
                <a:close/>
                <a:moveTo>
                  <a:pt x="1844557" y="1183151"/>
                </a:moveTo>
                <a:cubicBezTo>
                  <a:pt x="1853129" y="1183151"/>
                  <a:pt x="1860078" y="1190101"/>
                  <a:pt x="1860078" y="1198668"/>
                </a:cubicBezTo>
                <a:cubicBezTo>
                  <a:pt x="1860078" y="1207242"/>
                  <a:pt x="1853129" y="1214189"/>
                  <a:pt x="1844557" y="1214189"/>
                </a:cubicBezTo>
                <a:cubicBezTo>
                  <a:pt x="1835985" y="1214189"/>
                  <a:pt x="1829036" y="1207242"/>
                  <a:pt x="1829036" y="1198668"/>
                </a:cubicBezTo>
                <a:cubicBezTo>
                  <a:pt x="1829036" y="1190101"/>
                  <a:pt x="1835985" y="1183151"/>
                  <a:pt x="1844557" y="1183151"/>
                </a:cubicBezTo>
                <a:close/>
                <a:moveTo>
                  <a:pt x="3515204" y="1097664"/>
                </a:moveTo>
                <a:cubicBezTo>
                  <a:pt x="3515882" y="1097664"/>
                  <a:pt x="3516432" y="1098214"/>
                  <a:pt x="3516432" y="1098892"/>
                </a:cubicBezTo>
                <a:cubicBezTo>
                  <a:pt x="3516432" y="1099570"/>
                  <a:pt x="3515882" y="1100118"/>
                  <a:pt x="3515204" y="1100118"/>
                </a:cubicBezTo>
                <a:cubicBezTo>
                  <a:pt x="3514526" y="1100118"/>
                  <a:pt x="3513976" y="1099570"/>
                  <a:pt x="3513976" y="1098892"/>
                </a:cubicBezTo>
                <a:cubicBezTo>
                  <a:pt x="3513976" y="1098214"/>
                  <a:pt x="3514526" y="1097664"/>
                  <a:pt x="3515204" y="1097664"/>
                </a:cubicBezTo>
                <a:close/>
                <a:moveTo>
                  <a:pt x="173910" y="1097664"/>
                </a:moveTo>
                <a:cubicBezTo>
                  <a:pt x="174589" y="1097664"/>
                  <a:pt x="175139" y="1098214"/>
                  <a:pt x="175139" y="1098892"/>
                </a:cubicBezTo>
                <a:cubicBezTo>
                  <a:pt x="175139" y="1099570"/>
                  <a:pt x="174589" y="1100118"/>
                  <a:pt x="173910" y="1100118"/>
                </a:cubicBezTo>
                <a:cubicBezTo>
                  <a:pt x="173233" y="1100118"/>
                  <a:pt x="172683" y="1099570"/>
                  <a:pt x="172683" y="1098892"/>
                </a:cubicBezTo>
                <a:cubicBezTo>
                  <a:pt x="172683" y="1098214"/>
                  <a:pt x="173233" y="1097664"/>
                  <a:pt x="173910" y="1097664"/>
                </a:cubicBezTo>
                <a:close/>
                <a:moveTo>
                  <a:pt x="3399987" y="1097070"/>
                </a:moveTo>
                <a:cubicBezTo>
                  <a:pt x="3400993" y="1097070"/>
                  <a:pt x="3401809" y="1097887"/>
                  <a:pt x="3401809" y="1098891"/>
                </a:cubicBezTo>
                <a:cubicBezTo>
                  <a:pt x="3401809" y="1099896"/>
                  <a:pt x="3400993" y="1100714"/>
                  <a:pt x="3399987" y="1100714"/>
                </a:cubicBezTo>
                <a:cubicBezTo>
                  <a:pt x="3398981" y="1100714"/>
                  <a:pt x="3398165" y="1099896"/>
                  <a:pt x="3398165" y="1098891"/>
                </a:cubicBezTo>
                <a:cubicBezTo>
                  <a:pt x="3398165" y="1097887"/>
                  <a:pt x="3398981" y="1097070"/>
                  <a:pt x="3399987" y="1097070"/>
                </a:cubicBezTo>
                <a:close/>
                <a:moveTo>
                  <a:pt x="289128" y="1097070"/>
                </a:moveTo>
                <a:cubicBezTo>
                  <a:pt x="290133" y="1097070"/>
                  <a:pt x="290950" y="1097887"/>
                  <a:pt x="290950" y="1098891"/>
                </a:cubicBezTo>
                <a:cubicBezTo>
                  <a:pt x="290950" y="1099896"/>
                  <a:pt x="290133" y="1100714"/>
                  <a:pt x="289128" y="1100714"/>
                </a:cubicBezTo>
                <a:cubicBezTo>
                  <a:pt x="288122" y="1100714"/>
                  <a:pt x="287307" y="1099896"/>
                  <a:pt x="287307" y="1098891"/>
                </a:cubicBezTo>
                <a:cubicBezTo>
                  <a:pt x="287307" y="1097887"/>
                  <a:pt x="288122" y="1097070"/>
                  <a:pt x="289128" y="1097070"/>
                </a:cubicBezTo>
                <a:close/>
                <a:moveTo>
                  <a:pt x="3284770" y="1096294"/>
                </a:moveTo>
                <a:cubicBezTo>
                  <a:pt x="3286206" y="1096294"/>
                  <a:pt x="3287370" y="1097456"/>
                  <a:pt x="3287370" y="1098891"/>
                </a:cubicBezTo>
                <a:cubicBezTo>
                  <a:pt x="3287370" y="1100329"/>
                  <a:pt x="3286205" y="1101488"/>
                  <a:pt x="3284770" y="1101488"/>
                </a:cubicBezTo>
                <a:cubicBezTo>
                  <a:pt x="3283334" y="1101488"/>
                  <a:pt x="3282170" y="1100329"/>
                  <a:pt x="3282170" y="1098891"/>
                </a:cubicBezTo>
                <a:cubicBezTo>
                  <a:pt x="3282170" y="1097456"/>
                  <a:pt x="3283335" y="1096294"/>
                  <a:pt x="3284770" y="1096294"/>
                </a:cubicBezTo>
                <a:close/>
                <a:moveTo>
                  <a:pt x="404345" y="1096294"/>
                </a:moveTo>
                <a:cubicBezTo>
                  <a:pt x="405781" y="1096294"/>
                  <a:pt x="406945" y="1097456"/>
                  <a:pt x="406945" y="1098891"/>
                </a:cubicBezTo>
                <a:cubicBezTo>
                  <a:pt x="406945" y="1100329"/>
                  <a:pt x="405781" y="1101488"/>
                  <a:pt x="404345" y="1101488"/>
                </a:cubicBezTo>
                <a:cubicBezTo>
                  <a:pt x="402909" y="1101488"/>
                  <a:pt x="401744" y="1100329"/>
                  <a:pt x="401744" y="1098891"/>
                </a:cubicBezTo>
                <a:cubicBezTo>
                  <a:pt x="401744" y="1097456"/>
                  <a:pt x="402909" y="1096294"/>
                  <a:pt x="404345" y="1096294"/>
                </a:cubicBezTo>
                <a:close/>
                <a:moveTo>
                  <a:pt x="3169553" y="1095463"/>
                </a:moveTo>
                <a:cubicBezTo>
                  <a:pt x="3171447" y="1095463"/>
                  <a:pt x="3172983" y="1096999"/>
                  <a:pt x="3172983" y="1098891"/>
                </a:cubicBezTo>
                <a:cubicBezTo>
                  <a:pt x="3172983" y="1100785"/>
                  <a:pt x="3171447" y="1102320"/>
                  <a:pt x="3169553" y="1102320"/>
                </a:cubicBezTo>
                <a:cubicBezTo>
                  <a:pt x="3167658" y="1102320"/>
                  <a:pt x="3166122" y="1100785"/>
                  <a:pt x="3166122" y="1098891"/>
                </a:cubicBezTo>
                <a:cubicBezTo>
                  <a:pt x="3166122" y="1096999"/>
                  <a:pt x="3167658" y="1095463"/>
                  <a:pt x="3169553" y="1095463"/>
                </a:cubicBezTo>
                <a:close/>
                <a:moveTo>
                  <a:pt x="519562" y="1095463"/>
                </a:moveTo>
                <a:cubicBezTo>
                  <a:pt x="521457" y="1095463"/>
                  <a:pt x="522992" y="1096999"/>
                  <a:pt x="522992" y="1098891"/>
                </a:cubicBezTo>
                <a:cubicBezTo>
                  <a:pt x="522992" y="1100785"/>
                  <a:pt x="521457" y="1102320"/>
                  <a:pt x="519562" y="1102320"/>
                </a:cubicBezTo>
                <a:cubicBezTo>
                  <a:pt x="517666" y="1102320"/>
                  <a:pt x="516132" y="1100785"/>
                  <a:pt x="516132" y="1098891"/>
                </a:cubicBezTo>
                <a:cubicBezTo>
                  <a:pt x="516132" y="1096999"/>
                  <a:pt x="517666" y="1095463"/>
                  <a:pt x="519562" y="1095463"/>
                </a:cubicBezTo>
                <a:close/>
                <a:moveTo>
                  <a:pt x="3054336" y="1094431"/>
                </a:moveTo>
                <a:cubicBezTo>
                  <a:pt x="3056800" y="1094431"/>
                  <a:pt x="3058799" y="1096428"/>
                  <a:pt x="3058799" y="1098892"/>
                </a:cubicBezTo>
                <a:cubicBezTo>
                  <a:pt x="3058799" y="1101357"/>
                  <a:pt x="3056801" y="1103356"/>
                  <a:pt x="3054336" y="1103356"/>
                </a:cubicBezTo>
                <a:cubicBezTo>
                  <a:pt x="3051870" y="1103356"/>
                  <a:pt x="3049871" y="1101357"/>
                  <a:pt x="3049871" y="1098892"/>
                </a:cubicBezTo>
                <a:cubicBezTo>
                  <a:pt x="3049871" y="1096428"/>
                  <a:pt x="3051870" y="1094431"/>
                  <a:pt x="3054336" y="1094431"/>
                </a:cubicBezTo>
                <a:close/>
                <a:moveTo>
                  <a:pt x="634779" y="1094431"/>
                </a:moveTo>
                <a:cubicBezTo>
                  <a:pt x="637244" y="1094431"/>
                  <a:pt x="639242" y="1096428"/>
                  <a:pt x="639242" y="1098892"/>
                </a:cubicBezTo>
                <a:cubicBezTo>
                  <a:pt x="639242" y="1101357"/>
                  <a:pt x="637244" y="1103356"/>
                  <a:pt x="634779" y="1103356"/>
                </a:cubicBezTo>
                <a:cubicBezTo>
                  <a:pt x="632314" y="1103356"/>
                  <a:pt x="630316" y="1101357"/>
                  <a:pt x="630316" y="1098892"/>
                </a:cubicBezTo>
                <a:cubicBezTo>
                  <a:pt x="630316" y="1096428"/>
                  <a:pt x="632314" y="1094431"/>
                  <a:pt x="634779" y="1094431"/>
                </a:cubicBezTo>
                <a:close/>
                <a:moveTo>
                  <a:pt x="2939119" y="1093366"/>
                </a:moveTo>
                <a:cubicBezTo>
                  <a:pt x="2942171" y="1093366"/>
                  <a:pt x="2944646" y="1095840"/>
                  <a:pt x="2944646" y="1098891"/>
                </a:cubicBezTo>
                <a:cubicBezTo>
                  <a:pt x="2944646" y="1101943"/>
                  <a:pt x="2942171" y="1104417"/>
                  <a:pt x="2939119" y="1104417"/>
                </a:cubicBezTo>
                <a:cubicBezTo>
                  <a:pt x="2936066" y="1104417"/>
                  <a:pt x="2933592" y="1101943"/>
                  <a:pt x="2933592" y="1098891"/>
                </a:cubicBezTo>
                <a:cubicBezTo>
                  <a:pt x="2933592" y="1095840"/>
                  <a:pt x="2936066" y="1093366"/>
                  <a:pt x="2939119" y="1093366"/>
                </a:cubicBezTo>
                <a:close/>
                <a:moveTo>
                  <a:pt x="749995" y="1093366"/>
                </a:moveTo>
                <a:cubicBezTo>
                  <a:pt x="753048" y="1093366"/>
                  <a:pt x="755523" y="1095840"/>
                  <a:pt x="755523" y="1098891"/>
                </a:cubicBezTo>
                <a:cubicBezTo>
                  <a:pt x="755523" y="1101943"/>
                  <a:pt x="753048" y="1104417"/>
                  <a:pt x="749995" y="1104417"/>
                </a:cubicBezTo>
                <a:cubicBezTo>
                  <a:pt x="746943" y="1104417"/>
                  <a:pt x="744468" y="1101943"/>
                  <a:pt x="744468" y="1098891"/>
                </a:cubicBezTo>
                <a:cubicBezTo>
                  <a:pt x="744468" y="1095840"/>
                  <a:pt x="746943" y="1093366"/>
                  <a:pt x="749995" y="1093366"/>
                </a:cubicBezTo>
                <a:close/>
                <a:moveTo>
                  <a:pt x="865212" y="1092305"/>
                </a:moveTo>
                <a:cubicBezTo>
                  <a:pt x="868852" y="1092305"/>
                  <a:pt x="871802" y="1095253"/>
                  <a:pt x="871802" y="1098891"/>
                </a:cubicBezTo>
                <a:cubicBezTo>
                  <a:pt x="871802" y="1102531"/>
                  <a:pt x="868852" y="1105478"/>
                  <a:pt x="865212" y="1105478"/>
                </a:cubicBezTo>
                <a:cubicBezTo>
                  <a:pt x="861573" y="1105478"/>
                  <a:pt x="858623" y="1102531"/>
                  <a:pt x="858623" y="1098891"/>
                </a:cubicBezTo>
                <a:cubicBezTo>
                  <a:pt x="858623" y="1095253"/>
                  <a:pt x="861573" y="1092305"/>
                  <a:pt x="865212" y="1092305"/>
                </a:cubicBezTo>
                <a:close/>
                <a:moveTo>
                  <a:pt x="2823902" y="1092193"/>
                </a:moveTo>
                <a:cubicBezTo>
                  <a:pt x="2827602" y="1092193"/>
                  <a:pt x="2830602" y="1095190"/>
                  <a:pt x="2830602" y="1098892"/>
                </a:cubicBezTo>
                <a:cubicBezTo>
                  <a:pt x="2830602" y="1102590"/>
                  <a:pt x="2827602" y="1105591"/>
                  <a:pt x="2823902" y="1105591"/>
                </a:cubicBezTo>
                <a:cubicBezTo>
                  <a:pt x="2820202" y="1105591"/>
                  <a:pt x="2817201" y="1102590"/>
                  <a:pt x="2817201" y="1098892"/>
                </a:cubicBezTo>
                <a:cubicBezTo>
                  <a:pt x="2817201" y="1095190"/>
                  <a:pt x="2820202" y="1092193"/>
                  <a:pt x="2823902" y="1092193"/>
                </a:cubicBezTo>
                <a:close/>
                <a:moveTo>
                  <a:pt x="2708685" y="1091150"/>
                </a:moveTo>
                <a:cubicBezTo>
                  <a:pt x="2712961" y="1091150"/>
                  <a:pt x="2716427" y="1094618"/>
                  <a:pt x="2716427" y="1098892"/>
                </a:cubicBezTo>
                <a:cubicBezTo>
                  <a:pt x="2716427" y="1103168"/>
                  <a:pt x="2712961" y="1106631"/>
                  <a:pt x="2708685" y="1106631"/>
                </a:cubicBezTo>
                <a:cubicBezTo>
                  <a:pt x="2704409" y="1106631"/>
                  <a:pt x="2700943" y="1103168"/>
                  <a:pt x="2700943" y="1098892"/>
                </a:cubicBezTo>
                <a:cubicBezTo>
                  <a:pt x="2700943" y="1094618"/>
                  <a:pt x="2704409" y="1091150"/>
                  <a:pt x="2708685" y="1091150"/>
                </a:cubicBezTo>
                <a:close/>
                <a:moveTo>
                  <a:pt x="980430" y="1091150"/>
                </a:moveTo>
                <a:cubicBezTo>
                  <a:pt x="984705" y="1091150"/>
                  <a:pt x="988172" y="1094618"/>
                  <a:pt x="988172" y="1098892"/>
                </a:cubicBezTo>
                <a:cubicBezTo>
                  <a:pt x="988172" y="1103168"/>
                  <a:pt x="984705" y="1106631"/>
                  <a:pt x="980430" y="1106631"/>
                </a:cubicBezTo>
                <a:cubicBezTo>
                  <a:pt x="976154" y="1106631"/>
                  <a:pt x="972687" y="1103168"/>
                  <a:pt x="972687" y="1098892"/>
                </a:cubicBezTo>
                <a:cubicBezTo>
                  <a:pt x="972687" y="1094618"/>
                  <a:pt x="976154" y="1091150"/>
                  <a:pt x="980430" y="1091150"/>
                </a:cubicBezTo>
                <a:close/>
                <a:moveTo>
                  <a:pt x="2593468" y="1089908"/>
                </a:moveTo>
                <a:cubicBezTo>
                  <a:pt x="2598430" y="1089908"/>
                  <a:pt x="2602454" y="1093930"/>
                  <a:pt x="2602454" y="1098892"/>
                </a:cubicBezTo>
                <a:cubicBezTo>
                  <a:pt x="2602454" y="1103852"/>
                  <a:pt x="2598430" y="1107875"/>
                  <a:pt x="2593468" y="1107875"/>
                </a:cubicBezTo>
                <a:cubicBezTo>
                  <a:pt x="2588505" y="1107875"/>
                  <a:pt x="2584482" y="1103853"/>
                  <a:pt x="2584482" y="1098892"/>
                </a:cubicBezTo>
                <a:cubicBezTo>
                  <a:pt x="2584482" y="1093930"/>
                  <a:pt x="2588505" y="1089908"/>
                  <a:pt x="2593468" y="1089908"/>
                </a:cubicBezTo>
                <a:close/>
                <a:moveTo>
                  <a:pt x="1095646" y="1089908"/>
                </a:moveTo>
                <a:cubicBezTo>
                  <a:pt x="1100608" y="1089908"/>
                  <a:pt x="1104632" y="1093930"/>
                  <a:pt x="1104632" y="1098892"/>
                </a:cubicBezTo>
                <a:cubicBezTo>
                  <a:pt x="1104632" y="1103852"/>
                  <a:pt x="1100608" y="1107875"/>
                  <a:pt x="1095646" y="1107875"/>
                </a:cubicBezTo>
                <a:cubicBezTo>
                  <a:pt x="1090683" y="1107875"/>
                  <a:pt x="1086661" y="1103853"/>
                  <a:pt x="1086661" y="1098892"/>
                </a:cubicBezTo>
                <a:cubicBezTo>
                  <a:pt x="1086661" y="1093930"/>
                  <a:pt x="1090683" y="1089908"/>
                  <a:pt x="1095646" y="1089908"/>
                </a:cubicBezTo>
                <a:close/>
                <a:moveTo>
                  <a:pt x="2478251" y="1088715"/>
                </a:moveTo>
                <a:cubicBezTo>
                  <a:pt x="2483874" y="1088715"/>
                  <a:pt x="2488433" y="1093270"/>
                  <a:pt x="2488433" y="1098892"/>
                </a:cubicBezTo>
                <a:cubicBezTo>
                  <a:pt x="2488433" y="1104512"/>
                  <a:pt x="2483874" y="1109067"/>
                  <a:pt x="2478251" y="1109067"/>
                </a:cubicBezTo>
                <a:cubicBezTo>
                  <a:pt x="2472628" y="1109067"/>
                  <a:pt x="2468069" y="1104512"/>
                  <a:pt x="2468069" y="1098892"/>
                </a:cubicBezTo>
                <a:cubicBezTo>
                  <a:pt x="2468069" y="1093270"/>
                  <a:pt x="2472628" y="1088715"/>
                  <a:pt x="2478251" y="1088715"/>
                </a:cubicBezTo>
                <a:close/>
                <a:moveTo>
                  <a:pt x="1210864" y="1088715"/>
                </a:moveTo>
                <a:cubicBezTo>
                  <a:pt x="1216487" y="1088715"/>
                  <a:pt x="1221045" y="1093270"/>
                  <a:pt x="1221045" y="1098892"/>
                </a:cubicBezTo>
                <a:cubicBezTo>
                  <a:pt x="1221045" y="1104512"/>
                  <a:pt x="1216487" y="1109067"/>
                  <a:pt x="1210864" y="1109067"/>
                </a:cubicBezTo>
                <a:cubicBezTo>
                  <a:pt x="1205241" y="1109067"/>
                  <a:pt x="1200682" y="1104512"/>
                  <a:pt x="1200682" y="1098892"/>
                </a:cubicBezTo>
                <a:cubicBezTo>
                  <a:pt x="1200682" y="1093270"/>
                  <a:pt x="1205241" y="1088715"/>
                  <a:pt x="1210864" y="1088715"/>
                </a:cubicBezTo>
                <a:close/>
                <a:moveTo>
                  <a:pt x="2363033" y="1087730"/>
                </a:moveTo>
                <a:cubicBezTo>
                  <a:pt x="2369198" y="1087730"/>
                  <a:pt x="2374195" y="1092727"/>
                  <a:pt x="2374195" y="1098891"/>
                </a:cubicBezTo>
                <a:cubicBezTo>
                  <a:pt x="2374195" y="1105054"/>
                  <a:pt x="2369198" y="1110052"/>
                  <a:pt x="2363033" y="1110052"/>
                </a:cubicBezTo>
                <a:cubicBezTo>
                  <a:pt x="2356869" y="1110052"/>
                  <a:pt x="2351872" y="1105054"/>
                  <a:pt x="2351872" y="1098891"/>
                </a:cubicBezTo>
                <a:cubicBezTo>
                  <a:pt x="2351872" y="1092727"/>
                  <a:pt x="2356869" y="1087730"/>
                  <a:pt x="2363033" y="1087730"/>
                </a:cubicBezTo>
                <a:close/>
                <a:moveTo>
                  <a:pt x="1326080" y="1087730"/>
                </a:moveTo>
                <a:cubicBezTo>
                  <a:pt x="1332245" y="1087730"/>
                  <a:pt x="1337243" y="1092727"/>
                  <a:pt x="1337243" y="1098891"/>
                </a:cubicBezTo>
                <a:cubicBezTo>
                  <a:pt x="1337243" y="1105054"/>
                  <a:pt x="1332245" y="1110052"/>
                  <a:pt x="1326080" y="1110052"/>
                </a:cubicBezTo>
                <a:cubicBezTo>
                  <a:pt x="1319916" y="1110052"/>
                  <a:pt x="1314919" y="1105054"/>
                  <a:pt x="1314919" y="1098891"/>
                </a:cubicBezTo>
                <a:cubicBezTo>
                  <a:pt x="1314919" y="1092727"/>
                  <a:pt x="1319916" y="1087730"/>
                  <a:pt x="1326080" y="1087730"/>
                </a:cubicBezTo>
                <a:close/>
                <a:moveTo>
                  <a:pt x="2247817" y="1086708"/>
                </a:moveTo>
                <a:cubicBezTo>
                  <a:pt x="2254547" y="1086708"/>
                  <a:pt x="2260002" y="1092161"/>
                  <a:pt x="2260002" y="1098892"/>
                </a:cubicBezTo>
                <a:cubicBezTo>
                  <a:pt x="2260002" y="1105617"/>
                  <a:pt x="2254547" y="1111076"/>
                  <a:pt x="2247817" y="1111076"/>
                </a:cubicBezTo>
                <a:cubicBezTo>
                  <a:pt x="2241087" y="1111076"/>
                  <a:pt x="2235631" y="1105617"/>
                  <a:pt x="2235631" y="1098892"/>
                </a:cubicBezTo>
                <a:cubicBezTo>
                  <a:pt x="2235631" y="1092161"/>
                  <a:pt x="2241087" y="1086708"/>
                  <a:pt x="2247817" y="1086708"/>
                </a:cubicBezTo>
                <a:close/>
                <a:moveTo>
                  <a:pt x="1441298" y="1086708"/>
                </a:moveTo>
                <a:cubicBezTo>
                  <a:pt x="1448028" y="1086708"/>
                  <a:pt x="1453484" y="1092161"/>
                  <a:pt x="1453484" y="1098892"/>
                </a:cubicBezTo>
                <a:cubicBezTo>
                  <a:pt x="1453484" y="1105617"/>
                  <a:pt x="1448028" y="1111076"/>
                  <a:pt x="1441298" y="1111076"/>
                </a:cubicBezTo>
                <a:cubicBezTo>
                  <a:pt x="1434568" y="1111076"/>
                  <a:pt x="1429112" y="1105617"/>
                  <a:pt x="1429112" y="1098892"/>
                </a:cubicBezTo>
                <a:cubicBezTo>
                  <a:pt x="1429112" y="1092161"/>
                  <a:pt x="1434568" y="1086708"/>
                  <a:pt x="1441298" y="1086708"/>
                </a:cubicBezTo>
                <a:close/>
                <a:moveTo>
                  <a:pt x="2132601" y="1085950"/>
                </a:moveTo>
                <a:cubicBezTo>
                  <a:pt x="2139749" y="1085950"/>
                  <a:pt x="2145545" y="1091743"/>
                  <a:pt x="2145545" y="1098891"/>
                </a:cubicBezTo>
                <a:cubicBezTo>
                  <a:pt x="2145545" y="1106036"/>
                  <a:pt x="2139749" y="1111832"/>
                  <a:pt x="2132601" y="1111832"/>
                </a:cubicBezTo>
                <a:cubicBezTo>
                  <a:pt x="2125451" y="1111832"/>
                  <a:pt x="2119656" y="1106036"/>
                  <a:pt x="2119656" y="1098891"/>
                </a:cubicBezTo>
                <a:cubicBezTo>
                  <a:pt x="2119656" y="1091743"/>
                  <a:pt x="2125451" y="1085950"/>
                  <a:pt x="2132601" y="1085950"/>
                </a:cubicBezTo>
                <a:close/>
                <a:moveTo>
                  <a:pt x="1556514" y="1085950"/>
                </a:moveTo>
                <a:cubicBezTo>
                  <a:pt x="1563664" y="1085950"/>
                  <a:pt x="1569459" y="1091743"/>
                  <a:pt x="1569459" y="1098891"/>
                </a:cubicBezTo>
                <a:cubicBezTo>
                  <a:pt x="1569459" y="1106036"/>
                  <a:pt x="1563664" y="1111832"/>
                  <a:pt x="1556514" y="1111832"/>
                </a:cubicBezTo>
                <a:cubicBezTo>
                  <a:pt x="1549366" y="1111832"/>
                  <a:pt x="1543570" y="1106036"/>
                  <a:pt x="1543570" y="1098891"/>
                </a:cubicBezTo>
                <a:cubicBezTo>
                  <a:pt x="1543570" y="1091743"/>
                  <a:pt x="1549366" y="1085950"/>
                  <a:pt x="1556514" y="1085950"/>
                </a:cubicBezTo>
                <a:close/>
                <a:moveTo>
                  <a:pt x="2017383" y="1085326"/>
                </a:moveTo>
                <a:cubicBezTo>
                  <a:pt x="2024875" y="1085326"/>
                  <a:pt x="2030950" y="1091403"/>
                  <a:pt x="2030950" y="1098892"/>
                </a:cubicBezTo>
                <a:cubicBezTo>
                  <a:pt x="2030950" y="1106382"/>
                  <a:pt x="2024875" y="1112454"/>
                  <a:pt x="2017383" y="1112454"/>
                </a:cubicBezTo>
                <a:cubicBezTo>
                  <a:pt x="2009890" y="1112454"/>
                  <a:pt x="2003815" y="1106382"/>
                  <a:pt x="2003815" y="1098892"/>
                </a:cubicBezTo>
                <a:cubicBezTo>
                  <a:pt x="2003815" y="1091403"/>
                  <a:pt x="2009890" y="1085326"/>
                  <a:pt x="2017383" y="1085326"/>
                </a:cubicBezTo>
                <a:close/>
                <a:moveTo>
                  <a:pt x="1671732" y="1085326"/>
                </a:moveTo>
                <a:cubicBezTo>
                  <a:pt x="1679225" y="1085326"/>
                  <a:pt x="1685299" y="1091403"/>
                  <a:pt x="1685299" y="1098892"/>
                </a:cubicBezTo>
                <a:cubicBezTo>
                  <a:pt x="1685299" y="1106382"/>
                  <a:pt x="1679225" y="1112454"/>
                  <a:pt x="1671732" y="1112454"/>
                </a:cubicBezTo>
                <a:cubicBezTo>
                  <a:pt x="1664239" y="1112454"/>
                  <a:pt x="1658165" y="1106382"/>
                  <a:pt x="1658165" y="1098892"/>
                </a:cubicBezTo>
                <a:cubicBezTo>
                  <a:pt x="1658165" y="1091403"/>
                  <a:pt x="1664239" y="1085326"/>
                  <a:pt x="1671732" y="1085326"/>
                </a:cubicBezTo>
                <a:close/>
                <a:moveTo>
                  <a:pt x="1902166" y="1085011"/>
                </a:moveTo>
                <a:cubicBezTo>
                  <a:pt x="1909834" y="1085011"/>
                  <a:pt x="1916050" y="1091224"/>
                  <a:pt x="1916050" y="1098891"/>
                </a:cubicBezTo>
                <a:cubicBezTo>
                  <a:pt x="1916050" y="1106555"/>
                  <a:pt x="1909834" y="1112772"/>
                  <a:pt x="1902166" y="1112772"/>
                </a:cubicBezTo>
                <a:cubicBezTo>
                  <a:pt x="1894498" y="1112772"/>
                  <a:pt x="1888282" y="1106555"/>
                  <a:pt x="1888282" y="1098891"/>
                </a:cubicBezTo>
                <a:cubicBezTo>
                  <a:pt x="1888282" y="1091224"/>
                  <a:pt x="1894498" y="1085011"/>
                  <a:pt x="1902166" y="1085011"/>
                </a:cubicBezTo>
                <a:close/>
                <a:moveTo>
                  <a:pt x="1786949" y="1085011"/>
                </a:moveTo>
                <a:cubicBezTo>
                  <a:pt x="1794617" y="1085011"/>
                  <a:pt x="1800833" y="1091224"/>
                  <a:pt x="1800833" y="1098891"/>
                </a:cubicBezTo>
                <a:cubicBezTo>
                  <a:pt x="1800833" y="1106555"/>
                  <a:pt x="1794617" y="1112772"/>
                  <a:pt x="1786949" y="1112772"/>
                </a:cubicBezTo>
                <a:cubicBezTo>
                  <a:pt x="1779281" y="1112772"/>
                  <a:pt x="1773065" y="1106555"/>
                  <a:pt x="1773065" y="1098891"/>
                </a:cubicBezTo>
                <a:cubicBezTo>
                  <a:pt x="1773065" y="1091224"/>
                  <a:pt x="1779281" y="1085011"/>
                  <a:pt x="1786949" y="1085011"/>
                </a:cubicBezTo>
                <a:close/>
                <a:moveTo>
                  <a:pt x="3457596" y="997812"/>
                </a:moveTo>
                <a:cubicBezTo>
                  <a:pt x="3458301" y="997812"/>
                  <a:pt x="3458873" y="998387"/>
                  <a:pt x="3458873" y="999093"/>
                </a:cubicBezTo>
                <a:cubicBezTo>
                  <a:pt x="3458873" y="999799"/>
                  <a:pt x="3458301" y="1000369"/>
                  <a:pt x="3457596" y="1000369"/>
                </a:cubicBezTo>
                <a:cubicBezTo>
                  <a:pt x="3456890" y="1000369"/>
                  <a:pt x="3456319" y="999799"/>
                  <a:pt x="3456319" y="999093"/>
                </a:cubicBezTo>
                <a:cubicBezTo>
                  <a:pt x="3456319" y="998387"/>
                  <a:pt x="3456890" y="997812"/>
                  <a:pt x="3457596" y="997812"/>
                </a:cubicBezTo>
                <a:close/>
                <a:moveTo>
                  <a:pt x="231519" y="997812"/>
                </a:moveTo>
                <a:cubicBezTo>
                  <a:pt x="232224" y="997812"/>
                  <a:pt x="232796" y="998387"/>
                  <a:pt x="232796" y="999093"/>
                </a:cubicBezTo>
                <a:cubicBezTo>
                  <a:pt x="232796" y="999799"/>
                  <a:pt x="232224" y="1000369"/>
                  <a:pt x="231519" y="1000369"/>
                </a:cubicBezTo>
                <a:cubicBezTo>
                  <a:pt x="230814" y="1000369"/>
                  <a:pt x="230242" y="999799"/>
                  <a:pt x="230242" y="999093"/>
                </a:cubicBezTo>
                <a:cubicBezTo>
                  <a:pt x="230242" y="998387"/>
                  <a:pt x="230814" y="997812"/>
                  <a:pt x="231519" y="997812"/>
                </a:cubicBezTo>
                <a:close/>
                <a:moveTo>
                  <a:pt x="3342379" y="997147"/>
                </a:moveTo>
                <a:cubicBezTo>
                  <a:pt x="3343451" y="997147"/>
                  <a:pt x="3344321" y="998019"/>
                  <a:pt x="3344321" y="999091"/>
                </a:cubicBezTo>
                <a:cubicBezTo>
                  <a:pt x="3344321" y="1000164"/>
                  <a:pt x="3343451" y="1001034"/>
                  <a:pt x="3342379" y="1001034"/>
                </a:cubicBezTo>
                <a:cubicBezTo>
                  <a:pt x="3341306" y="1001034"/>
                  <a:pt x="3340436" y="1000164"/>
                  <a:pt x="3340436" y="999091"/>
                </a:cubicBezTo>
                <a:cubicBezTo>
                  <a:pt x="3340436" y="998019"/>
                  <a:pt x="3341306" y="997147"/>
                  <a:pt x="3342379" y="997147"/>
                </a:cubicBezTo>
                <a:close/>
                <a:moveTo>
                  <a:pt x="346736" y="997147"/>
                </a:moveTo>
                <a:cubicBezTo>
                  <a:pt x="347808" y="997147"/>
                  <a:pt x="348678" y="998019"/>
                  <a:pt x="348678" y="999091"/>
                </a:cubicBezTo>
                <a:cubicBezTo>
                  <a:pt x="348678" y="1000164"/>
                  <a:pt x="347808" y="1001034"/>
                  <a:pt x="346736" y="1001034"/>
                </a:cubicBezTo>
                <a:cubicBezTo>
                  <a:pt x="345664" y="1001034"/>
                  <a:pt x="344794" y="1000164"/>
                  <a:pt x="344794" y="999091"/>
                </a:cubicBezTo>
                <a:cubicBezTo>
                  <a:pt x="344794" y="998019"/>
                  <a:pt x="345664" y="997147"/>
                  <a:pt x="346736" y="997147"/>
                </a:cubicBezTo>
                <a:close/>
                <a:moveTo>
                  <a:pt x="3227162" y="996420"/>
                </a:moveTo>
                <a:cubicBezTo>
                  <a:pt x="3228636" y="996420"/>
                  <a:pt x="3229832" y="997615"/>
                  <a:pt x="3229832" y="999093"/>
                </a:cubicBezTo>
                <a:cubicBezTo>
                  <a:pt x="3229832" y="1000567"/>
                  <a:pt x="3228636" y="1001766"/>
                  <a:pt x="3227162" y="1001766"/>
                </a:cubicBezTo>
                <a:cubicBezTo>
                  <a:pt x="3225687" y="1001766"/>
                  <a:pt x="3224491" y="1000567"/>
                  <a:pt x="3224491" y="999093"/>
                </a:cubicBezTo>
                <a:cubicBezTo>
                  <a:pt x="3224491" y="997615"/>
                  <a:pt x="3225687" y="996420"/>
                  <a:pt x="3227162" y="996420"/>
                </a:cubicBezTo>
                <a:close/>
                <a:moveTo>
                  <a:pt x="461953" y="996420"/>
                </a:moveTo>
                <a:cubicBezTo>
                  <a:pt x="463429" y="996420"/>
                  <a:pt x="464624" y="997615"/>
                  <a:pt x="464624" y="999093"/>
                </a:cubicBezTo>
                <a:cubicBezTo>
                  <a:pt x="464624" y="1000567"/>
                  <a:pt x="463429" y="1001766"/>
                  <a:pt x="461953" y="1001766"/>
                </a:cubicBezTo>
                <a:cubicBezTo>
                  <a:pt x="460478" y="1001766"/>
                  <a:pt x="459283" y="1000567"/>
                  <a:pt x="459283" y="999093"/>
                </a:cubicBezTo>
                <a:cubicBezTo>
                  <a:pt x="459283" y="997615"/>
                  <a:pt x="460478" y="996420"/>
                  <a:pt x="461953" y="996420"/>
                </a:cubicBezTo>
                <a:close/>
                <a:moveTo>
                  <a:pt x="3111944" y="995579"/>
                </a:moveTo>
                <a:cubicBezTo>
                  <a:pt x="3113884" y="995579"/>
                  <a:pt x="3115455" y="997152"/>
                  <a:pt x="3115455" y="999093"/>
                </a:cubicBezTo>
                <a:cubicBezTo>
                  <a:pt x="3115455" y="1001032"/>
                  <a:pt x="3113883" y="1002604"/>
                  <a:pt x="3111944" y="1002604"/>
                </a:cubicBezTo>
                <a:cubicBezTo>
                  <a:pt x="3110005" y="1002604"/>
                  <a:pt x="3108433" y="1001032"/>
                  <a:pt x="3108433" y="999093"/>
                </a:cubicBezTo>
                <a:cubicBezTo>
                  <a:pt x="3108433" y="997152"/>
                  <a:pt x="3110005" y="995579"/>
                  <a:pt x="3111944" y="995579"/>
                </a:cubicBezTo>
                <a:close/>
                <a:moveTo>
                  <a:pt x="577170" y="995579"/>
                </a:moveTo>
                <a:cubicBezTo>
                  <a:pt x="579109" y="995579"/>
                  <a:pt x="580681" y="997152"/>
                  <a:pt x="580681" y="999093"/>
                </a:cubicBezTo>
                <a:cubicBezTo>
                  <a:pt x="580681" y="1001032"/>
                  <a:pt x="579109" y="1002604"/>
                  <a:pt x="577170" y="1002604"/>
                </a:cubicBezTo>
                <a:cubicBezTo>
                  <a:pt x="575230" y="1002604"/>
                  <a:pt x="573659" y="1001032"/>
                  <a:pt x="573659" y="999093"/>
                </a:cubicBezTo>
                <a:cubicBezTo>
                  <a:pt x="573659" y="997152"/>
                  <a:pt x="575230" y="995579"/>
                  <a:pt x="577170" y="995579"/>
                </a:cubicBezTo>
                <a:close/>
                <a:moveTo>
                  <a:pt x="2996727" y="994719"/>
                </a:moveTo>
                <a:cubicBezTo>
                  <a:pt x="2999143" y="994719"/>
                  <a:pt x="3001100" y="996675"/>
                  <a:pt x="3001100" y="999091"/>
                </a:cubicBezTo>
                <a:cubicBezTo>
                  <a:pt x="3001100" y="1001506"/>
                  <a:pt x="2999142" y="1003466"/>
                  <a:pt x="2996727" y="1003466"/>
                </a:cubicBezTo>
                <a:cubicBezTo>
                  <a:pt x="2994312" y="1003466"/>
                  <a:pt x="2992355" y="1001506"/>
                  <a:pt x="2992355" y="999091"/>
                </a:cubicBezTo>
                <a:cubicBezTo>
                  <a:pt x="2992355" y="996675"/>
                  <a:pt x="2994313" y="994719"/>
                  <a:pt x="2996727" y="994719"/>
                </a:cubicBezTo>
                <a:close/>
                <a:moveTo>
                  <a:pt x="692388" y="994719"/>
                </a:moveTo>
                <a:cubicBezTo>
                  <a:pt x="694803" y="994719"/>
                  <a:pt x="696760" y="996675"/>
                  <a:pt x="696760" y="999091"/>
                </a:cubicBezTo>
                <a:cubicBezTo>
                  <a:pt x="696760" y="1001506"/>
                  <a:pt x="694803" y="1003466"/>
                  <a:pt x="692388" y="1003466"/>
                </a:cubicBezTo>
                <a:cubicBezTo>
                  <a:pt x="689973" y="1003466"/>
                  <a:pt x="688015" y="1001506"/>
                  <a:pt x="688015" y="999091"/>
                </a:cubicBezTo>
                <a:cubicBezTo>
                  <a:pt x="688015" y="996675"/>
                  <a:pt x="689973" y="994719"/>
                  <a:pt x="692388" y="994719"/>
                </a:cubicBezTo>
                <a:close/>
                <a:moveTo>
                  <a:pt x="807604" y="993762"/>
                </a:moveTo>
                <a:cubicBezTo>
                  <a:pt x="810545" y="993762"/>
                  <a:pt x="812929" y="996148"/>
                  <a:pt x="812929" y="999091"/>
                </a:cubicBezTo>
                <a:cubicBezTo>
                  <a:pt x="812929" y="1002035"/>
                  <a:pt x="810545" y="1004416"/>
                  <a:pt x="807604" y="1004416"/>
                </a:cubicBezTo>
                <a:cubicBezTo>
                  <a:pt x="804663" y="1004416"/>
                  <a:pt x="802279" y="1002035"/>
                  <a:pt x="802279" y="999091"/>
                </a:cubicBezTo>
                <a:cubicBezTo>
                  <a:pt x="802279" y="996148"/>
                  <a:pt x="804663" y="993762"/>
                  <a:pt x="807604" y="993762"/>
                </a:cubicBezTo>
                <a:close/>
                <a:moveTo>
                  <a:pt x="2881510" y="993663"/>
                </a:moveTo>
                <a:cubicBezTo>
                  <a:pt x="2884507" y="993663"/>
                  <a:pt x="2886936" y="996095"/>
                  <a:pt x="2886936" y="999093"/>
                </a:cubicBezTo>
                <a:cubicBezTo>
                  <a:pt x="2886936" y="1002090"/>
                  <a:pt x="2884507" y="1004520"/>
                  <a:pt x="2881510" y="1004520"/>
                </a:cubicBezTo>
                <a:cubicBezTo>
                  <a:pt x="2878513" y="1004520"/>
                  <a:pt x="2876084" y="1002090"/>
                  <a:pt x="2876084" y="999093"/>
                </a:cubicBezTo>
                <a:cubicBezTo>
                  <a:pt x="2876084" y="996095"/>
                  <a:pt x="2878513" y="993663"/>
                  <a:pt x="2881510" y="993663"/>
                </a:cubicBezTo>
                <a:close/>
                <a:moveTo>
                  <a:pt x="2766293" y="992609"/>
                </a:moveTo>
                <a:cubicBezTo>
                  <a:pt x="2769872" y="992609"/>
                  <a:pt x="2772772" y="995512"/>
                  <a:pt x="2772772" y="999091"/>
                </a:cubicBezTo>
                <a:cubicBezTo>
                  <a:pt x="2772772" y="1002670"/>
                  <a:pt x="2769872" y="1005574"/>
                  <a:pt x="2766293" y="1005574"/>
                </a:cubicBezTo>
                <a:cubicBezTo>
                  <a:pt x="2762715" y="1005574"/>
                  <a:pt x="2759815" y="1002670"/>
                  <a:pt x="2759815" y="999091"/>
                </a:cubicBezTo>
                <a:cubicBezTo>
                  <a:pt x="2759815" y="995512"/>
                  <a:pt x="2762715" y="992609"/>
                  <a:pt x="2766293" y="992609"/>
                </a:cubicBezTo>
                <a:close/>
                <a:moveTo>
                  <a:pt x="922821" y="992609"/>
                </a:moveTo>
                <a:cubicBezTo>
                  <a:pt x="926400" y="992609"/>
                  <a:pt x="929300" y="995512"/>
                  <a:pt x="929300" y="999091"/>
                </a:cubicBezTo>
                <a:cubicBezTo>
                  <a:pt x="929300" y="1002670"/>
                  <a:pt x="926400" y="1005574"/>
                  <a:pt x="922821" y="1005574"/>
                </a:cubicBezTo>
                <a:cubicBezTo>
                  <a:pt x="919243" y="1005574"/>
                  <a:pt x="916342" y="1002670"/>
                  <a:pt x="916342" y="999091"/>
                </a:cubicBezTo>
                <a:cubicBezTo>
                  <a:pt x="916342" y="995512"/>
                  <a:pt x="919243" y="992609"/>
                  <a:pt x="922821" y="992609"/>
                </a:cubicBezTo>
                <a:close/>
                <a:moveTo>
                  <a:pt x="2651076" y="991585"/>
                </a:moveTo>
                <a:cubicBezTo>
                  <a:pt x="2655221" y="991585"/>
                  <a:pt x="2658580" y="994944"/>
                  <a:pt x="2658580" y="999091"/>
                </a:cubicBezTo>
                <a:cubicBezTo>
                  <a:pt x="2658580" y="1003237"/>
                  <a:pt x="2655221" y="1006598"/>
                  <a:pt x="2651076" y="1006598"/>
                </a:cubicBezTo>
                <a:cubicBezTo>
                  <a:pt x="2646932" y="1006598"/>
                  <a:pt x="2643572" y="1003237"/>
                  <a:pt x="2643572" y="999091"/>
                </a:cubicBezTo>
                <a:cubicBezTo>
                  <a:pt x="2643572" y="994944"/>
                  <a:pt x="2646932" y="991585"/>
                  <a:pt x="2651076" y="991585"/>
                </a:cubicBezTo>
                <a:close/>
                <a:moveTo>
                  <a:pt x="1038038" y="991585"/>
                </a:moveTo>
                <a:cubicBezTo>
                  <a:pt x="1042183" y="991585"/>
                  <a:pt x="1045542" y="994944"/>
                  <a:pt x="1045542" y="999091"/>
                </a:cubicBezTo>
                <a:cubicBezTo>
                  <a:pt x="1045542" y="1003237"/>
                  <a:pt x="1042183" y="1006598"/>
                  <a:pt x="1038038" y="1006598"/>
                </a:cubicBezTo>
                <a:cubicBezTo>
                  <a:pt x="1033893" y="1006598"/>
                  <a:pt x="1030534" y="1003237"/>
                  <a:pt x="1030534" y="999091"/>
                </a:cubicBezTo>
                <a:cubicBezTo>
                  <a:pt x="1030534" y="994944"/>
                  <a:pt x="1033893" y="991585"/>
                  <a:pt x="1038038" y="991585"/>
                </a:cubicBezTo>
                <a:close/>
                <a:moveTo>
                  <a:pt x="2535859" y="990486"/>
                </a:moveTo>
                <a:cubicBezTo>
                  <a:pt x="2540611" y="990486"/>
                  <a:pt x="2544462" y="994339"/>
                  <a:pt x="2544462" y="999093"/>
                </a:cubicBezTo>
                <a:cubicBezTo>
                  <a:pt x="2544462" y="1003842"/>
                  <a:pt x="2540611" y="1007697"/>
                  <a:pt x="2535859" y="1007697"/>
                </a:cubicBezTo>
                <a:cubicBezTo>
                  <a:pt x="2531108" y="1007697"/>
                  <a:pt x="2527257" y="1003842"/>
                  <a:pt x="2527257" y="999093"/>
                </a:cubicBezTo>
                <a:cubicBezTo>
                  <a:pt x="2527257" y="994339"/>
                  <a:pt x="2531108" y="990486"/>
                  <a:pt x="2535859" y="990486"/>
                </a:cubicBezTo>
                <a:close/>
                <a:moveTo>
                  <a:pt x="1153255" y="990486"/>
                </a:moveTo>
                <a:cubicBezTo>
                  <a:pt x="1158006" y="990486"/>
                  <a:pt x="1161858" y="994339"/>
                  <a:pt x="1161858" y="999093"/>
                </a:cubicBezTo>
                <a:cubicBezTo>
                  <a:pt x="1161858" y="1003842"/>
                  <a:pt x="1158006" y="1007697"/>
                  <a:pt x="1153255" y="1007697"/>
                </a:cubicBezTo>
                <a:cubicBezTo>
                  <a:pt x="1148503" y="1007697"/>
                  <a:pt x="1144652" y="1003842"/>
                  <a:pt x="1144652" y="999093"/>
                </a:cubicBezTo>
                <a:cubicBezTo>
                  <a:pt x="1144652" y="994339"/>
                  <a:pt x="1148503" y="990486"/>
                  <a:pt x="1153255" y="990486"/>
                </a:cubicBezTo>
                <a:close/>
                <a:moveTo>
                  <a:pt x="2420643" y="989578"/>
                </a:moveTo>
                <a:cubicBezTo>
                  <a:pt x="2425894" y="989578"/>
                  <a:pt x="2430150" y="993839"/>
                  <a:pt x="2430150" y="999093"/>
                </a:cubicBezTo>
                <a:cubicBezTo>
                  <a:pt x="2430150" y="1004344"/>
                  <a:pt x="2425894" y="1008602"/>
                  <a:pt x="2420643" y="1008602"/>
                </a:cubicBezTo>
                <a:cubicBezTo>
                  <a:pt x="2415391" y="1008602"/>
                  <a:pt x="2411135" y="1004344"/>
                  <a:pt x="2411135" y="999093"/>
                </a:cubicBezTo>
                <a:cubicBezTo>
                  <a:pt x="2411135" y="993839"/>
                  <a:pt x="2415391" y="989578"/>
                  <a:pt x="2420643" y="989578"/>
                </a:cubicBezTo>
                <a:close/>
                <a:moveTo>
                  <a:pt x="1268472" y="989578"/>
                </a:moveTo>
                <a:cubicBezTo>
                  <a:pt x="1273723" y="989578"/>
                  <a:pt x="1277980" y="993839"/>
                  <a:pt x="1277980" y="999093"/>
                </a:cubicBezTo>
                <a:cubicBezTo>
                  <a:pt x="1277980" y="1004344"/>
                  <a:pt x="1273723" y="1008602"/>
                  <a:pt x="1268472" y="1008602"/>
                </a:cubicBezTo>
                <a:cubicBezTo>
                  <a:pt x="1263220" y="1008602"/>
                  <a:pt x="1258964" y="1004344"/>
                  <a:pt x="1258964" y="999093"/>
                </a:cubicBezTo>
                <a:cubicBezTo>
                  <a:pt x="1258964" y="993839"/>
                  <a:pt x="1263220" y="989578"/>
                  <a:pt x="1268472" y="989578"/>
                </a:cubicBezTo>
                <a:close/>
                <a:moveTo>
                  <a:pt x="2305426" y="988631"/>
                </a:moveTo>
                <a:cubicBezTo>
                  <a:pt x="2311201" y="988631"/>
                  <a:pt x="2315882" y="993314"/>
                  <a:pt x="2315882" y="999093"/>
                </a:cubicBezTo>
                <a:cubicBezTo>
                  <a:pt x="2315882" y="1004869"/>
                  <a:pt x="2311201" y="1009553"/>
                  <a:pt x="2305426" y="1009553"/>
                </a:cubicBezTo>
                <a:cubicBezTo>
                  <a:pt x="2299650" y="1009553"/>
                  <a:pt x="2294968" y="1004869"/>
                  <a:pt x="2294968" y="999093"/>
                </a:cubicBezTo>
                <a:cubicBezTo>
                  <a:pt x="2294968" y="993314"/>
                  <a:pt x="2299650" y="988631"/>
                  <a:pt x="2305426" y="988631"/>
                </a:cubicBezTo>
                <a:close/>
                <a:moveTo>
                  <a:pt x="1383689" y="988631"/>
                </a:moveTo>
                <a:cubicBezTo>
                  <a:pt x="1389464" y="988631"/>
                  <a:pt x="1394146" y="993314"/>
                  <a:pt x="1394146" y="999093"/>
                </a:cubicBezTo>
                <a:cubicBezTo>
                  <a:pt x="1394146" y="1004869"/>
                  <a:pt x="1389464" y="1009553"/>
                  <a:pt x="1383689" y="1009553"/>
                </a:cubicBezTo>
                <a:cubicBezTo>
                  <a:pt x="1377913" y="1009553"/>
                  <a:pt x="1373232" y="1004869"/>
                  <a:pt x="1373232" y="999093"/>
                </a:cubicBezTo>
                <a:cubicBezTo>
                  <a:pt x="1373232" y="993314"/>
                  <a:pt x="1377913" y="988631"/>
                  <a:pt x="1383689" y="988631"/>
                </a:cubicBezTo>
                <a:close/>
                <a:moveTo>
                  <a:pt x="2190209" y="987785"/>
                </a:moveTo>
                <a:cubicBezTo>
                  <a:pt x="2196452" y="987785"/>
                  <a:pt x="2201514" y="992846"/>
                  <a:pt x="2201514" y="999093"/>
                </a:cubicBezTo>
                <a:cubicBezTo>
                  <a:pt x="2201514" y="1005338"/>
                  <a:pt x="2196452" y="1010400"/>
                  <a:pt x="2190209" y="1010400"/>
                </a:cubicBezTo>
                <a:cubicBezTo>
                  <a:pt x="2183965" y="1010400"/>
                  <a:pt x="2178903" y="1005338"/>
                  <a:pt x="2178903" y="999093"/>
                </a:cubicBezTo>
                <a:cubicBezTo>
                  <a:pt x="2178903" y="992846"/>
                  <a:pt x="2183965" y="987785"/>
                  <a:pt x="2190209" y="987785"/>
                </a:cubicBezTo>
                <a:close/>
                <a:moveTo>
                  <a:pt x="1498906" y="987785"/>
                </a:moveTo>
                <a:cubicBezTo>
                  <a:pt x="1505150" y="987785"/>
                  <a:pt x="1510212" y="992846"/>
                  <a:pt x="1510212" y="999093"/>
                </a:cubicBezTo>
                <a:cubicBezTo>
                  <a:pt x="1510212" y="1005338"/>
                  <a:pt x="1505150" y="1010400"/>
                  <a:pt x="1498906" y="1010400"/>
                </a:cubicBezTo>
                <a:cubicBezTo>
                  <a:pt x="1492663" y="1010400"/>
                  <a:pt x="1487601" y="1005338"/>
                  <a:pt x="1487601" y="999093"/>
                </a:cubicBezTo>
                <a:cubicBezTo>
                  <a:pt x="1487601" y="992846"/>
                  <a:pt x="1492663" y="987785"/>
                  <a:pt x="1498906" y="987785"/>
                </a:cubicBezTo>
                <a:close/>
                <a:moveTo>
                  <a:pt x="2074992" y="987200"/>
                </a:moveTo>
                <a:cubicBezTo>
                  <a:pt x="2081557" y="987200"/>
                  <a:pt x="2086880" y="992525"/>
                  <a:pt x="2086880" y="999093"/>
                </a:cubicBezTo>
                <a:cubicBezTo>
                  <a:pt x="2086880" y="1005662"/>
                  <a:pt x="2081558" y="1010985"/>
                  <a:pt x="2074992" y="1010985"/>
                </a:cubicBezTo>
                <a:cubicBezTo>
                  <a:pt x="2068425" y="1010985"/>
                  <a:pt x="2063102" y="1005662"/>
                  <a:pt x="2063102" y="999093"/>
                </a:cubicBezTo>
                <a:cubicBezTo>
                  <a:pt x="2063102" y="992525"/>
                  <a:pt x="2068425" y="987200"/>
                  <a:pt x="2074992" y="987200"/>
                </a:cubicBezTo>
                <a:close/>
                <a:moveTo>
                  <a:pt x="1614123" y="987200"/>
                </a:moveTo>
                <a:cubicBezTo>
                  <a:pt x="1620689" y="987200"/>
                  <a:pt x="1626012" y="992525"/>
                  <a:pt x="1626012" y="999093"/>
                </a:cubicBezTo>
                <a:cubicBezTo>
                  <a:pt x="1626012" y="1005662"/>
                  <a:pt x="1620690" y="1010985"/>
                  <a:pt x="1614123" y="1010985"/>
                </a:cubicBezTo>
                <a:cubicBezTo>
                  <a:pt x="1607557" y="1010985"/>
                  <a:pt x="1602234" y="1005662"/>
                  <a:pt x="1602234" y="999093"/>
                </a:cubicBezTo>
                <a:cubicBezTo>
                  <a:pt x="1602234" y="992525"/>
                  <a:pt x="1607556" y="987200"/>
                  <a:pt x="1614123" y="987200"/>
                </a:cubicBezTo>
                <a:close/>
                <a:moveTo>
                  <a:pt x="1959774" y="986905"/>
                </a:moveTo>
                <a:cubicBezTo>
                  <a:pt x="1966505" y="986905"/>
                  <a:pt x="1971960" y="992359"/>
                  <a:pt x="1971960" y="999093"/>
                </a:cubicBezTo>
                <a:cubicBezTo>
                  <a:pt x="1971960" y="1005824"/>
                  <a:pt x="1966505" y="1011281"/>
                  <a:pt x="1959774" y="1011281"/>
                </a:cubicBezTo>
                <a:cubicBezTo>
                  <a:pt x="1953044" y="1011281"/>
                  <a:pt x="1947588" y="1005824"/>
                  <a:pt x="1947588" y="999093"/>
                </a:cubicBezTo>
                <a:cubicBezTo>
                  <a:pt x="1947588" y="992359"/>
                  <a:pt x="1953044" y="986905"/>
                  <a:pt x="1959774" y="986905"/>
                </a:cubicBezTo>
                <a:close/>
                <a:moveTo>
                  <a:pt x="1729340" y="986905"/>
                </a:moveTo>
                <a:cubicBezTo>
                  <a:pt x="1736071" y="986905"/>
                  <a:pt x="1741526" y="992359"/>
                  <a:pt x="1741526" y="999093"/>
                </a:cubicBezTo>
                <a:cubicBezTo>
                  <a:pt x="1741526" y="1005824"/>
                  <a:pt x="1736071" y="1011281"/>
                  <a:pt x="1729340" y="1011281"/>
                </a:cubicBezTo>
                <a:cubicBezTo>
                  <a:pt x="1722610" y="1011281"/>
                  <a:pt x="1717154" y="1005824"/>
                  <a:pt x="1717154" y="999093"/>
                </a:cubicBezTo>
                <a:cubicBezTo>
                  <a:pt x="1717154" y="992359"/>
                  <a:pt x="1722610" y="986905"/>
                  <a:pt x="1729340" y="986905"/>
                </a:cubicBezTo>
                <a:close/>
                <a:moveTo>
                  <a:pt x="1844558" y="986757"/>
                </a:moveTo>
                <a:cubicBezTo>
                  <a:pt x="1851370" y="986757"/>
                  <a:pt x="1856893" y="992275"/>
                  <a:pt x="1856893" y="999093"/>
                </a:cubicBezTo>
                <a:cubicBezTo>
                  <a:pt x="1856893" y="1005908"/>
                  <a:pt x="1851370" y="1011430"/>
                  <a:pt x="1844558" y="1011430"/>
                </a:cubicBezTo>
                <a:cubicBezTo>
                  <a:pt x="1837744" y="1011430"/>
                  <a:pt x="1832221" y="1005908"/>
                  <a:pt x="1832221" y="999093"/>
                </a:cubicBezTo>
                <a:cubicBezTo>
                  <a:pt x="1832221" y="992275"/>
                  <a:pt x="1837744" y="986757"/>
                  <a:pt x="1844558" y="986757"/>
                </a:cubicBezTo>
                <a:close/>
                <a:moveTo>
                  <a:pt x="3399987" y="898046"/>
                </a:moveTo>
                <a:cubicBezTo>
                  <a:pt x="3400692" y="898046"/>
                  <a:pt x="3401264" y="898619"/>
                  <a:pt x="3401264" y="899322"/>
                </a:cubicBezTo>
                <a:cubicBezTo>
                  <a:pt x="3401264" y="900026"/>
                  <a:pt x="3400692" y="900601"/>
                  <a:pt x="3399987" y="900601"/>
                </a:cubicBezTo>
                <a:cubicBezTo>
                  <a:pt x="3399281" y="900601"/>
                  <a:pt x="3398710" y="900026"/>
                  <a:pt x="3398710" y="899322"/>
                </a:cubicBezTo>
                <a:cubicBezTo>
                  <a:pt x="3398710" y="898619"/>
                  <a:pt x="3399281" y="898046"/>
                  <a:pt x="3399987" y="898046"/>
                </a:cubicBezTo>
                <a:close/>
                <a:moveTo>
                  <a:pt x="289128" y="898046"/>
                </a:moveTo>
                <a:cubicBezTo>
                  <a:pt x="289833" y="898046"/>
                  <a:pt x="290406" y="898619"/>
                  <a:pt x="290406" y="899322"/>
                </a:cubicBezTo>
                <a:cubicBezTo>
                  <a:pt x="290406" y="900026"/>
                  <a:pt x="289833" y="900601"/>
                  <a:pt x="289128" y="900601"/>
                </a:cubicBezTo>
                <a:cubicBezTo>
                  <a:pt x="288423" y="900601"/>
                  <a:pt x="287851" y="900026"/>
                  <a:pt x="287851" y="899322"/>
                </a:cubicBezTo>
                <a:cubicBezTo>
                  <a:pt x="287851" y="898619"/>
                  <a:pt x="288423" y="898046"/>
                  <a:pt x="289128" y="898046"/>
                </a:cubicBezTo>
                <a:close/>
                <a:moveTo>
                  <a:pt x="3284770" y="897439"/>
                </a:moveTo>
                <a:cubicBezTo>
                  <a:pt x="3285809" y="897439"/>
                  <a:pt x="3286652" y="898284"/>
                  <a:pt x="3286652" y="899324"/>
                </a:cubicBezTo>
                <a:cubicBezTo>
                  <a:pt x="3286652" y="900363"/>
                  <a:pt x="3285809" y="901203"/>
                  <a:pt x="3284770" y="901203"/>
                </a:cubicBezTo>
                <a:cubicBezTo>
                  <a:pt x="3283731" y="901203"/>
                  <a:pt x="3282888" y="900363"/>
                  <a:pt x="3282888" y="899324"/>
                </a:cubicBezTo>
                <a:cubicBezTo>
                  <a:pt x="3282888" y="898284"/>
                  <a:pt x="3283731" y="897439"/>
                  <a:pt x="3284770" y="897439"/>
                </a:cubicBezTo>
                <a:close/>
                <a:moveTo>
                  <a:pt x="404345" y="897439"/>
                </a:moveTo>
                <a:cubicBezTo>
                  <a:pt x="405384" y="897439"/>
                  <a:pt x="406226" y="898284"/>
                  <a:pt x="406226" y="899324"/>
                </a:cubicBezTo>
                <a:cubicBezTo>
                  <a:pt x="406226" y="900363"/>
                  <a:pt x="405384" y="901203"/>
                  <a:pt x="404345" y="901203"/>
                </a:cubicBezTo>
                <a:cubicBezTo>
                  <a:pt x="403306" y="901203"/>
                  <a:pt x="402463" y="900363"/>
                  <a:pt x="402463" y="899324"/>
                </a:cubicBezTo>
                <a:cubicBezTo>
                  <a:pt x="402463" y="898284"/>
                  <a:pt x="403306" y="897439"/>
                  <a:pt x="404345" y="897439"/>
                </a:cubicBezTo>
                <a:close/>
                <a:moveTo>
                  <a:pt x="3169553" y="896724"/>
                </a:moveTo>
                <a:cubicBezTo>
                  <a:pt x="3170989" y="896724"/>
                  <a:pt x="3172153" y="897887"/>
                  <a:pt x="3172153" y="899322"/>
                </a:cubicBezTo>
                <a:cubicBezTo>
                  <a:pt x="3172153" y="900758"/>
                  <a:pt x="3170988" y="901928"/>
                  <a:pt x="3169553" y="901928"/>
                </a:cubicBezTo>
                <a:cubicBezTo>
                  <a:pt x="3168117" y="901928"/>
                  <a:pt x="3166953" y="900758"/>
                  <a:pt x="3166953" y="899322"/>
                </a:cubicBezTo>
                <a:cubicBezTo>
                  <a:pt x="3166953" y="897887"/>
                  <a:pt x="3168118" y="896724"/>
                  <a:pt x="3169553" y="896724"/>
                </a:cubicBezTo>
                <a:close/>
                <a:moveTo>
                  <a:pt x="519562" y="896724"/>
                </a:moveTo>
                <a:cubicBezTo>
                  <a:pt x="520998" y="896724"/>
                  <a:pt x="522161" y="897887"/>
                  <a:pt x="522161" y="899322"/>
                </a:cubicBezTo>
                <a:cubicBezTo>
                  <a:pt x="522161" y="900758"/>
                  <a:pt x="520998" y="901928"/>
                  <a:pt x="519562" y="901928"/>
                </a:cubicBezTo>
                <a:cubicBezTo>
                  <a:pt x="518126" y="901928"/>
                  <a:pt x="516962" y="900758"/>
                  <a:pt x="516962" y="899322"/>
                </a:cubicBezTo>
                <a:cubicBezTo>
                  <a:pt x="516962" y="897887"/>
                  <a:pt x="518126" y="896724"/>
                  <a:pt x="519562" y="896724"/>
                </a:cubicBezTo>
                <a:close/>
                <a:moveTo>
                  <a:pt x="634779" y="895976"/>
                </a:moveTo>
                <a:cubicBezTo>
                  <a:pt x="636629" y="895976"/>
                  <a:pt x="638129" y="897472"/>
                  <a:pt x="638129" y="899322"/>
                </a:cubicBezTo>
                <a:cubicBezTo>
                  <a:pt x="638129" y="901175"/>
                  <a:pt x="636629" y="902673"/>
                  <a:pt x="634779" y="902673"/>
                </a:cubicBezTo>
                <a:cubicBezTo>
                  <a:pt x="632928" y="902673"/>
                  <a:pt x="631429" y="901175"/>
                  <a:pt x="631429" y="899322"/>
                </a:cubicBezTo>
                <a:cubicBezTo>
                  <a:pt x="631429" y="897472"/>
                  <a:pt x="632928" y="895976"/>
                  <a:pt x="634779" y="895976"/>
                </a:cubicBezTo>
                <a:close/>
                <a:moveTo>
                  <a:pt x="3054336" y="895893"/>
                </a:moveTo>
                <a:cubicBezTo>
                  <a:pt x="3056230" y="895893"/>
                  <a:pt x="3057766" y="897428"/>
                  <a:pt x="3057766" y="899322"/>
                </a:cubicBezTo>
                <a:cubicBezTo>
                  <a:pt x="3057766" y="901220"/>
                  <a:pt x="3056230" y="902756"/>
                  <a:pt x="3054336" y="902756"/>
                </a:cubicBezTo>
                <a:cubicBezTo>
                  <a:pt x="3052441" y="902756"/>
                  <a:pt x="3050905" y="901220"/>
                  <a:pt x="3050905" y="899322"/>
                </a:cubicBezTo>
                <a:cubicBezTo>
                  <a:pt x="3050905" y="897428"/>
                  <a:pt x="3052441" y="895893"/>
                  <a:pt x="3054336" y="895893"/>
                </a:cubicBezTo>
                <a:close/>
                <a:moveTo>
                  <a:pt x="2939119" y="895130"/>
                </a:moveTo>
                <a:cubicBezTo>
                  <a:pt x="2941435" y="895130"/>
                  <a:pt x="2943312" y="897008"/>
                  <a:pt x="2943312" y="899324"/>
                </a:cubicBezTo>
                <a:cubicBezTo>
                  <a:pt x="2943312" y="901642"/>
                  <a:pt x="2941435" y="903516"/>
                  <a:pt x="2939119" y="903516"/>
                </a:cubicBezTo>
                <a:cubicBezTo>
                  <a:pt x="2936804" y="903516"/>
                  <a:pt x="2934926" y="901642"/>
                  <a:pt x="2934926" y="899324"/>
                </a:cubicBezTo>
                <a:cubicBezTo>
                  <a:pt x="2934926" y="897008"/>
                  <a:pt x="2936804" y="895130"/>
                  <a:pt x="2939119" y="895130"/>
                </a:cubicBezTo>
                <a:close/>
                <a:moveTo>
                  <a:pt x="749996" y="895130"/>
                </a:moveTo>
                <a:cubicBezTo>
                  <a:pt x="752311" y="895130"/>
                  <a:pt x="754188" y="897008"/>
                  <a:pt x="754188" y="899324"/>
                </a:cubicBezTo>
                <a:cubicBezTo>
                  <a:pt x="754188" y="901642"/>
                  <a:pt x="752311" y="903516"/>
                  <a:pt x="749996" y="903516"/>
                </a:cubicBezTo>
                <a:cubicBezTo>
                  <a:pt x="747680" y="903516"/>
                  <a:pt x="745802" y="901642"/>
                  <a:pt x="745802" y="899324"/>
                </a:cubicBezTo>
                <a:cubicBezTo>
                  <a:pt x="745802" y="897008"/>
                  <a:pt x="747680" y="895130"/>
                  <a:pt x="749996" y="895130"/>
                </a:cubicBezTo>
                <a:close/>
                <a:moveTo>
                  <a:pt x="2823902" y="894197"/>
                </a:moveTo>
                <a:cubicBezTo>
                  <a:pt x="2826734" y="894197"/>
                  <a:pt x="2829030" y="896490"/>
                  <a:pt x="2829030" y="899322"/>
                </a:cubicBezTo>
                <a:cubicBezTo>
                  <a:pt x="2829030" y="902157"/>
                  <a:pt x="2826734" y="904453"/>
                  <a:pt x="2823902" y="904453"/>
                </a:cubicBezTo>
                <a:cubicBezTo>
                  <a:pt x="2821070" y="904453"/>
                  <a:pt x="2818775" y="902157"/>
                  <a:pt x="2818775" y="899322"/>
                </a:cubicBezTo>
                <a:cubicBezTo>
                  <a:pt x="2818775" y="896490"/>
                  <a:pt x="2821070" y="894197"/>
                  <a:pt x="2823902" y="894197"/>
                </a:cubicBezTo>
                <a:close/>
                <a:moveTo>
                  <a:pt x="865212" y="894197"/>
                </a:moveTo>
                <a:cubicBezTo>
                  <a:pt x="868044" y="894197"/>
                  <a:pt x="870340" y="896490"/>
                  <a:pt x="870340" y="899322"/>
                </a:cubicBezTo>
                <a:cubicBezTo>
                  <a:pt x="870340" y="902157"/>
                  <a:pt x="868044" y="904453"/>
                  <a:pt x="865212" y="904453"/>
                </a:cubicBezTo>
                <a:cubicBezTo>
                  <a:pt x="862380" y="904453"/>
                  <a:pt x="860084" y="902157"/>
                  <a:pt x="860084" y="899322"/>
                </a:cubicBezTo>
                <a:cubicBezTo>
                  <a:pt x="860084" y="896490"/>
                  <a:pt x="862380" y="894197"/>
                  <a:pt x="865212" y="894197"/>
                </a:cubicBezTo>
                <a:close/>
                <a:moveTo>
                  <a:pt x="2708684" y="893275"/>
                </a:moveTo>
                <a:cubicBezTo>
                  <a:pt x="2712024" y="893275"/>
                  <a:pt x="2714732" y="895985"/>
                  <a:pt x="2714732" y="899322"/>
                </a:cubicBezTo>
                <a:cubicBezTo>
                  <a:pt x="2714732" y="902664"/>
                  <a:pt x="2712024" y="905367"/>
                  <a:pt x="2708684" y="905367"/>
                </a:cubicBezTo>
                <a:cubicBezTo>
                  <a:pt x="2705345" y="905367"/>
                  <a:pt x="2702638" y="902664"/>
                  <a:pt x="2702638" y="899322"/>
                </a:cubicBezTo>
                <a:cubicBezTo>
                  <a:pt x="2702638" y="895985"/>
                  <a:pt x="2705345" y="893275"/>
                  <a:pt x="2708684" y="893275"/>
                </a:cubicBezTo>
                <a:close/>
                <a:moveTo>
                  <a:pt x="980429" y="893275"/>
                </a:moveTo>
                <a:cubicBezTo>
                  <a:pt x="983769" y="893275"/>
                  <a:pt x="986476" y="895985"/>
                  <a:pt x="986476" y="899322"/>
                </a:cubicBezTo>
                <a:cubicBezTo>
                  <a:pt x="986476" y="902664"/>
                  <a:pt x="983769" y="905367"/>
                  <a:pt x="980429" y="905367"/>
                </a:cubicBezTo>
                <a:cubicBezTo>
                  <a:pt x="977089" y="905367"/>
                  <a:pt x="974383" y="902664"/>
                  <a:pt x="974383" y="899322"/>
                </a:cubicBezTo>
                <a:cubicBezTo>
                  <a:pt x="974383" y="895985"/>
                  <a:pt x="977089" y="893275"/>
                  <a:pt x="980429" y="893275"/>
                </a:cubicBezTo>
                <a:close/>
                <a:moveTo>
                  <a:pt x="2593468" y="892282"/>
                </a:moveTo>
                <a:cubicBezTo>
                  <a:pt x="2597355" y="892282"/>
                  <a:pt x="2600508" y="895433"/>
                  <a:pt x="2600508" y="899322"/>
                </a:cubicBezTo>
                <a:cubicBezTo>
                  <a:pt x="2600508" y="903214"/>
                  <a:pt x="2597355" y="906363"/>
                  <a:pt x="2593468" y="906363"/>
                </a:cubicBezTo>
                <a:cubicBezTo>
                  <a:pt x="2589580" y="906363"/>
                  <a:pt x="2586428" y="903214"/>
                  <a:pt x="2586428" y="899322"/>
                </a:cubicBezTo>
                <a:cubicBezTo>
                  <a:pt x="2586428" y="895433"/>
                  <a:pt x="2589580" y="892282"/>
                  <a:pt x="2593468" y="892282"/>
                </a:cubicBezTo>
                <a:close/>
                <a:moveTo>
                  <a:pt x="1095647" y="892282"/>
                </a:moveTo>
                <a:cubicBezTo>
                  <a:pt x="1099534" y="892282"/>
                  <a:pt x="1102687" y="895433"/>
                  <a:pt x="1102687" y="899322"/>
                </a:cubicBezTo>
                <a:cubicBezTo>
                  <a:pt x="1102687" y="903214"/>
                  <a:pt x="1099534" y="906363"/>
                  <a:pt x="1095647" y="906363"/>
                </a:cubicBezTo>
                <a:cubicBezTo>
                  <a:pt x="1091759" y="906363"/>
                  <a:pt x="1088607" y="903214"/>
                  <a:pt x="1088607" y="899322"/>
                </a:cubicBezTo>
                <a:cubicBezTo>
                  <a:pt x="1088607" y="895433"/>
                  <a:pt x="1091759" y="892282"/>
                  <a:pt x="1095647" y="892282"/>
                </a:cubicBezTo>
                <a:close/>
                <a:moveTo>
                  <a:pt x="2478250" y="891460"/>
                </a:moveTo>
                <a:cubicBezTo>
                  <a:pt x="2482593" y="891460"/>
                  <a:pt x="2486113" y="894984"/>
                  <a:pt x="2486113" y="899322"/>
                </a:cubicBezTo>
                <a:cubicBezTo>
                  <a:pt x="2486113" y="903665"/>
                  <a:pt x="2482593" y="907189"/>
                  <a:pt x="2478250" y="907189"/>
                </a:cubicBezTo>
                <a:cubicBezTo>
                  <a:pt x="2473908" y="907189"/>
                  <a:pt x="2470388" y="903665"/>
                  <a:pt x="2470388" y="899322"/>
                </a:cubicBezTo>
                <a:cubicBezTo>
                  <a:pt x="2470388" y="894984"/>
                  <a:pt x="2473908" y="891460"/>
                  <a:pt x="2478250" y="891460"/>
                </a:cubicBezTo>
                <a:close/>
                <a:moveTo>
                  <a:pt x="1210863" y="891460"/>
                </a:moveTo>
                <a:cubicBezTo>
                  <a:pt x="1215206" y="891460"/>
                  <a:pt x="1218726" y="894984"/>
                  <a:pt x="1218726" y="899322"/>
                </a:cubicBezTo>
                <a:cubicBezTo>
                  <a:pt x="1218726" y="903665"/>
                  <a:pt x="1215206" y="907189"/>
                  <a:pt x="1210863" y="907189"/>
                </a:cubicBezTo>
                <a:cubicBezTo>
                  <a:pt x="1206521" y="907189"/>
                  <a:pt x="1203001" y="903665"/>
                  <a:pt x="1203001" y="899322"/>
                </a:cubicBezTo>
                <a:cubicBezTo>
                  <a:pt x="1203001" y="894984"/>
                  <a:pt x="1206521" y="891460"/>
                  <a:pt x="1210863" y="891460"/>
                </a:cubicBezTo>
                <a:close/>
                <a:moveTo>
                  <a:pt x="2363034" y="890594"/>
                </a:moveTo>
                <a:cubicBezTo>
                  <a:pt x="2367855" y="890594"/>
                  <a:pt x="2371764" y="894506"/>
                  <a:pt x="2371764" y="899322"/>
                </a:cubicBezTo>
                <a:cubicBezTo>
                  <a:pt x="2371764" y="904146"/>
                  <a:pt x="2367855" y="908055"/>
                  <a:pt x="2363034" y="908055"/>
                </a:cubicBezTo>
                <a:cubicBezTo>
                  <a:pt x="2358212" y="908055"/>
                  <a:pt x="2354304" y="904146"/>
                  <a:pt x="2354304" y="899322"/>
                </a:cubicBezTo>
                <a:cubicBezTo>
                  <a:pt x="2354304" y="894506"/>
                  <a:pt x="2358212" y="890594"/>
                  <a:pt x="2363034" y="890594"/>
                </a:cubicBezTo>
                <a:close/>
                <a:moveTo>
                  <a:pt x="1326080" y="890594"/>
                </a:moveTo>
                <a:cubicBezTo>
                  <a:pt x="1330901" y="890594"/>
                  <a:pt x="1334810" y="894506"/>
                  <a:pt x="1334810" y="899322"/>
                </a:cubicBezTo>
                <a:cubicBezTo>
                  <a:pt x="1334810" y="904146"/>
                  <a:pt x="1330901" y="908055"/>
                  <a:pt x="1326080" y="908055"/>
                </a:cubicBezTo>
                <a:cubicBezTo>
                  <a:pt x="1321259" y="908055"/>
                  <a:pt x="1317351" y="904146"/>
                  <a:pt x="1317351" y="899322"/>
                </a:cubicBezTo>
                <a:cubicBezTo>
                  <a:pt x="1317351" y="894506"/>
                  <a:pt x="1321259" y="890594"/>
                  <a:pt x="1326080" y="890594"/>
                </a:cubicBezTo>
                <a:close/>
                <a:moveTo>
                  <a:pt x="2247816" y="889816"/>
                </a:moveTo>
                <a:cubicBezTo>
                  <a:pt x="2253068" y="889816"/>
                  <a:pt x="2257324" y="894072"/>
                  <a:pt x="2257324" y="899324"/>
                </a:cubicBezTo>
                <a:cubicBezTo>
                  <a:pt x="2257324" y="904576"/>
                  <a:pt x="2253068" y="908833"/>
                  <a:pt x="2247816" y="908833"/>
                </a:cubicBezTo>
                <a:cubicBezTo>
                  <a:pt x="2242565" y="908833"/>
                  <a:pt x="2238309" y="904576"/>
                  <a:pt x="2238309" y="899324"/>
                </a:cubicBezTo>
                <a:cubicBezTo>
                  <a:pt x="2238309" y="894072"/>
                  <a:pt x="2242565" y="889816"/>
                  <a:pt x="2247816" y="889816"/>
                </a:cubicBezTo>
                <a:close/>
                <a:moveTo>
                  <a:pt x="1441297" y="889816"/>
                </a:moveTo>
                <a:cubicBezTo>
                  <a:pt x="1446549" y="889816"/>
                  <a:pt x="1450805" y="894072"/>
                  <a:pt x="1450805" y="899324"/>
                </a:cubicBezTo>
                <a:cubicBezTo>
                  <a:pt x="1450805" y="904576"/>
                  <a:pt x="1446549" y="908833"/>
                  <a:pt x="1441297" y="908833"/>
                </a:cubicBezTo>
                <a:cubicBezTo>
                  <a:pt x="1436046" y="908833"/>
                  <a:pt x="1431789" y="904576"/>
                  <a:pt x="1431789" y="899324"/>
                </a:cubicBezTo>
                <a:cubicBezTo>
                  <a:pt x="1431789" y="894072"/>
                  <a:pt x="1436046" y="889816"/>
                  <a:pt x="1441297" y="889816"/>
                </a:cubicBezTo>
                <a:close/>
                <a:moveTo>
                  <a:pt x="2132600" y="889278"/>
                </a:moveTo>
                <a:cubicBezTo>
                  <a:pt x="2138147" y="889278"/>
                  <a:pt x="2142645" y="893778"/>
                  <a:pt x="2142645" y="899322"/>
                </a:cubicBezTo>
                <a:cubicBezTo>
                  <a:pt x="2142645" y="904872"/>
                  <a:pt x="2138147" y="909368"/>
                  <a:pt x="2132600" y="909368"/>
                </a:cubicBezTo>
                <a:cubicBezTo>
                  <a:pt x="2127052" y="909368"/>
                  <a:pt x="2122555" y="904872"/>
                  <a:pt x="2122555" y="899322"/>
                </a:cubicBezTo>
                <a:cubicBezTo>
                  <a:pt x="2122555" y="893778"/>
                  <a:pt x="2127052" y="889278"/>
                  <a:pt x="2132600" y="889278"/>
                </a:cubicBezTo>
                <a:close/>
                <a:moveTo>
                  <a:pt x="1556514" y="889278"/>
                </a:moveTo>
                <a:cubicBezTo>
                  <a:pt x="1562062" y="889278"/>
                  <a:pt x="1566559" y="893778"/>
                  <a:pt x="1566559" y="899322"/>
                </a:cubicBezTo>
                <a:cubicBezTo>
                  <a:pt x="1566559" y="904872"/>
                  <a:pt x="1562062" y="909368"/>
                  <a:pt x="1556514" y="909368"/>
                </a:cubicBezTo>
                <a:cubicBezTo>
                  <a:pt x="1550967" y="909368"/>
                  <a:pt x="1546470" y="904872"/>
                  <a:pt x="1546470" y="899322"/>
                </a:cubicBezTo>
                <a:cubicBezTo>
                  <a:pt x="1546470" y="893778"/>
                  <a:pt x="1550967" y="889278"/>
                  <a:pt x="1556514" y="889278"/>
                </a:cubicBezTo>
                <a:close/>
                <a:moveTo>
                  <a:pt x="2017383" y="888867"/>
                </a:moveTo>
                <a:cubicBezTo>
                  <a:pt x="2023158" y="888867"/>
                  <a:pt x="2027839" y="893548"/>
                  <a:pt x="2027839" y="899324"/>
                </a:cubicBezTo>
                <a:cubicBezTo>
                  <a:pt x="2027839" y="905101"/>
                  <a:pt x="2023158" y="909783"/>
                  <a:pt x="2017383" y="909783"/>
                </a:cubicBezTo>
                <a:cubicBezTo>
                  <a:pt x="2011607" y="909783"/>
                  <a:pt x="2006925" y="905101"/>
                  <a:pt x="2006925" y="899324"/>
                </a:cubicBezTo>
                <a:cubicBezTo>
                  <a:pt x="2006925" y="893548"/>
                  <a:pt x="2011607" y="888867"/>
                  <a:pt x="2017383" y="888867"/>
                </a:cubicBezTo>
                <a:close/>
                <a:moveTo>
                  <a:pt x="1671732" y="888867"/>
                </a:moveTo>
                <a:cubicBezTo>
                  <a:pt x="1677507" y="888867"/>
                  <a:pt x="1682188" y="893548"/>
                  <a:pt x="1682188" y="899324"/>
                </a:cubicBezTo>
                <a:cubicBezTo>
                  <a:pt x="1682188" y="905101"/>
                  <a:pt x="1677507" y="909783"/>
                  <a:pt x="1671732" y="909783"/>
                </a:cubicBezTo>
                <a:cubicBezTo>
                  <a:pt x="1665956" y="909783"/>
                  <a:pt x="1661274" y="905101"/>
                  <a:pt x="1661274" y="899324"/>
                </a:cubicBezTo>
                <a:cubicBezTo>
                  <a:pt x="1661274" y="893548"/>
                  <a:pt x="1665956" y="888867"/>
                  <a:pt x="1671732" y="888867"/>
                </a:cubicBezTo>
                <a:close/>
                <a:moveTo>
                  <a:pt x="1902165" y="888588"/>
                </a:moveTo>
                <a:cubicBezTo>
                  <a:pt x="1908095" y="888588"/>
                  <a:pt x="1912902" y="893396"/>
                  <a:pt x="1912902" y="899322"/>
                </a:cubicBezTo>
                <a:cubicBezTo>
                  <a:pt x="1912902" y="905255"/>
                  <a:pt x="1908095" y="910061"/>
                  <a:pt x="1902165" y="910061"/>
                </a:cubicBezTo>
                <a:cubicBezTo>
                  <a:pt x="1896236" y="910061"/>
                  <a:pt x="1891429" y="905255"/>
                  <a:pt x="1891429" y="899322"/>
                </a:cubicBezTo>
                <a:cubicBezTo>
                  <a:pt x="1891429" y="893396"/>
                  <a:pt x="1896235" y="888588"/>
                  <a:pt x="1902165" y="888588"/>
                </a:cubicBezTo>
                <a:close/>
                <a:moveTo>
                  <a:pt x="1786949" y="888588"/>
                </a:moveTo>
                <a:cubicBezTo>
                  <a:pt x="1792878" y="888588"/>
                  <a:pt x="1797685" y="893396"/>
                  <a:pt x="1797685" y="899322"/>
                </a:cubicBezTo>
                <a:cubicBezTo>
                  <a:pt x="1797685" y="905255"/>
                  <a:pt x="1792878" y="910061"/>
                  <a:pt x="1786949" y="910061"/>
                </a:cubicBezTo>
                <a:cubicBezTo>
                  <a:pt x="1781019" y="910061"/>
                  <a:pt x="1776213" y="905255"/>
                  <a:pt x="1776213" y="899322"/>
                </a:cubicBezTo>
                <a:cubicBezTo>
                  <a:pt x="1776213" y="893396"/>
                  <a:pt x="1781019" y="888588"/>
                  <a:pt x="1786949" y="888588"/>
                </a:cubicBezTo>
                <a:close/>
                <a:moveTo>
                  <a:pt x="3342379" y="798259"/>
                </a:moveTo>
                <a:cubicBezTo>
                  <a:pt x="3343112" y="798259"/>
                  <a:pt x="3343706" y="798854"/>
                  <a:pt x="3343706" y="799587"/>
                </a:cubicBezTo>
                <a:cubicBezTo>
                  <a:pt x="3343706" y="800321"/>
                  <a:pt x="3343112" y="800915"/>
                  <a:pt x="3342379" y="800915"/>
                </a:cubicBezTo>
                <a:cubicBezTo>
                  <a:pt x="3341646" y="800915"/>
                  <a:pt x="3341052" y="800321"/>
                  <a:pt x="3341052" y="799587"/>
                </a:cubicBezTo>
                <a:cubicBezTo>
                  <a:pt x="3341052" y="798854"/>
                  <a:pt x="3341646" y="798259"/>
                  <a:pt x="3342379" y="798259"/>
                </a:cubicBezTo>
                <a:close/>
                <a:moveTo>
                  <a:pt x="346736" y="798257"/>
                </a:moveTo>
                <a:cubicBezTo>
                  <a:pt x="347469" y="798257"/>
                  <a:pt x="348063" y="798854"/>
                  <a:pt x="348063" y="799585"/>
                </a:cubicBezTo>
                <a:cubicBezTo>
                  <a:pt x="348063" y="800318"/>
                  <a:pt x="347469" y="800914"/>
                  <a:pt x="346736" y="800914"/>
                </a:cubicBezTo>
                <a:cubicBezTo>
                  <a:pt x="346003" y="800914"/>
                  <a:pt x="345409" y="800318"/>
                  <a:pt x="345409" y="799585"/>
                </a:cubicBezTo>
                <a:cubicBezTo>
                  <a:pt x="345409" y="798854"/>
                  <a:pt x="346003" y="798257"/>
                  <a:pt x="346736" y="798257"/>
                </a:cubicBezTo>
                <a:close/>
                <a:moveTo>
                  <a:pt x="461953" y="797771"/>
                </a:moveTo>
                <a:cubicBezTo>
                  <a:pt x="462961" y="797771"/>
                  <a:pt x="463776" y="798586"/>
                  <a:pt x="463776" y="799593"/>
                </a:cubicBezTo>
                <a:cubicBezTo>
                  <a:pt x="463776" y="800599"/>
                  <a:pt x="462961" y="801415"/>
                  <a:pt x="461953" y="801415"/>
                </a:cubicBezTo>
                <a:cubicBezTo>
                  <a:pt x="460948" y="801415"/>
                  <a:pt x="460132" y="800599"/>
                  <a:pt x="460132" y="799593"/>
                </a:cubicBezTo>
                <a:cubicBezTo>
                  <a:pt x="460132" y="798586"/>
                  <a:pt x="460948" y="797771"/>
                  <a:pt x="461953" y="797771"/>
                </a:cubicBezTo>
                <a:close/>
                <a:moveTo>
                  <a:pt x="3227162" y="797710"/>
                </a:moveTo>
                <a:cubicBezTo>
                  <a:pt x="3228200" y="797710"/>
                  <a:pt x="3229043" y="798554"/>
                  <a:pt x="3229043" y="799594"/>
                </a:cubicBezTo>
                <a:cubicBezTo>
                  <a:pt x="3229043" y="800634"/>
                  <a:pt x="3228200" y="801476"/>
                  <a:pt x="3227162" y="801476"/>
                </a:cubicBezTo>
                <a:cubicBezTo>
                  <a:pt x="3226122" y="801476"/>
                  <a:pt x="3225280" y="800634"/>
                  <a:pt x="3225280" y="799594"/>
                </a:cubicBezTo>
                <a:cubicBezTo>
                  <a:pt x="3225280" y="798554"/>
                  <a:pt x="3226122" y="797710"/>
                  <a:pt x="3227162" y="797710"/>
                </a:cubicBezTo>
                <a:close/>
                <a:moveTo>
                  <a:pt x="3111945" y="797065"/>
                </a:moveTo>
                <a:cubicBezTo>
                  <a:pt x="3113342" y="797065"/>
                  <a:pt x="3114475" y="798198"/>
                  <a:pt x="3114475" y="799596"/>
                </a:cubicBezTo>
                <a:cubicBezTo>
                  <a:pt x="3114475" y="800993"/>
                  <a:pt x="3113342" y="802126"/>
                  <a:pt x="3111945" y="802126"/>
                </a:cubicBezTo>
                <a:cubicBezTo>
                  <a:pt x="3110548" y="802126"/>
                  <a:pt x="3109415" y="800993"/>
                  <a:pt x="3109415" y="799596"/>
                </a:cubicBezTo>
                <a:cubicBezTo>
                  <a:pt x="3109415" y="798198"/>
                  <a:pt x="3110548" y="797065"/>
                  <a:pt x="3111945" y="797065"/>
                </a:cubicBezTo>
                <a:close/>
                <a:moveTo>
                  <a:pt x="577170" y="797065"/>
                </a:moveTo>
                <a:cubicBezTo>
                  <a:pt x="578568" y="797065"/>
                  <a:pt x="579701" y="798195"/>
                  <a:pt x="579701" y="799594"/>
                </a:cubicBezTo>
                <a:cubicBezTo>
                  <a:pt x="579701" y="800992"/>
                  <a:pt x="578568" y="802124"/>
                  <a:pt x="577170" y="802124"/>
                </a:cubicBezTo>
                <a:cubicBezTo>
                  <a:pt x="575775" y="802124"/>
                  <a:pt x="574641" y="800992"/>
                  <a:pt x="574641" y="799594"/>
                </a:cubicBezTo>
                <a:cubicBezTo>
                  <a:pt x="574641" y="798195"/>
                  <a:pt x="575775" y="797065"/>
                  <a:pt x="577170" y="797065"/>
                </a:cubicBezTo>
                <a:close/>
                <a:moveTo>
                  <a:pt x="2996727" y="796330"/>
                </a:moveTo>
                <a:cubicBezTo>
                  <a:pt x="2998534" y="796330"/>
                  <a:pt x="2999998" y="797789"/>
                  <a:pt x="2999998" y="799599"/>
                </a:cubicBezTo>
                <a:cubicBezTo>
                  <a:pt x="2999998" y="801406"/>
                  <a:pt x="2998534" y="802869"/>
                  <a:pt x="2996727" y="802869"/>
                </a:cubicBezTo>
                <a:cubicBezTo>
                  <a:pt x="2994920" y="802869"/>
                  <a:pt x="2993456" y="801406"/>
                  <a:pt x="2993456" y="799599"/>
                </a:cubicBezTo>
                <a:cubicBezTo>
                  <a:pt x="2993456" y="797789"/>
                  <a:pt x="2994920" y="796330"/>
                  <a:pt x="2996727" y="796330"/>
                </a:cubicBezTo>
                <a:close/>
                <a:moveTo>
                  <a:pt x="692388" y="796324"/>
                </a:moveTo>
                <a:cubicBezTo>
                  <a:pt x="694194" y="796324"/>
                  <a:pt x="695658" y="797787"/>
                  <a:pt x="695658" y="799599"/>
                </a:cubicBezTo>
                <a:cubicBezTo>
                  <a:pt x="695658" y="801406"/>
                  <a:pt x="694194" y="802869"/>
                  <a:pt x="692388" y="802869"/>
                </a:cubicBezTo>
                <a:cubicBezTo>
                  <a:pt x="690581" y="802869"/>
                  <a:pt x="689116" y="801406"/>
                  <a:pt x="689116" y="799599"/>
                </a:cubicBezTo>
                <a:cubicBezTo>
                  <a:pt x="689116" y="797787"/>
                  <a:pt x="690581" y="796324"/>
                  <a:pt x="692388" y="796324"/>
                </a:cubicBezTo>
                <a:close/>
                <a:moveTo>
                  <a:pt x="2881510" y="795580"/>
                </a:moveTo>
                <a:cubicBezTo>
                  <a:pt x="2883729" y="795580"/>
                  <a:pt x="2885528" y="797376"/>
                  <a:pt x="2885528" y="799599"/>
                </a:cubicBezTo>
                <a:cubicBezTo>
                  <a:pt x="2885528" y="801817"/>
                  <a:pt x="2883729" y="803613"/>
                  <a:pt x="2881510" y="803613"/>
                </a:cubicBezTo>
                <a:cubicBezTo>
                  <a:pt x="2879292" y="803613"/>
                  <a:pt x="2877494" y="801817"/>
                  <a:pt x="2877494" y="799599"/>
                </a:cubicBezTo>
                <a:cubicBezTo>
                  <a:pt x="2877494" y="797376"/>
                  <a:pt x="2879292" y="795580"/>
                  <a:pt x="2881510" y="795580"/>
                </a:cubicBezTo>
                <a:close/>
                <a:moveTo>
                  <a:pt x="807604" y="795578"/>
                </a:moveTo>
                <a:cubicBezTo>
                  <a:pt x="809823" y="795578"/>
                  <a:pt x="811621" y="797376"/>
                  <a:pt x="811621" y="799599"/>
                </a:cubicBezTo>
                <a:cubicBezTo>
                  <a:pt x="811621" y="801817"/>
                  <a:pt x="809823" y="803613"/>
                  <a:pt x="807604" y="803613"/>
                </a:cubicBezTo>
                <a:cubicBezTo>
                  <a:pt x="805385" y="803613"/>
                  <a:pt x="803587" y="801817"/>
                  <a:pt x="803587" y="799599"/>
                </a:cubicBezTo>
                <a:cubicBezTo>
                  <a:pt x="803587" y="797376"/>
                  <a:pt x="805385" y="795578"/>
                  <a:pt x="807604" y="795578"/>
                </a:cubicBezTo>
                <a:close/>
                <a:moveTo>
                  <a:pt x="2766294" y="794759"/>
                </a:moveTo>
                <a:cubicBezTo>
                  <a:pt x="2768965" y="794759"/>
                  <a:pt x="2771131" y="796929"/>
                  <a:pt x="2771131" y="799599"/>
                </a:cubicBezTo>
                <a:cubicBezTo>
                  <a:pt x="2771131" y="802273"/>
                  <a:pt x="2768965" y="804433"/>
                  <a:pt x="2766294" y="804433"/>
                </a:cubicBezTo>
                <a:cubicBezTo>
                  <a:pt x="2763622" y="804433"/>
                  <a:pt x="2761456" y="802273"/>
                  <a:pt x="2761456" y="799599"/>
                </a:cubicBezTo>
                <a:cubicBezTo>
                  <a:pt x="2761456" y="796929"/>
                  <a:pt x="2763622" y="794759"/>
                  <a:pt x="2766294" y="794759"/>
                </a:cubicBezTo>
                <a:close/>
                <a:moveTo>
                  <a:pt x="922821" y="794759"/>
                </a:moveTo>
                <a:cubicBezTo>
                  <a:pt x="925492" y="794759"/>
                  <a:pt x="927658" y="796929"/>
                  <a:pt x="927658" y="799599"/>
                </a:cubicBezTo>
                <a:cubicBezTo>
                  <a:pt x="927658" y="802273"/>
                  <a:pt x="925492" y="804433"/>
                  <a:pt x="922821" y="804433"/>
                </a:cubicBezTo>
                <a:cubicBezTo>
                  <a:pt x="920149" y="804433"/>
                  <a:pt x="917983" y="802273"/>
                  <a:pt x="917983" y="799599"/>
                </a:cubicBezTo>
                <a:cubicBezTo>
                  <a:pt x="917983" y="796929"/>
                  <a:pt x="920149" y="794759"/>
                  <a:pt x="922821" y="794759"/>
                </a:cubicBezTo>
                <a:close/>
                <a:moveTo>
                  <a:pt x="2651076" y="793969"/>
                </a:moveTo>
                <a:cubicBezTo>
                  <a:pt x="2654185" y="793969"/>
                  <a:pt x="2656705" y="796490"/>
                  <a:pt x="2656705" y="799599"/>
                </a:cubicBezTo>
                <a:cubicBezTo>
                  <a:pt x="2656705" y="802709"/>
                  <a:pt x="2654185" y="805228"/>
                  <a:pt x="2651076" y="805228"/>
                </a:cubicBezTo>
                <a:cubicBezTo>
                  <a:pt x="2647967" y="805228"/>
                  <a:pt x="2645447" y="802709"/>
                  <a:pt x="2645447" y="799599"/>
                </a:cubicBezTo>
                <a:cubicBezTo>
                  <a:pt x="2645447" y="796490"/>
                  <a:pt x="2647968" y="793969"/>
                  <a:pt x="2651076" y="793969"/>
                </a:cubicBezTo>
                <a:close/>
                <a:moveTo>
                  <a:pt x="1038038" y="793969"/>
                </a:moveTo>
                <a:cubicBezTo>
                  <a:pt x="1041147" y="793969"/>
                  <a:pt x="1043667" y="796490"/>
                  <a:pt x="1043667" y="799599"/>
                </a:cubicBezTo>
                <a:cubicBezTo>
                  <a:pt x="1043667" y="802709"/>
                  <a:pt x="1041147" y="805228"/>
                  <a:pt x="1038038" y="805228"/>
                </a:cubicBezTo>
                <a:cubicBezTo>
                  <a:pt x="1034929" y="805228"/>
                  <a:pt x="1032409" y="802709"/>
                  <a:pt x="1032409" y="799599"/>
                </a:cubicBezTo>
                <a:cubicBezTo>
                  <a:pt x="1032409" y="796490"/>
                  <a:pt x="1034929" y="793969"/>
                  <a:pt x="1038038" y="793969"/>
                </a:cubicBezTo>
                <a:close/>
                <a:moveTo>
                  <a:pt x="2535859" y="793120"/>
                </a:moveTo>
                <a:cubicBezTo>
                  <a:pt x="2539438" y="793120"/>
                  <a:pt x="2542338" y="796018"/>
                  <a:pt x="2542338" y="799599"/>
                </a:cubicBezTo>
                <a:cubicBezTo>
                  <a:pt x="2542338" y="803174"/>
                  <a:pt x="2539438" y="806077"/>
                  <a:pt x="2535859" y="806077"/>
                </a:cubicBezTo>
                <a:cubicBezTo>
                  <a:pt x="2532281" y="806077"/>
                  <a:pt x="2529380" y="803174"/>
                  <a:pt x="2529380" y="799599"/>
                </a:cubicBezTo>
                <a:cubicBezTo>
                  <a:pt x="2529380" y="796018"/>
                  <a:pt x="2532281" y="793120"/>
                  <a:pt x="2535859" y="793120"/>
                </a:cubicBezTo>
                <a:close/>
                <a:moveTo>
                  <a:pt x="1153255" y="793120"/>
                </a:moveTo>
                <a:cubicBezTo>
                  <a:pt x="1156834" y="793120"/>
                  <a:pt x="1159734" y="796018"/>
                  <a:pt x="1159734" y="799599"/>
                </a:cubicBezTo>
                <a:cubicBezTo>
                  <a:pt x="1159734" y="803174"/>
                  <a:pt x="1156834" y="806077"/>
                  <a:pt x="1153255" y="806077"/>
                </a:cubicBezTo>
                <a:cubicBezTo>
                  <a:pt x="1149677" y="806077"/>
                  <a:pt x="1146776" y="803174"/>
                  <a:pt x="1146776" y="799599"/>
                </a:cubicBezTo>
                <a:cubicBezTo>
                  <a:pt x="1146776" y="796018"/>
                  <a:pt x="1149677" y="793120"/>
                  <a:pt x="1153255" y="793120"/>
                </a:cubicBezTo>
                <a:close/>
                <a:moveTo>
                  <a:pt x="2420642" y="792328"/>
                </a:moveTo>
                <a:cubicBezTo>
                  <a:pt x="2424657" y="792328"/>
                  <a:pt x="2427913" y="795581"/>
                  <a:pt x="2427913" y="799599"/>
                </a:cubicBezTo>
                <a:cubicBezTo>
                  <a:pt x="2427913" y="803612"/>
                  <a:pt x="2424657" y="806868"/>
                  <a:pt x="2420642" y="806868"/>
                </a:cubicBezTo>
                <a:cubicBezTo>
                  <a:pt x="2416628" y="806868"/>
                  <a:pt x="2413372" y="803612"/>
                  <a:pt x="2413372" y="799599"/>
                </a:cubicBezTo>
                <a:cubicBezTo>
                  <a:pt x="2413372" y="795581"/>
                  <a:pt x="2416628" y="792328"/>
                  <a:pt x="2420642" y="792328"/>
                </a:cubicBezTo>
                <a:close/>
                <a:moveTo>
                  <a:pt x="1268472" y="792328"/>
                </a:moveTo>
                <a:cubicBezTo>
                  <a:pt x="1272487" y="792328"/>
                  <a:pt x="1275742" y="795581"/>
                  <a:pt x="1275742" y="799599"/>
                </a:cubicBezTo>
                <a:cubicBezTo>
                  <a:pt x="1275742" y="803612"/>
                  <a:pt x="1272487" y="806868"/>
                  <a:pt x="1268472" y="806868"/>
                </a:cubicBezTo>
                <a:cubicBezTo>
                  <a:pt x="1264457" y="806868"/>
                  <a:pt x="1261202" y="803612"/>
                  <a:pt x="1261202" y="799599"/>
                </a:cubicBezTo>
                <a:cubicBezTo>
                  <a:pt x="1261202" y="795581"/>
                  <a:pt x="1264457" y="792328"/>
                  <a:pt x="1268472" y="792328"/>
                </a:cubicBezTo>
                <a:close/>
                <a:moveTo>
                  <a:pt x="2305425" y="791614"/>
                </a:moveTo>
                <a:cubicBezTo>
                  <a:pt x="2309834" y="791614"/>
                  <a:pt x="2313409" y="795188"/>
                  <a:pt x="2313409" y="799599"/>
                </a:cubicBezTo>
                <a:cubicBezTo>
                  <a:pt x="2313409" y="804007"/>
                  <a:pt x="2309834" y="807582"/>
                  <a:pt x="2305425" y="807582"/>
                </a:cubicBezTo>
                <a:cubicBezTo>
                  <a:pt x="2301016" y="807582"/>
                  <a:pt x="2297441" y="804007"/>
                  <a:pt x="2297441" y="799599"/>
                </a:cubicBezTo>
                <a:cubicBezTo>
                  <a:pt x="2297441" y="795188"/>
                  <a:pt x="2301016" y="791614"/>
                  <a:pt x="2305425" y="791614"/>
                </a:cubicBezTo>
                <a:close/>
                <a:moveTo>
                  <a:pt x="1383689" y="791614"/>
                </a:moveTo>
                <a:cubicBezTo>
                  <a:pt x="1388099" y="791614"/>
                  <a:pt x="1391673" y="795188"/>
                  <a:pt x="1391673" y="799599"/>
                </a:cubicBezTo>
                <a:cubicBezTo>
                  <a:pt x="1391673" y="804007"/>
                  <a:pt x="1388099" y="807582"/>
                  <a:pt x="1383689" y="807582"/>
                </a:cubicBezTo>
                <a:cubicBezTo>
                  <a:pt x="1379280" y="807582"/>
                  <a:pt x="1375706" y="804007"/>
                  <a:pt x="1375706" y="799599"/>
                </a:cubicBezTo>
                <a:cubicBezTo>
                  <a:pt x="1375706" y="795188"/>
                  <a:pt x="1379280" y="791614"/>
                  <a:pt x="1383689" y="791614"/>
                </a:cubicBezTo>
                <a:close/>
                <a:moveTo>
                  <a:pt x="2190209" y="791118"/>
                </a:moveTo>
                <a:cubicBezTo>
                  <a:pt x="2194891" y="791118"/>
                  <a:pt x="2198686" y="794917"/>
                  <a:pt x="2198686" y="799599"/>
                </a:cubicBezTo>
                <a:cubicBezTo>
                  <a:pt x="2198686" y="804282"/>
                  <a:pt x="2194891" y="808073"/>
                  <a:pt x="2190209" y="808073"/>
                </a:cubicBezTo>
                <a:cubicBezTo>
                  <a:pt x="2185527" y="808073"/>
                  <a:pt x="2181731" y="804282"/>
                  <a:pt x="2181731" y="799599"/>
                </a:cubicBezTo>
                <a:cubicBezTo>
                  <a:pt x="2181731" y="794917"/>
                  <a:pt x="2185527" y="791118"/>
                  <a:pt x="2190209" y="791118"/>
                </a:cubicBezTo>
                <a:close/>
                <a:moveTo>
                  <a:pt x="1498906" y="791118"/>
                </a:moveTo>
                <a:cubicBezTo>
                  <a:pt x="1503588" y="791118"/>
                  <a:pt x="1507383" y="794917"/>
                  <a:pt x="1507383" y="799599"/>
                </a:cubicBezTo>
                <a:cubicBezTo>
                  <a:pt x="1507383" y="804282"/>
                  <a:pt x="1503588" y="808073"/>
                  <a:pt x="1498906" y="808073"/>
                </a:cubicBezTo>
                <a:cubicBezTo>
                  <a:pt x="1494224" y="808073"/>
                  <a:pt x="1490429" y="804282"/>
                  <a:pt x="1490429" y="799599"/>
                </a:cubicBezTo>
                <a:cubicBezTo>
                  <a:pt x="1490429" y="794917"/>
                  <a:pt x="1494224" y="791118"/>
                  <a:pt x="1498906" y="791118"/>
                </a:cubicBezTo>
                <a:close/>
                <a:moveTo>
                  <a:pt x="2074992" y="790612"/>
                </a:moveTo>
                <a:cubicBezTo>
                  <a:pt x="2079954" y="790612"/>
                  <a:pt x="2083977" y="794634"/>
                  <a:pt x="2083977" y="799599"/>
                </a:cubicBezTo>
                <a:cubicBezTo>
                  <a:pt x="2083977" y="804560"/>
                  <a:pt x="2079954" y="808583"/>
                  <a:pt x="2074992" y="808583"/>
                </a:cubicBezTo>
                <a:cubicBezTo>
                  <a:pt x="2070029" y="808583"/>
                  <a:pt x="2066006" y="804560"/>
                  <a:pt x="2066006" y="799599"/>
                </a:cubicBezTo>
                <a:cubicBezTo>
                  <a:pt x="2066006" y="794634"/>
                  <a:pt x="2070029" y="790612"/>
                  <a:pt x="2074992" y="790612"/>
                </a:cubicBezTo>
                <a:close/>
                <a:moveTo>
                  <a:pt x="1614123" y="790612"/>
                </a:moveTo>
                <a:cubicBezTo>
                  <a:pt x="1619085" y="790612"/>
                  <a:pt x="1623109" y="794634"/>
                  <a:pt x="1623109" y="799599"/>
                </a:cubicBezTo>
                <a:cubicBezTo>
                  <a:pt x="1623109" y="804560"/>
                  <a:pt x="1619085" y="808583"/>
                  <a:pt x="1614123" y="808583"/>
                </a:cubicBezTo>
                <a:cubicBezTo>
                  <a:pt x="1609161" y="808583"/>
                  <a:pt x="1605138" y="804560"/>
                  <a:pt x="1605138" y="799599"/>
                </a:cubicBezTo>
                <a:cubicBezTo>
                  <a:pt x="1605138" y="794634"/>
                  <a:pt x="1609161" y="790612"/>
                  <a:pt x="1614123" y="790612"/>
                </a:cubicBezTo>
                <a:close/>
                <a:moveTo>
                  <a:pt x="1959774" y="790351"/>
                </a:moveTo>
                <a:cubicBezTo>
                  <a:pt x="1964880" y="790351"/>
                  <a:pt x="1969020" y="794492"/>
                  <a:pt x="1969020" y="799599"/>
                </a:cubicBezTo>
                <a:cubicBezTo>
                  <a:pt x="1969020" y="804704"/>
                  <a:pt x="1964880" y="808841"/>
                  <a:pt x="1959774" y="808841"/>
                </a:cubicBezTo>
                <a:cubicBezTo>
                  <a:pt x="1954668" y="808841"/>
                  <a:pt x="1950530" y="804704"/>
                  <a:pt x="1950530" y="799599"/>
                </a:cubicBezTo>
                <a:cubicBezTo>
                  <a:pt x="1950530" y="794492"/>
                  <a:pt x="1954668" y="790351"/>
                  <a:pt x="1959774" y="790351"/>
                </a:cubicBezTo>
                <a:close/>
                <a:moveTo>
                  <a:pt x="1844558" y="790351"/>
                </a:moveTo>
                <a:cubicBezTo>
                  <a:pt x="1849663" y="790351"/>
                  <a:pt x="1853803" y="794492"/>
                  <a:pt x="1853803" y="799599"/>
                </a:cubicBezTo>
                <a:cubicBezTo>
                  <a:pt x="1853803" y="804704"/>
                  <a:pt x="1849663" y="808841"/>
                  <a:pt x="1844558" y="808841"/>
                </a:cubicBezTo>
                <a:cubicBezTo>
                  <a:pt x="1839451" y="808841"/>
                  <a:pt x="1835312" y="804704"/>
                  <a:pt x="1835312" y="799599"/>
                </a:cubicBezTo>
                <a:cubicBezTo>
                  <a:pt x="1835312" y="794492"/>
                  <a:pt x="1839451" y="790351"/>
                  <a:pt x="1844558" y="790351"/>
                </a:cubicBezTo>
                <a:close/>
                <a:moveTo>
                  <a:pt x="1729340" y="790351"/>
                </a:moveTo>
                <a:cubicBezTo>
                  <a:pt x="1734446" y="790351"/>
                  <a:pt x="1738586" y="794492"/>
                  <a:pt x="1738586" y="799599"/>
                </a:cubicBezTo>
                <a:cubicBezTo>
                  <a:pt x="1738586" y="804704"/>
                  <a:pt x="1734446" y="808841"/>
                  <a:pt x="1729340" y="808841"/>
                </a:cubicBezTo>
                <a:cubicBezTo>
                  <a:pt x="1724234" y="808841"/>
                  <a:pt x="1720095" y="804704"/>
                  <a:pt x="1720095" y="799599"/>
                </a:cubicBezTo>
                <a:cubicBezTo>
                  <a:pt x="1720095" y="794492"/>
                  <a:pt x="1724234" y="790351"/>
                  <a:pt x="1729340" y="790351"/>
                </a:cubicBezTo>
                <a:close/>
                <a:moveTo>
                  <a:pt x="3284770" y="698578"/>
                </a:moveTo>
                <a:cubicBezTo>
                  <a:pt x="3285448" y="698578"/>
                  <a:pt x="3285997" y="699130"/>
                  <a:pt x="3285997" y="699807"/>
                </a:cubicBezTo>
                <a:cubicBezTo>
                  <a:pt x="3285997" y="700485"/>
                  <a:pt x="3285448" y="701034"/>
                  <a:pt x="3284770" y="701034"/>
                </a:cubicBezTo>
                <a:cubicBezTo>
                  <a:pt x="3284093" y="701034"/>
                  <a:pt x="3283543" y="700485"/>
                  <a:pt x="3283543" y="699807"/>
                </a:cubicBezTo>
                <a:cubicBezTo>
                  <a:pt x="3283543" y="699130"/>
                  <a:pt x="3284093" y="698578"/>
                  <a:pt x="3284770" y="698578"/>
                </a:cubicBezTo>
                <a:close/>
                <a:moveTo>
                  <a:pt x="404345" y="698576"/>
                </a:moveTo>
                <a:cubicBezTo>
                  <a:pt x="405023" y="698576"/>
                  <a:pt x="405572" y="699127"/>
                  <a:pt x="405572" y="699805"/>
                </a:cubicBezTo>
                <a:cubicBezTo>
                  <a:pt x="405572" y="700483"/>
                  <a:pt x="405023" y="701032"/>
                  <a:pt x="404345" y="701032"/>
                </a:cubicBezTo>
                <a:cubicBezTo>
                  <a:pt x="403667" y="701032"/>
                  <a:pt x="403117" y="700483"/>
                  <a:pt x="403117" y="699805"/>
                </a:cubicBezTo>
                <a:cubicBezTo>
                  <a:pt x="403117" y="699127"/>
                  <a:pt x="403667" y="698576"/>
                  <a:pt x="404345" y="698576"/>
                </a:cubicBezTo>
                <a:close/>
                <a:moveTo>
                  <a:pt x="3169553" y="698050"/>
                </a:moveTo>
                <a:cubicBezTo>
                  <a:pt x="3170527" y="698050"/>
                  <a:pt x="3171316" y="698839"/>
                  <a:pt x="3171316" y="699813"/>
                </a:cubicBezTo>
                <a:cubicBezTo>
                  <a:pt x="3171316" y="700786"/>
                  <a:pt x="3170527" y="701576"/>
                  <a:pt x="3169553" y="701576"/>
                </a:cubicBezTo>
                <a:cubicBezTo>
                  <a:pt x="3168579" y="701576"/>
                  <a:pt x="3167789" y="700786"/>
                  <a:pt x="3167789" y="699813"/>
                </a:cubicBezTo>
                <a:cubicBezTo>
                  <a:pt x="3167789" y="698839"/>
                  <a:pt x="3168579" y="698050"/>
                  <a:pt x="3169553" y="698050"/>
                </a:cubicBezTo>
                <a:close/>
                <a:moveTo>
                  <a:pt x="519562" y="698048"/>
                </a:moveTo>
                <a:cubicBezTo>
                  <a:pt x="520536" y="698048"/>
                  <a:pt x="521325" y="698839"/>
                  <a:pt x="521325" y="699812"/>
                </a:cubicBezTo>
                <a:cubicBezTo>
                  <a:pt x="521325" y="700785"/>
                  <a:pt x="520536" y="701576"/>
                  <a:pt x="519562" y="701576"/>
                </a:cubicBezTo>
                <a:cubicBezTo>
                  <a:pt x="518588" y="701576"/>
                  <a:pt x="517799" y="700785"/>
                  <a:pt x="517799" y="699812"/>
                </a:cubicBezTo>
                <a:cubicBezTo>
                  <a:pt x="517799" y="698839"/>
                  <a:pt x="518588" y="698048"/>
                  <a:pt x="519562" y="698048"/>
                </a:cubicBezTo>
                <a:close/>
                <a:moveTo>
                  <a:pt x="3054336" y="697422"/>
                </a:moveTo>
                <a:cubicBezTo>
                  <a:pt x="3055657" y="697422"/>
                  <a:pt x="3056729" y="698494"/>
                  <a:pt x="3056729" y="699816"/>
                </a:cubicBezTo>
                <a:cubicBezTo>
                  <a:pt x="3056729" y="701137"/>
                  <a:pt x="3055657" y="702209"/>
                  <a:pt x="3054336" y="702209"/>
                </a:cubicBezTo>
                <a:cubicBezTo>
                  <a:pt x="3053015" y="702209"/>
                  <a:pt x="3051943" y="701137"/>
                  <a:pt x="3051943" y="699816"/>
                </a:cubicBezTo>
                <a:cubicBezTo>
                  <a:pt x="3051943" y="698494"/>
                  <a:pt x="3053015" y="697422"/>
                  <a:pt x="3054336" y="697422"/>
                </a:cubicBezTo>
                <a:close/>
                <a:moveTo>
                  <a:pt x="634779" y="697422"/>
                </a:moveTo>
                <a:cubicBezTo>
                  <a:pt x="636100" y="697422"/>
                  <a:pt x="637173" y="698491"/>
                  <a:pt x="637173" y="699816"/>
                </a:cubicBezTo>
                <a:cubicBezTo>
                  <a:pt x="637173" y="701137"/>
                  <a:pt x="636100" y="702207"/>
                  <a:pt x="634779" y="702207"/>
                </a:cubicBezTo>
                <a:cubicBezTo>
                  <a:pt x="633458" y="702207"/>
                  <a:pt x="632387" y="701137"/>
                  <a:pt x="632387" y="699816"/>
                </a:cubicBezTo>
                <a:cubicBezTo>
                  <a:pt x="632387" y="698491"/>
                  <a:pt x="633458" y="697422"/>
                  <a:pt x="634779" y="697422"/>
                </a:cubicBezTo>
                <a:close/>
                <a:moveTo>
                  <a:pt x="2939119" y="696776"/>
                </a:moveTo>
                <a:cubicBezTo>
                  <a:pt x="2940798" y="696776"/>
                  <a:pt x="2942158" y="698140"/>
                  <a:pt x="2942158" y="699816"/>
                </a:cubicBezTo>
                <a:cubicBezTo>
                  <a:pt x="2942158" y="701496"/>
                  <a:pt x="2940798" y="702853"/>
                  <a:pt x="2939119" y="702853"/>
                </a:cubicBezTo>
                <a:cubicBezTo>
                  <a:pt x="2937441" y="702853"/>
                  <a:pt x="2936080" y="701496"/>
                  <a:pt x="2936080" y="699816"/>
                </a:cubicBezTo>
                <a:cubicBezTo>
                  <a:pt x="2936080" y="698140"/>
                  <a:pt x="2937441" y="696776"/>
                  <a:pt x="2939119" y="696776"/>
                </a:cubicBezTo>
                <a:close/>
                <a:moveTo>
                  <a:pt x="749996" y="696775"/>
                </a:moveTo>
                <a:cubicBezTo>
                  <a:pt x="751674" y="696775"/>
                  <a:pt x="753035" y="698140"/>
                  <a:pt x="753035" y="699816"/>
                </a:cubicBezTo>
                <a:cubicBezTo>
                  <a:pt x="753035" y="701493"/>
                  <a:pt x="751674" y="702853"/>
                  <a:pt x="749996" y="702853"/>
                </a:cubicBezTo>
                <a:cubicBezTo>
                  <a:pt x="748317" y="702853"/>
                  <a:pt x="746957" y="701493"/>
                  <a:pt x="746957" y="699816"/>
                </a:cubicBezTo>
                <a:cubicBezTo>
                  <a:pt x="746957" y="698140"/>
                  <a:pt x="748317" y="696775"/>
                  <a:pt x="749996" y="696775"/>
                </a:cubicBezTo>
                <a:close/>
                <a:moveTo>
                  <a:pt x="2823902" y="696061"/>
                </a:moveTo>
                <a:cubicBezTo>
                  <a:pt x="2825979" y="696061"/>
                  <a:pt x="2827662" y="697740"/>
                  <a:pt x="2827662" y="699816"/>
                </a:cubicBezTo>
                <a:cubicBezTo>
                  <a:pt x="2827662" y="701894"/>
                  <a:pt x="2825979" y="703575"/>
                  <a:pt x="2823902" y="703575"/>
                </a:cubicBezTo>
                <a:cubicBezTo>
                  <a:pt x="2821825" y="703575"/>
                  <a:pt x="2820142" y="701894"/>
                  <a:pt x="2820142" y="699816"/>
                </a:cubicBezTo>
                <a:cubicBezTo>
                  <a:pt x="2820142" y="697740"/>
                  <a:pt x="2821825" y="696061"/>
                  <a:pt x="2823902" y="696061"/>
                </a:cubicBezTo>
                <a:close/>
                <a:moveTo>
                  <a:pt x="865213" y="696061"/>
                </a:moveTo>
                <a:cubicBezTo>
                  <a:pt x="867290" y="696061"/>
                  <a:pt x="868973" y="697740"/>
                  <a:pt x="868973" y="699816"/>
                </a:cubicBezTo>
                <a:cubicBezTo>
                  <a:pt x="868973" y="701894"/>
                  <a:pt x="867290" y="703575"/>
                  <a:pt x="865213" y="703575"/>
                </a:cubicBezTo>
                <a:cubicBezTo>
                  <a:pt x="863136" y="703575"/>
                  <a:pt x="861453" y="701894"/>
                  <a:pt x="861453" y="699816"/>
                </a:cubicBezTo>
                <a:cubicBezTo>
                  <a:pt x="861453" y="697740"/>
                  <a:pt x="863136" y="696061"/>
                  <a:pt x="865213" y="696061"/>
                </a:cubicBezTo>
                <a:close/>
                <a:moveTo>
                  <a:pt x="2708685" y="695355"/>
                </a:moveTo>
                <a:cubicBezTo>
                  <a:pt x="2711151" y="695355"/>
                  <a:pt x="2713149" y="697355"/>
                  <a:pt x="2713149" y="699816"/>
                </a:cubicBezTo>
                <a:cubicBezTo>
                  <a:pt x="2713149" y="702283"/>
                  <a:pt x="2711151" y="704280"/>
                  <a:pt x="2708685" y="704280"/>
                </a:cubicBezTo>
                <a:cubicBezTo>
                  <a:pt x="2706220" y="704280"/>
                  <a:pt x="2704221" y="702283"/>
                  <a:pt x="2704221" y="699816"/>
                </a:cubicBezTo>
                <a:cubicBezTo>
                  <a:pt x="2704221" y="697355"/>
                  <a:pt x="2706220" y="695355"/>
                  <a:pt x="2708685" y="695355"/>
                </a:cubicBezTo>
                <a:close/>
                <a:moveTo>
                  <a:pt x="980429" y="695355"/>
                </a:moveTo>
                <a:cubicBezTo>
                  <a:pt x="982895" y="695355"/>
                  <a:pt x="984893" y="697355"/>
                  <a:pt x="984893" y="699816"/>
                </a:cubicBezTo>
                <a:cubicBezTo>
                  <a:pt x="984893" y="702281"/>
                  <a:pt x="982895" y="704280"/>
                  <a:pt x="980429" y="704280"/>
                </a:cubicBezTo>
                <a:cubicBezTo>
                  <a:pt x="977964" y="704280"/>
                  <a:pt x="975965" y="702281"/>
                  <a:pt x="975965" y="699816"/>
                </a:cubicBezTo>
                <a:cubicBezTo>
                  <a:pt x="975965" y="697355"/>
                  <a:pt x="977964" y="695355"/>
                  <a:pt x="980429" y="695355"/>
                </a:cubicBezTo>
                <a:close/>
                <a:moveTo>
                  <a:pt x="2593468" y="694593"/>
                </a:moveTo>
                <a:cubicBezTo>
                  <a:pt x="2596354" y="694593"/>
                  <a:pt x="2598694" y="696929"/>
                  <a:pt x="2598694" y="699820"/>
                </a:cubicBezTo>
                <a:cubicBezTo>
                  <a:pt x="2598694" y="702706"/>
                  <a:pt x="2596354" y="705042"/>
                  <a:pt x="2593468" y="705042"/>
                </a:cubicBezTo>
                <a:cubicBezTo>
                  <a:pt x="2590582" y="705042"/>
                  <a:pt x="2588242" y="702706"/>
                  <a:pt x="2588242" y="699820"/>
                </a:cubicBezTo>
                <a:cubicBezTo>
                  <a:pt x="2588242" y="696929"/>
                  <a:pt x="2590582" y="694593"/>
                  <a:pt x="2593468" y="694593"/>
                </a:cubicBezTo>
                <a:close/>
                <a:moveTo>
                  <a:pt x="1095646" y="694593"/>
                </a:moveTo>
                <a:cubicBezTo>
                  <a:pt x="1098532" y="694593"/>
                  <a:pt x="1100872" y="696929"/>
                  <a:pt x="1100872" y="699820"/>
                </a:cubicBezTo>
                <a:cubicBezTo>
                  <a:pt x="1100872" y="702706"/>
                  <a:pt x="1098532" y="705042"/>
                  <a:pt x="1095646" y="705042"/>
                </a:cubicBezTo>
                <a:cubicBezTo>
                  <a:pt x="1092760" y="705042"/>
                  <a:pt x="1090420" y="702706"/>
                  <a:pt x="1090420" y="699820"/>
                </a:cubicBezTo>
                <a:cubicBezTo>
                  <a:pt x="1090420" y="696929"/>
                  <a:pt x="1092760" y="694593"/>
                  <a:pt x="1095646" y="694593"/>
                </a:cubicBezTo>
                <a:close/>
                <a:moveTo>
                  <a:pt x="2478251" y="693980"/>
                </a:moveTo>
                <a:cubicBezTo>
                  <a:pt x="2481475" y="693980"/>
                  <a:pt x="2484087" y="696595"/>
                  <a:pt x="2484087" y="699820"/>
                </a:cubicBezTo>
                <a:cubicBezTo>
                  <a:pt x="2484087" y="703041"/>
                  <a:pt x="2481474" y="705656"/>
                  <a:pt x="2478251" y="705656"/>
                </a:cubicBezTo>
                <a:cubicBezTo>
                  <a:pt x="2475027" y="705656"/>
                  <a:pt x="2472415" y="703041"/>
                  <a:pt x="2472415" y="699820"/>
                </a:cubicBezTo>
                <a:cubicBezTo>
                  <a:pt x="2472415" y="696595"/>
                  <a:pt x="2475028" y="693980"/>
                  <a:pt x="2478251" y="693980"/>
                </a:cubicBezTo>
                <a:close/>
                <a:moveTo>
                  <a:pt x="1210863" y="693980"/>
                </a:moveTo>
                <a:cubicBezTo>
                  <a:pt x="1214086" y="693980"/>
                  <a:pt x="1216699" y="696595"/>
                  <a:pt x="1216699" y="699820"/>
                </a:cubicBezTo>
                <a:cubicBezTo>
                  <a:pt x="1216699" y="703041"/>
                  <a:pt x="1214086" y="705656"/>
                  <a:pt x="1210863" y="705656"/>
                </a:cubicBezTo>
                <a:cubicBezTo>
                  <a:pt x="1207640" y="705656"/>
                  <a:pt x="1205027" y="703041"/>
                  <a:pt x="1205027" y="699820"/>
                </a:cubicBezTo>
                <a:cubicBezTo>
                  <a:pt x="1205027" y="696595"/>
                  <a:pt x="1207640" y="693980"/>
                  <a:pt x="1210863" y="693980"/>
                </a:cubicBezTo>
                <a:close/>
                <a:moveTo>
                  <a:pt x="2363034" y="693338"/>
                </a:moveTo>
                <a:cubicBezTo>
                  <a:pt x="2366613" y="693338"/>
                  <a:pt x="2369513" y="696239"/>
                  <a:pt x="2369513" y="699820"/>
                </a:cubicBezTo>
                <a:cubicBezTo>
                  <a:pt x="2369513" y="703395"/>
                  <a:pt x="2366613" y="706298"/>
                  <a:pt x="2363034" y="706298"/>
                </a:cubicBezTo>
                <a:cubicBezTo>
                  <a:pt x="2359456" y="706298"/>
                  <a:pt x="2356555" y="703395"/>
                  <a:pt x="2356555" y="699820"/>
                </a:cubicBezTo>
                <a:cubicBezTo>
                  <a:pt x="2356555" y="696239"/>
                  <a:pt x="2359456" y="693338"/>
                  <a:pt x="2363034" y="693338"/>
                </a:cubicBezTo>
                <a:close/>
                <a:moveTo>
                  <a:pt x="1326080" y="693338"/>
                </a:moveTo>
                <a:cubicBezTo>
                  <a:pt x="1329659" y="693338"/>
                  <a:pt x="1332559" y="696239"/>
                  <a:pt x="1332559" y="699820"/>
                </a:cubicBezTo>
                <a:cubicBezTo>
                  <a:pt x="1332559" y="703395"/>
                  <a:pt x="1329659" y="706298"/>
                  <a:pt x="1326080" y="706298"/>
                </a:cubicBezTo>
                <a:cubicBezTo>
                  <a:pt x="1322502" y="706298"/>
                  <a:pt x="1319602" y="703395"/>
                  <a:pt x="1319602" y="699820"/>
                </a:cubicBezTo>
                <a:cubicBezTo>
                  <a:pt x="1319602" y="696239"/>
                  <a:pt x="1322502" y="693338"/>
                  <a:pt x="1326080" y="693338"/>
                </a:cubicBezTo>
                <a:close/>
                <a:moveTo>
                  <a:pt x="2247817" y="692781"/>
                </a:moveTo>
                <a:cubicBezTo>
                  <a:pt x="2251705" y="692781"/>
                  <a:pt x="2254857" y="695928"/>
                  <a:pt x="2254857" y="699820"/>
                </a:cubicBezTo>
                <a:cubicBezTo>
                  <a:pt x="2254857" y="703708"/>
                  <a:pt x="2251705" y="706856"/>
                  <a:pt x="2247817" y="706856"/>
                </a:cubicBezTo>
                <a:cubicBezTo>
                  <a:pt x="2243929" y="706856"/>
                  <a:pt x="2240777" y="703708"/>
                  <a:pt x="2240777" y="699820"/>
                </a:cubicBezTo>
                <a:cubicBezTo>
                  <a:pt x="2240777" y="695928"/>
                  <a:pt x="2243929" y="692781"/>
                  <a:pt x="2247817" y="692781"/>
                </a:cubicBezTo>
                <a:close/>
                <a:moveTo>
                  <a:pt x="1441297" y="692781"/>
                </a:moveTo>
                <a:cubicBezTo>
                  <a:pt x="1445185" y="692781"/>
                  <a:pt x="1448337" y="695928"/>
                  <a:pt x="1448337" y="699820"/>
                </a:cubicBezTo>
                <a:cubicBezTo>
                  <a:pt x="1448337" y="703708"/>
                  <a:pt x="1445185" y="706856"/>
                  <a:pt x="1441297" y="706856"/>
                </a:cubicBezTo>
                <a:cubicBezTo>
                  <a:pt x="1437409" y="706856"/>
                  <a:pt x="1434258" y="703708"/>
                  <a:pt x="1434258" y="699820"/>
                </a:cubicBezTo>
                <a:cubicBezTo>
                  <a:pt x="1434258" y="695928"/>
                  <a:pt x="1437409" y="692781"/>
                  <a:pt x="1441297" y="692781"/>
                </a:cubicBezTo>
                <a:close/>
                <a:moveTo>
                  <a:pt x="2132600" y="692316"/>
                </a:moveTo>
                <a:cubicBezTo>
                  <a:pt x="2136744" y="692316"/>
                  <a:pt x="2140104" y="695674"/>
                  <a:pt x="2140104" y="699820"/>
                </a:cubicBezTo>
                <a:cubicBezTo>
                  <a:pt x="2140104" y="703961"/>
                  <a:pt x="2136744" y="707322"/>
                  <a:pt x="2132600" y="707322"/>
                </a:cubicBezTo>
                <a:cubicBezTo>
                  <a:pt x="2128455" y="707322"/>
                  <a:pt x="2125096" y="703961"/>
                  <a:pt x="2125096" y="699820"/>
                </a:cubicBezTo>
                <a:cubicBezTo>
                  <a:pt x="2125096" y="695674"/>
                  <a:pt x="2128455" y="692316"/>
                  <a:pt x="2132600" y="692316"/>
                </a:cubicBezTo>
                <a:close/>
                <a:moveTo>
                  <a:pt x="1556514" y="692316"/>
                </a:moveTo>
                <a:cubicBezTo>
                  <a:pt x="1560659" y="692316"/>
                  <a:pt x="1564019" y="695674"/>
                  <a:pt x="1564019" y="699820"/>
                </a:cubicBezTo>
                <a:cubicBezTo>
                  <a:pt x="1564019" y="703961"/>
                  <a:pt x="1560659" y="707322"/>
                  <a:pt x="1556514" y="707322"/>
                </a:cubicBezTo>
                <a:cubicBezTo>
                  <a:pt x="1552370" y="707322"/>
                  <a:pt x="1549010" y="703961"/>
                  <a:pt x="1549010" y="699820"/>
                </a:cubicBezTo>
                <a:cubicBezTo>
                  <a:pt x="1549010" y="695674"/>
                  <a:pt x="1552370" y="692316"/>
                  <a:pt x="1556514" y="692316"/>
                </a:cubicBezTo>
                <a:close/>
                <a:moveTo>
                  <a:pt x="2017383" y="692075"/>
                </a:moveTo>
                <a:cubicBezTo>
                  <a:pt x="2021658" y="692075"/>
                  <a:pt x="2025124" y="695542"/>
                  <a:pt x="2025124" y="699820"/>
                </a:cubicBezTo>
                <a:cubicBezTo>
                  <a:pt x="2025124" y="704094"/>
                  <a:pt x="2021658" y="707560"/>
                  <a:pt x="2017383" y="707560"/>
                </a:cubicBezTo>
                <a:cubicBezTo>
                  <a:pt x="2013107" y="707560"/>
                  <a:pt x="2009640" y="704094"/>
                  <a:pt x="2009640" y="699820"/>
                </a:cubicBezTo>
                <a:cubicBezTo>
                  <a:pt x="2009640" y="695542"/>
                  <a:pt x="2013107" y="692075"/>
                  <a:pt x="2017383" y="692075"/>
                </a:cubicBezTo>
                <a:close/>
                <a:moveTo>
                  <a:pt x="1671732" y="692075"/>
                </a:moveTo>
                <a:cubicBezTo>
                  <a:pt x="1676007" y="692075"/>
                  <a:pt x="1679473" y="695542"/>
                  <a:pt x="1679473" y="699820"/>
                </a:cubicBezTo>
                <a:cubicBezTo>
                  <a:pt x="1679473" y="704094"/>
                  <a:pt x="1676007" y="707560"/>
                  <a:pt x="1671732" y="707560"/>
                </a:cubicBezTo>
                <a:cubicBezTo>
                  <a:pt x="1667455" y="707560"/>
                  <a:pt x="1663989" y="704094"/>
                  <a:pt x="1663989" y="699820"/>
                </a:cubicBezTo>
                <a:cubicBezTo>
                  <a:pt x="1663989" y="695542"/>
                  <a:pt x="1667455" y="692075"/>
                  <a:pt x="1671732" y="692075"/>
                </a:cubicBezTo>
                <a:close/>
                <a:moveTo>
                  <a:pt x="1902166" y="691834"/>
                </a:moveTo>
                <a:cubicBezTo>
                  <a:pt x="1906575" y="691834"/>
                  <a:pt x="1910149" y="695409"/>
                  <a:pt x="1910149" y="699820"/>
                </a:cubicBezTo>
                <a:cubicBezTo>
                  <a:pt x="1910149" y="704226"/>
                  <a:pt x="1906575" y="707802"/>
                  <a:pt x="1902166" y="707802"/>
                </a:cubicBezTo>
                <a:cubicBezTo>
                  <a:pt x="1897756" y="707802"/>
                  <a:pt x="1894182" y="704226"/>
                  <a:pt x="1894182" y="699820"/>
                </a:cubicBezTo>
                <a:cubicBezTo>
                  <a:pt x="1894182" y="695409"/>
                  <a:pt x="1897756" y="691834"/>
                  <a:pt x="1902166" y="691834"/>
                </a:cubicBezTo>
                <a:close/>
                <a:moveTo>
                  <a:pt x="1786949" y="691834"/>
                </a:moveTo>
                <a:cubicBezTo>
                  <a:pt x="1791358" y="691834"/>
                  <a:pt x="1794932" y="695409"/>
                  <a:pt x="1794932" y="699820"/>
                </a:cubicBezTo>
                <a:cubicBezTo>
                  <a:pt x="1794932" y="704226"/>
                  <a:pt x="1791358" y="707802"/>
                  <a:pt x="1786949" y="707802"/>
                </a:cubicBezTo>
                <a:cubicBezTo>
                  <a:pt x="1782539" y="707802"/>
                  <a:pt x="1778965" y="704226"/>
                  <a:pt x="1778965" y="699820"/>
                </a:cubicBezTo>
                <a:cubicBezTo>
                  <a:pt x="1778965" y="695409"/>
                  <a:pt x="1782539" y="691834"/>
                  <a:pt x="1786949" y="691834"/>
                </a:cubicBezTo>
                <a:close/>
                <a:moveTo>
                  <a:pt x="3227162" y="598849"/>
                </a:moveTo>
                <a:cubicBezTo>
                  <a:pt x="3227813" y="598849"/>
                  <a:pt x="3228341" y="599376"/>
                  <a:pt x="3228341" y="600028"/>
                </a:cubicBezTo>
                <a:cubicBezTo>
                  <a:pt x="3228341" y="600678"/>
                  <a:pt x="3227813" y="601208"/>
                  <a:pt x="3227162" y="601208"/>
                </a:cubicBezTo>
                <a:cubicBezTo>
                  <a:pt x="3226510" y="601208"/>
                  <a:pt x="3225982" y="600678"/>
                  <a:pt x="3225982" y="600028"/>
                </a:cubicBezTo>
                <a:cubicBezTo>
                  <a:pt x="3225982" y="599376"/>
                  <a:pt x="3226510" y="598849"/>
                  <a:pt x="3227162" y="598849"/>
                </a:cubicBezTo>
                <a:close/>
                <a:moveTo>
                  <a:pt x="461953" y="598847"/>
                </a:moveTo>
                <a:cubicBezTo>
                  <a:pt x="462605" y="598847"/>
                  <a:pt x="463133" y="599376"/>
                  <a:pt x="463133" y="600025"/>
                </a:cubicBezTo>
                <a:cubicBezTo>
                  <a:pt x="463133" y="600678"/>
                  <a:pt x="462605" y="601204"/>
                  <a:pt x="461953" y="601204"/>
                </a:cubicBezTo>
                <a:cubicBezTo>
                  <a:pt x="461302" y="601204"/>
                  <a:pt x="460774" y="600678"/>
                  <a:pt x="460774" y="600025"/>
                </a:cubicBezTo>
                <a:cubicBezTo>
                  <a:pt x="460774" y="599376"/>
                  <a:pt x="461302" y="598847"/>
                  <a:pt x="461953" y="598847"/>
                </a:cubicBezTo>
                <a:close/>
                <a:moveTo>
                  <a:pt x="3111944" y="598385"/>
                </a:moveTo>
                <a:cubicBezTo>
                  <a:pt x="3112855" y="598385"/>
                  <a:pt x="3113593" y="599123"/>
                  <a:pt x="3113593" y="600033"/>
                </a:cubicBezTo>
                <a:cubicBezTo>
                  <a:pt x="3113593" y="600945"/>
                  <a:pt x="3112855" y="601682"/>
                  <a:pt x="3111944" y="601682"/>
                </a:cubicBezTo>
                <a:cubicBezTo>
                  <a:pt x="3111034" y="601682"/>
                  <a:pt x="3110296" y="600945"/>
                  <a:pt x="3110296" y="600033"/>
                </a:cubicBezTo>
                <a:cubicBezTo>
                  <a:pt x="3110296" y="599123"/>
                  <a:pt x="3111034" y="598385"/>
                  <a:pt x="3111944" y="598385"/>
                </a:cubicBezTo>
                <a:close/>
                <a:moveTo>
                  <a:pt x="577170" y="598385"/>
                </a:moveTo>
                <a:cubicBezTo>
                  <a:pt x="578081" y="598385"/>
                  <a:pt x="578819" y="599123"/>
                  <a:pt x="578819" y="600031"/>
                </a:cubicBezTo>
                <a:cubicBezTo>
                  <a:pt x="578819" y="600942"/>
                  <a:pt x="578081" y="601682"/>
                  <a:pt x="577170" y="601682"/>
                </a:cubicBezTo>
                <a:cubicBezTo>
                  <a:pt x="576262" y="601682"/>
                  <a:pt x="575522" y="600942"/>
                  <a:pt x="575522" y="600031"/>
                </a:cubicBezTo>
                <a:cubicBezTo>
                  <a:pt x="575522" y="599123"/>
                  <a:pt x="576262" y="598385"/>
                  <a:pt x="577170" y="598385"/>
                </a:cubicBezTo>
                <a:close/>
                <a:moveTo>
                  <a:pt x="2996727" y="597841"/>
                </a:moveTo>
                <a:cubicBezTo>
                  <a:pt x="2997938" y="597841"/>
                  <a:pt x="2998921" y="598824"/>
                  <a:pt x="2998921" y="600036"/>
                </a:cubicBezTo>
                <a:cubicBezTo>
                  <a:pt x="2998921" y="601247"/>
                  <a:pt x="2997939" y="602229"/>
                  <a:pt x="2996727" y="602229"/>
                </a:cubicBezTo>
                <a:cubicBezTo>
                  <a:pt x="2995515" y="602229"/>
                  <a:pt x="2994533" y="601247"/>
                  <a:pt x="2994533" y="600036"/>
                </a:cubicBezTo>
                <a:cubicBezTo>
                  <a:pt x="2994533" y="598824"/>
                  <a:pt x="2995515" y="597841"/>
                  <a:pt x="2996727" y="597841"/>
                </a:cubicBezTo>
                <a:close/>
                <a:moveTo>
                  <a:pt x="692388" y="597841"/>
                </a:moveTo>
                <a:cubicBezTo>
                  <a:pt x="693599" y="597841"/>
                  <a:pt x="694580" y="598824"/>
                  <a:pt x="694580" y="600033"/>
                </a:cubicBezTo>
                <a:cubicBezTo>
                  <a:pt x="694580" y="601247"/>
                  <a:pt x="693599" y="602229"/>
                  <a:pt x="692388" y="602229"/>
                </a:cubicBezTo>
                <a:cubicBezTo>
                  <a:pt x="691175" y="602229"/>
                  <a:pt x="690193" y="601247"/>
                  <a:pt x="690193" y="600033"/>
                </a:cubicBezTo>
                <a:cubicBezTo>
                  <a:pt x="690193" y="598824"/>
                  <a:pt x="691175" y="597841"/>
                  <a:pt x="692388" y="597841"/>
                </a:cubicBezTo>
                <a:close/>
                <a:moveTo>
                  <a:pt x="2881510" y="597294"/>
                </a:moveTo>
                <a:cubicBezTo>
                  <a:pt x="2883025" y="597294"/>
                  <a:pt x="2884252" y="598525"/>
                  <a:pt x="2884252" y="600036"/>
                </a:cubicBezTo>
                <a:cubicBezTo>
                  <a:pt x="2884252" y="601555"/>
                  <a:pt x="2883025" y="602779"/>
                  <a:pt x="2881510" y="602779"/>
                </a:cubicBezTo>
                <a:cubicBezTo>
                  <a:pt x="2879995" y="602779"/>
                  <a:pt x="2878768" y="601555"/>
                  <a:pt x="2878768" y="600036"/>
                </a:cubicBezTo>
                <a:cubicBezTo>
                  <a:pt x="2878768" y="598525"/>
                  <a:pt x="2879995" y="597294"/>
                  <a:pt x="2881510" y="597294"/>
                </a:cubicBezTo>
                <a:close/>
                <a:moveTo>
                  <a:pt x="807604" y="597294"/>
                </a:moveTo>
                <a:cubicBezTo>
                  <a:pt x="809118" y="597294"/>
                  <a:pt x="810346" y="598524"/>
                  <a:pt x="810346" y="600036"/>
                </a:cubicBezTo>
                <a:cubicBezTo>
                  <a:pt x="810346" y="601555"/>
                  <a:pt x="809118" y="602779"/>
                  <a:pt x="807604" y="602779"/>
                </a:cubicBezTo>
                <a:cubicBezTo>
                  <a:pt x="806089" y="602779"/>
                  <a:pt x="804861" y="601555"/>
                  <a:pt x="804861" y="600036"/>
                </a:cubicBezTo>
                <a:cubicBezTo>
                  <a:pt x="804861" y="598524"/>
                  <a:pt x="806089" y="597294"/>
                  <a:pt x="807604" y="597294"/>
                </a:cubicBezTo>
                <a:close/>
                <a:moveTo>
                  <a:pt x="2766293" y="596688"/>
                </a:moveTo>
                <a:cubicBezTo>
                  <a:pt x="2768144" y="596688"/>
                  <a:pt x="2769644" y="598185"/>
                  <a:pt x="2769644" y="600036"/>
                </a:cubicBezTo>
                <a:cubicBezTo>
                  <a:pt x="2769644" y="601888"/>
                  <a:pt x="2768144" y="603387"/>
                  <a:pt x="2766293" y="603387"/>
                </a:cubicBezTo>
                <a:cubicBezTo>
                  <a:pt x="2764443" y="603387"/>
                  <a:pt x="2762943" y="601888"/>
                  <a:pt x="2762943" y="600036"/>
                </a:cubicBezTo>
                <a:cubicBezTo>
                  <a:pt x="2762943" y="598185"/>
                  <a:pt x="2764443" y="596688"/>
                  <a:pt x="2766293" y="596688"/>
                </a:cubicBezTo>
                <a:close/>
                <a:moveTo>
                  <a:pt x="922821" y="596688"/>
                </a:moveTo>
                <a:cubicBezTo>
                  <a:pt x="924671" y="596688"/>
                  <a:pt x="926172" y="598185"/>
                  <a:pt x="926172" y="600036"/>
                </a:cubicBezTo>
                <a:cubicBezTo>
                  <a:pt x="926172" y="601888"/>
                  <a:pt x="924671" y="603387"/>
                  <a:pt x="922821" y="603387"/>
                </a:cubicBezTo>
                <a:cubicBezTo>
                  <a:pt x="920971" y="603387"/>
                  <a:pt x="919471" y="601888"/>
                  <a:pt x="919471" y="600036"/>
                </a:cubicBezTo>
                <a:cubicBezTo>
                  <a:pt x="919471" y="598185"/>
                  <a:pt x="920971" y="596688"/>
                  <a:pt x="922821" y="596688"/>
                </a:cubicBezTo>
                <a:close/>
                <a:moveTo>
                  <a:pt x="2651076" y="596023"/>
                </a:moveTo>
                <a:cubicBezTo>
                  <a:pt x="2653295" y="596023"/>
                  <a:pt x="2655094" y="597820"/>
                  <a:pt x="2655094" y="600037"/>
                </a:cubicBezTo>
                <a:cubicBezTo>
                  <a:pt x="2655094" y="602258"/>
                  <a:pt x="2653295" y="604057"/>
                  <a:pt x="2651076" y="604057"/>
                </a:cubicBezTo>
                <a:cubicBezTo>
                  <a:pt x="2648858" y="604057"/>
                  <a:pt x="2647059" y="602258"/>
                  <a:pt x="2647059" y="600037"/>
                </a:cubicBezTo>
                <a:cubicBezTo>
                  <a:pt x="2647059" y="597820"/>
                  <a:pt x="2648858" y="596023"/>
                  <a:pt x="2651076" y="596023"/>
                </a:cubicBezTo>
                <a:close/>
                <a:moveTo>
                  <a:pt x="1038037" y="596023"/>
                </a:moveTo>
                <a:cubicBezTo>
                  <a:pt x="1040256" y="596023"/>
                  <a:pt x="1042055" y="597820"/>
                  <a:pt x="1042055" y="600037"/>
                </a:cubicBezTo>
                <a:cubicBezTo>
                  <a:pt x="1042055" y="602254"/>
                  <a:pt x="1040256" y="604057"/>
                  <a:pt x="1038037" y="604057"/>
                </a:cubicBezTo>
                <a:cubicBezTo>
                  <a:pt x="1035819" y="604057"/>
                  <a:pt x="1034021" y="602254"/>
                  <a:pt x="1034021" y="600037"/>
                </a:cubicBezTo>
                <a:cubicBezTo>
                  <a:pt x="1034021" y="597820"/>
                  <a:pt x="1035819" y="596023"/>
                  <a:pt x="1038037" y="596023"/>
                </a:cubicBezTo>
                <a:close/>
                <a:moveTo>
                  <a:pt x="2535859" y="595391"/>
                </a:moveTo>
                <a:cubicBezTo>
                  <a:pt x="2538426" y="595391"/>
                  <a:pt x="2540508" y="597470"/>
                  <a:pt x="2540508" y="600038"/>
                </a:cubicBezTo>
                <a:cubicBezTo>
                  <a:pt x="2540508" y="602610"/>
                  <a:pt x="2538426" y="604691"/>
                  <a:pt x="2535859" y="604691"/>
                </a:cubicBezTo>
                <a:cubicBezTo>
                  <a:pt x="2533291" y="604691"/>
                  <a:pt x="2531210" y="602610"/>
                  <a:pt x="2531210" y="600038"/>
                </a:cubicBezTo>
                <a:cubicBezTo>
                  <a:pt x="2531210" y="597470"/>
                  <a:pt x="2533291" y="595391"/>
                  <a:pt x="2535859" y="595391"/>
                </a:cubicBezTo>
                <a:close/>
                <a:moveTo>
                  <a:pt x="1153255" y="595391"/>
                </a:moveTo>
                <a:cubicBezTo>
                  <a:pt x="1155822" y="595391"/>
                  <a:pt x="1157904" y="597470"/>
                  <a:pt x="1157904" y="600038"/>
                </a:cubicBezTo>
                <a:cubicBezTo>
                  <a:pt x="1157904" y="602610"/>
                  <a:pt x="1155822" y="604691"/>
                  <a:pt x="1153255" y="604691"/>
                </a:cubicBezTo>
                <a:cubicBezTo>
                  <a:pt x="1150687" y="604691"/>
                  <a:pt x="1148606" y="602610"/>
                  <a:pt x="1148606" y="600038"/>
                </a:cubicBezTo>
                <a:cubicBezTo>
                  <a:pt x="1148606" y="597470"/>
                  <a:pt x="1150687" y="595391"/>
                  <a:pt x="1153255" y="595391"/>
                </a:cubicBezTo>
                <a:close/>
                <a:moveTo>
                  <a:pt x="2420642" y="594816"/>
                </a:moveTo>
                <a:cubicBezTo>
                  <a:pt x="2423528" y="594816"/>
                  <a:pt x="2425868" y="597153"/>
                  <a:pt x="2425868" y="600038"/>
                </a:cubicBezTo>
                <a:cubicBezTo>
                  <a:pt x="2425868" y="602926"/>
                  <a:pt x="2423528" y="605264"/>
                  <a:pt x="2420642" y="605264"/>
                </a:cubicBezTo>
                <a:cubicBezTo>
                  <a:pt x="2417756" y="605264"/>
                  <a:pt x="2415416" y="602926"/>
                  <a:pt x="2415416" y="600038"/>
                </a:cubicBezTo>
                <a:cubicBezTo>
                  <a:pt x="2415416" y="597153"/>
                  <a:pt x="2417756" y="594816"/>
                  <a:pt x="2420642" y="594816"/>
                </a:cubicBezTo>
                <a:close/>
                <a:moveTo>
                  <a:pt x="1268472" y="594816"/>
                </a:moveTo>
                <a:cubicBezTo>
                  <a:pt x="1271358" y="594816"/>
                  <a:pt x="1273698" y="597153"/>
                  <a:pt x="1273698" y="600038"/>
                </a:cubicBezTo>
                <a:cubicBezTo>
                  <a:pt x="1273698" y="602926"/>
                  <a:pt x="1271358" y="605264"/>
                  <a:pt x="1268472" y="605264"/>
                </a:cubicBezTo>
                <a:cubicBezTo>
                  <a:pt x="1265586" y="605264"/>
                  <a:pt x="1263246" y="602926"/>
                  <a:pt x="1263246" y="600038"/>
                </a:cubicBezTo>
                <a:cubicBezTo>
                  <a:pt x="1263246" y="597153"/>
                  <a:pt x="1265586" y="594816"/>
                  <a:pt x="1268472" y="594816"/>
                </a:cubicBezTo>
                <a:close/>
                <a:moveTo>
                  <a:pt x="2305425" y="594307"/>
                </a:moveTo>
                <a:cubicBezTo>
                  <a:pt x="2308591" y="594307"/>
                  <a:pt x="2311158" y="596871"/>
                  <a:pt x="2311158" y="600038"/>
                </a:cubicBezTo>
                <a:cubicBezTo>
                  <a:pt x="2311158" y="603209"/>
                  <a:pt x="2308591" y="605772"/>
                  <a:pt x="2305425" y="605772"/>
                </a:cubicBezTo>
                <a:cubicBezTo>
                  <a:pt x="2302260" y="605772"/>
                  <a:pt x="2299693" y="603209"/>
                  <a:pt x="2299693" y="600038"/>
                </a:cubicBezTo>
                <a:cubicBezTo>
                  <a:pt x="2299693" y="596871"/>
                  <a:pt x="2302260" y="594307"/>
                  <a:pt x="2305425" y="594307"/>
                </a:cubicBezTo>
                <a:close/>
                <a:moveTo>
                  <a:pt x="1383689" y="594307"/>
                </a:moveTo>
                <a:cubicBezTo>
                  <a:pt x="1386855" y="594307"/>
                  <a:pt x="1389421" y="596871"/>
                  <a:pt x="1389421" y="600037"/>
                </a:cubicBezTo>
                <a:cubicBezTo>
                  <a:pt x="1389421" y="603209"/>
                  <a:pt x="1386855" y="605772"/>
                  <a:pt x="1383689" y="605772"/>
                </a:cubicBezTo>
                <a:cubicBezTo>
                  <a:pt x="1380523" y="605772"/>
                  <a:pt x="1377957" y="603209"/>
                  <a:pt x="1377957" y="600037"/>
                </a:cubicBezTo>
                <a:cubicBezTo>
                  <a:pt x="1377957" y="596871"/>
                  <a:pt x="1380523" y="594307"/>
                  <a:pt x="1383689" y="594307"/>
                </a:cubicBezTo>
                <a:close/>
                <a:moveTo>
                  <a:pt x="2190209" y="593887"/>
                </a:moveTo>
                <a:cubicBezTo>
                  <a:pt x="2193607" y="593887"/>
                  <a:pt x="2196362" y="596639"/>
                  <a:pt x="2196362" y="600038"/>
                </a:cubicBezTo>
                <a:cubicBezTo>
                  <a:pt x="2196362" y="603437"/>
                  <a:pt x="2193607" y="606192"/>
                  <a:pt x="2190209" y="606192"/>
                </a:cubicBezTo>
                <a:cubicBezTo>
                  <a:pt x="2186810" y="606192"/>
                  <a:pt x="2184055" y="603437"/>
                  <a:pt x="2184055" y="600038"/>
                </a:cubicBezTo>
                <a:cubicBezTo>
                  <a:pt x="2184055" y="596639"/>
                  <a:pt x="2186810" y="593887"/>
                  <a:pt x="2190209" y="593887"/>
                </a:cubicBezTo>
                <a:close/>
                <a:moveTo>
                  <a:pt x="1498906" y="593887"/>
                </a:moveTo>
                <a:cubicBezTo>
                  <a:pt x="1502305" y="593887"/>
                  <a:pt x="1505059" y="596639"/>
                  <a:pt x="1505059" y="600037"/>
                </a:cubicBezTo>
                <a:cubicBezTo>
                  <a:pt x="1505059" y="603437"/>
                  <a:pt x="1502305" y="606192"/>
                  <a:pt x="1498906" y="606192"/>
                </a:cubicBezTo>
                <a:cubicBezTo>
                  <a:pt x="1495508" y="606192"/>
                  <a:pt x="1492753" y="603437"/>
                  <a:pt x="1492753" y="600037"/>
                </a:cubicBezTo>
                <a:cubicBezTo>
                  <a:pt x="1492753" y="596639"/>
                  <a:pt x="1495508" y="593887"/>
                  <a:pt x="1498906" y="593887"/>
                </a:cubicBezTo>
                <a:close/>
                <a:moveTo>
                  <a:pt x="2074991" y="593559"/>
                </a:moveTo>
                <a:cubicBezTo>
                  <a:pt x="2078570" y="593559"/>
                  <a:pt x="2081470" y="596461"/>
                  <a:pt x="2081470" y="600037"/>
                </a:cubicBezTo>
                <a:cubicBezTo>
                  <a:pt x="2081470" y="603619"/>
                  <a:pt x="2078570" y="606517"/>
                  <a:pt x="2074991" y="606517"/>
                </a:cubicBezTo>
                <a:cubicBezTo>
                  <a:pt x="2071413" y="606517"/>
                  <a:pt x="2068512" y="603619"/>
                  <a:pt x="2068512" y="600037"/>
                </a:cubicBezTo>
                <a:cubicBezTo>
                  <a:pt x="2068512" y="596461"/>
                  <a:pt x="2071413" y="593559"/>
                  <a:pt x="2074991" y="593559"/>
                </a:cubicBezTo>
                <a:close/>
                <a:moveTo>
                  <a:pt x="1614123" y="593559"/>
                </a:moveTo>
                <a:cubicBezTo>
                  <a:pt x="1617701" y="593559"/>
                  <a:pt x="1620601" y="596461"/>
                  <a:pt x="1620601" y="600037"/>
                </a:cubicBezTo>
                <a:cubicBezTo>
                  <a:pt x="1620601" y="603619"/>
                  <a:pt x="1617701" y="606517"/>
                  <a:pt x="1614123" y="606517"/>
                </a:cubicBezTo>
                <a:cubicBezTo>
                  <a:pt x="1610545" y="606517"/>
                  <a:pt x="1607644" y="603619"/>
                  <a:pt x="1607644" y="600037"/>
                </a:cubicBezTo>
                <a:cubicBezTo>
                  <a:pt x="1607644" y="596461"/>
                  <a:pt x="1610545" y="593559"/>
                  <a:pt x="1614123" y="593559"/>
                </a:cubicBezTo>
                <a:close/>
                <a:moveTo>
                  <a:pt x="1959774" y="593448"/>
                </a:moveTo>
                <a:cubicBezTo>
                  <a:pt x="1963413" y="593448"/>
                  <a:pt x="1966364" y="596399"/>
                  <a:pt x="1966364" y="600037"/>
                </a:cubicBezTo>
                <a:cubicBezTo>
                  <a:pt x="1966364" y="603679"/>
                  <a:pt x="1963413" y="606629"/>
                  <a:pt x="1959774" y="606629"/>
                </a:cubicBezTo>
                <a:cubicBezTo>
                  <a:pt x="1956135" y="606629"/>
                  <a:pt x="1953185" y="603679"/>
                  <a:pt x="1953185" y="600037"/>
                </a:cubicBezTo>
                <a:cubicBezTo>
                  <a:pt x="1953185" y="596399"/>
                  <a:pt x="1956135" y="593448"/>
                  <a:pt x="1959774" y="593448"/>
                </a:cubicBezTo>
                <a:close/>
                <a:moveTo>
                  <a:pt x="1729340" y="593448"/>
                </a:moveTo>
                <a:cubicBezTo>
                  <a:pt x="1732979" y="593448"/>
                  <a:pt x="1735929" y="596399"/>
                  <a:pt x="1735929" y="600037"/>
                </a:cubicBezTo>
                <a:cubicBezTo>
                  <a:pt x="1735929" y="603679"/>
                  <a:pt x="1732979" y="606629"/>
                  <a:pt x="1729340" y="606629"/>
                </a:cubicBezTo>
                <a:cubicBezTo>
                  <a:pt x="1725701" y="606629"/>
                  <a:pt x="1722751" y="603679"/>
                  <a:pt x="1722751" y="600037"/>
                </a:cubicBezTo>
                <a:cubicBezTo>
                  <a:pt x="1722751" y="596399"/>
                  <a:pt x="1725701" y="593448"/>
                  <a:pt x="1729340" y="593448"/>
                </a:cubicBezTo>
                <a:close/>
                <a:moveTo>
                  <a:pt x="1844558" y="593336"/>
                </a:moveTo>
                <a:cubicBezTo>
                  <a:pt x="1848257" y="593336"/>
                  <a:pt x="1851257" y="596337"/>
                  <a:pt x="1851257" y="600038"/>
                </a:cubicBezTo>
                <a:cubicBezTo>
                  <a:pt x="1851257" y="603739"/>
                  <a:pt x="1848257" y="606736"/>
                  <a:pt x="1844558" y="606736"/>
                </a:cubicBezTo>
                <a:cubicBezTo>
                  <a:pt x="1840857" y="606736"/>
                  <a:pt x="1837857" y="603739"/>
                  <a:pt x="1837857" y="600038"/>
                </a:cubicBezTo>
                <a:cubicBezTo>
                  <a:pt x="1837857" y="596337"/>
                  <a:pt x="1840857" y="593336"/>
                  <a:pt x="1844558" y="593336"/>
                </a:cubicBezTo>
                <a:close/>
                <a:moveTo>
                  <a:pt x="3054336" y="498821"/>
                </a:moveTo>
                <a:cubicBezTo>
                  <a:pt x="3055127" y="498821"/>
                  <a:pt x="3055767" y="499461"/>
                  <a:pt x="3055767" y="500250"/>
                </a:cubicBezTo>
                <a:cubicBezTo>
                  <a:pt x="3055767" y="501042"/>
                  <a:pt x="3055126" y="501683"/>
                  <a:pt x="3054336" y="501683"/>
                </a:cubicBezTo>
                <a:cubicBezTo>
                  <a:pt x="3053546" y="501683"/>
                  <a:pt x="3052906" y="501042"/>
                  <a:pt x="3052906" y="500250"/>
                </a:cubicBezTo>
                <a:cubicBezTo>
                  <a:pt x="3052906" y="499461"/>
                  <a:pt x="3053547" y="498821"/>
                  <a:pt x="3054336" y="498821"/>
                </a:cubicBezTo>
                <a:close/>
                <a:moveTo>
                  <a:pt x="634779" y="498819"/>
                </a:moveTo>
                <a:cubicBezTo>
                  <a:pt x="635570" y="498819"/>
                  <a:pt x="636210" y="499457"/>
                  <a:pt x="636210" y="500250"/>
                </a:cubicBezTo>
                <a:cubicBezTo>
                  <a:pt x="636210" y="501040"/>
                  <a:pt x="635570" y="501680"/>
                  <a:pt x="634779" y="501680"/>
                </a:cubicBezTo>
                <a:cubicBezTo>
                  <a:pt x="633988" y="501680"/>
                  <a:pt x="633350" y="501040"/>
                  <a:pt x="633350" y="500250"/>
                </a:cubicBezTo>
                <a:cubicBezTo>
                  <a:pt x="633350" y="499457"/>
                  <a:pt x="633988" y="498819"/>
                  <a:pt x="634779" y="498819"/>
                </a:cubicBezTo>
                <a:close/>
                <a:moveTo>
                  <a:pt x="2939119" y="498370"/>
                </a:moveTo>
                <a:cubicBezTo>
                  <a:pt x="2940158" y="498370"/>
                  <a:pt x="2941000" y="499213"/>
                  <a:pt x="2941000" y="500254"/>
                </a:cubicBezTo>
                <a:cubicBezTo>
                  <a:pt x="2941000" y="501292"/>
                  <a:pt x="2940158" y="502134"/>
                  <a:pt x="2939119" y="502134"/>
                </a:cubicBezTo>
                <a:cubicBezTo>
                  <a:pt x="2938080" y="502134"/>
                  <a:pt x="2937237" y="501292"/>
                  <a:pt x="2937237" y="500254"/>
                </a:cubicBezTo>
                <a:cubicBezTo>
                  <a:pt x="2937237" y="499213"/>
                  <a:pt x="2938080" y="498370"/>
                  <a:pt x="2939119" y="498370"/>
                </a:cubicBezTo>
                <a:close/>
                <a:moveTo>
                  <a:pt x="749996" y="498370"/>
                </a:moveTo>
                <a:cubicBezTo>
                  <a:pt x="751035" y="498370"/>
                  <a:pt x="751877" y="499213"/>
                  <a:pt x="751877" y="500254"/>
                </a:cubicBezTo>
                <a:cubicBezTo>
                  <a:pt x="751877" y="501292"/>
                  <a:pt x="751035" y="502134"/>
                  <a:pt x="749996" y="502134"/>
                </a:cubicBezTo>
                <a:cubicBezTo>
                  <a:pt x="748956" y="502134"/>
                  <a:pt x="748114" y="501292"/>
                  <a:pt x="748114" y="500254"/>
                </a:cubicBezTo>
                <a:cubicBezTo>
                  <a:pt x="748114" y="499213"/>
                  <a:pt x="748956" y="498370"/>
                  <a:pt x="749996" y="498370"/>
                </a:cubicBezTo>
                <a:close/>
                <a:moveTo>
                  <a:pt x="2823902" y="497861"/>
                </a:moveTo>
                <a:cubicBezTo>
                  <a:pt x="2825223" y="497861"/>
                  <a:pt x="2826295" y="498933"/>
                  <a:pt x="2826295" y="500254"/>
                </a:cubicBezTo>
                <a:cubicBezTo>
                  <a:pt x="2826295" y="501577"/>
                  <a:pt x="2825223" y="502651"/>
                  <a:pt x="2823902" y="502651"/>
                </a:cubicBezTo>
                <a:cubicBezTo>
                  <a:pt x="2822580" y="502651"/>
                  <a:pt x="2821509" y="501577"/>
                  <a:pt x="2821509" y="500254"/>
                </a:cubicBezTo>
                <a:cubicBezTo>
                  <a:pt x="2821509" y="498933"/>
                  <a:pt x="2822580" y="497861"/>
                  <a:pt x="2823902" y="497861"/>
                </a:cubicBezTo>
                <a:close/>
                <a:moveTo>
                  <a:pt x="865213" y="497861"/>
                </a:moveTo>
                <a:cubicBezTo>
                  <a:pt x="866534" y="497861"/>
                  <a:pt x="867606" y="498933"/>
                  <a:pt x="867606" y="500254"/>
                </a:cubicBezTo>
                <a:cubicBezTo>
                  <a:pt x="867606" y="501577"/>
                  <a:pt x="866534" y="502651"/>
                  <a:pt x="865213" y="502651"/>
                </a:cubicBezTo>
                <a:cubicBezTo>
                  <a:pt x="863891" y="502651"/>
                  <a:pt x="862820" y="501577"/>
                  <a:pt x="862820" y="500254"/>
                </a:cubicBezTo>
                <a:cubicBezTo>
                  <a:pt x="862820" y="498933"/>
                  <a:pt x="863891" y="497861"/>
                  <a:pt x="865213" y="497861"/>
                </a:cubicBezTo>
                <a:close/>
                <a:moveTo>
                  <a:pt x="2708685" y="497368"/>
                </a:moveTo>
                <a:cubicBezTo>
                  <a:pt x="2710280" y="497368"/>
                  <a:pt x="2711574" y="498658"/>
                  <a:pt x="2711574" y="500254"/>
                </a:cubicBezTo>
                <a:cubicBezTo>
                  <a:pt x="2711574" y="501855"/>
                  <a:pt x="2710280" y="503143"/>
                  <a:pt x="2708685" y="503143"/>
                </a:cubicBezTo>
                <a:cubicBezTo>
                  <a:pt x="2707090" y="503143"/>
                  <a:pt x="2705796" y="501855"/>
                  <a:pt x="2705796" y="500254"/>
                </a:cubicBezTo>
                <a:cubicBezTo>
                  <a:pt x="2705796" y="498658"/>
                  <a:pt x="2707090" y="497368"/>
                  <a:pt x="2708685" y="497368"/>
                </a:cubicBezTo>
                <a:close/>
                <a:moveTo>
                  <a:pt x="980430" y="497368"/>
                </a:moveTo>
                <a:cubicBezTo>
                  <a:pt x="982025" y="497368"/>
                  <a:pt x="983318" y="498658"/>
                  <a:pt x="983318" y="500254"/>
                </a:cubicBezTo>
                <a:cubicBezTo>
                  <a:pt x="983318" y="501855"/>
                  <a:pt x="982025" y="503140"/>
                  <a:pt x="980430" y="503140"/>
                </a:cubicBezTo>
                <a:cubicBezTo>
                  <a:pt x="978834" y="503140"/>
                  <a:pt x="977541" y="501855"/>
                  <a:pt x="977541" y="500254"/>
                </a:cubicBezTo>
                <a:cubicBezTo>
                  <a:pt x="977541" y="498658"/>
                  <a:pt x="978834" y="497368"/>
                  <a:pt x="980430" y="497368"/>
                </a:cubicBezTo>
                <a:close/>
                <a:moveTo>
                  <a:pt x="2593467" y="496823"/>
                </a:moveTo>
                <a:cubicBezTo>
                  <a:pt x="2595362" y="496823"/>
                  <a:pt x="2596898" y="498361"/>
                  <a:pt x="2596898" y="500254"/>
                </a:cubicBezTo>
                <a:cubicBezTo>
                  <a:pt x="2596898" y="502149"/>
                  <a:pt x="2595362" y="503687"/>
                  <a:pt x="2593467" y="503687"/>
                </a:cubicBezTo>
                <a:cubicBezTo>
                  <a:pt x="2591573" y="503687"/>
                  <a:pt x="2590037" y="502149"/>
                  <a:pt x="2590037" y="500254"/>
                </a:cubicBezTo>
                <a:cubicBezTo>
                  <a:pt x="2590037" y="498361"/>
                  <a:pt x="2591573" y="496823"/>
                  <a:pt x="2593467" y="496823"/>
                </a:cubicBezTo>
                <a:close/>
                <a:moveTo>
                  <a:pt x="1095646" y="496823"/>
                </a:moveTo>
                <a:cubicBezTo>
                  <a:pt x="1097541" y="496823"/>
                  <a:pt x="1099077" y="498361"/>
                  <a:pt x="1099077" y="500254"/>
                </a:cubicBezTo>
                <a:cubicBezTo>
                  <a:pt x="1099077" y="502149"/>
                  <a:pt x="1097541" y="503687"/>
                  <a:pt x="1095646" y="503687"/>
                </a:cubicBezTo>
                <a:cubicBezTo>
                  <a:pt x="1093752" y="503687"/>
                  <a:pt x="1092216" y="502149"/>
                  <a:pt x="1092216" y="500254"/>
                </a:cubicBezTo>
                <a:cubicBezTo>
                  <a:pt x="1092216" y="498361"/>
                  <a:pt x="1093752" y="496823"/>
                  <a:pt x="1095646" y="496823"/>
                </a:cubicBezTo>
                <a:close/>
                <a:moveTo>
                  <a:pt x="2478250" y="496324"/>
                </a:moveTo>
                <a:cubicBezTo>
                  <a:pt x="2480421" y="496324"/>
                  <a:pt x="2482181" y="498086"/>
                  <a:pt x="2482181" y="500254"/>
                </a:cubicBezTo>
                <a:cubicBezTo>
                  <a:pt x="2482181" y="502426"/>
                  <a:pt x="2480421" y="504187"/>
                  <a:pt x="2478250" y="504187"/>
                </a:cubicBezTo>
                <a:cubicBezTo>
                  <a:pt x="2476079" y="504187"/>
                  <a:pt x="2474320" y="502426"/>
                  <a:pt x="2474320" y="500254"/>
                </a:cubicBezTo>
                <a:cubicBezTo>
                  <a:pt x="2474320" y="498086"/>
                  <a:pt x="2476079" y="496324"/>
                  <a:pt x="2478250" y="496324"/>
                </a:cubicBezTo>
                <a:close/>
                <a:moveTo>
                  <a:pt x="1210864" y="496324"/>
                </a:moveTo>
                <a:cubicBezTo>
                  <a:pt x="1213035" y="496324"/>
                  <a:pt x="1214794" y="498086"/>
                  <a:pt x="1214794" y="500254"/>
                </a:cubicBezTo>
                <a:cubicBezTo>
                  <a:pt x="1214794" y="502426"/>
                  <a:pt x="1213035" y="504187"/>
                  <a:pt x="1210864" y="504187"/>
                </a:cubicBezTo>
                <a:cubicBezTo>
                  <a:pt x="1208693" y="504187"/>
                  <a:pt x="1206933" y="502426"/>
                  <a:pt x="1206933" y="500254"/>
                </a:cubicBezTo>
                <a:cubicBezTo>
                  <a:pt x="1206933" y="498086"/>
                  <a:pt x="1208693" y="496324"/>
                  <a:pt x="1210864" y="496324"/>
                </a:cubicBezTo>
                <a:close/>
                <a:moveTo>
                  <a:pt x="2363034" y="495886"/>
                </a:moveTo>
                <a:cubicBezTo>
                  <a:pt x="2365449" y="495886"/>
                  <a:pt x="2367407" y="497842"/>
                  <a:pt x="2367407" y="500254"/>
                </a:cubicBezTo>
                <a:cubicBezTo>
                  <a:pt x="2367407" y="502668"/>
                  <a:pt x="2365449" y="504627"/>
                  <a:pt x="2363034" y="504627"/>
                </a:cubicBezTo>
                <a:cubicBezTo>
                  <a:pt x="2360619" y="504627"/>
                  <a:pt x="2358661" y="502668"/>
                  <a:pt x="2358661" y="500254"/>
                </a:cubicBezTo>
                <a:cubicBezTo>
                  <a:pt x="2358661" y="497842"/>
                  <a:pt x="2360619" y="495886"/>
                  <a:pt x="2363034" y="495886"/>
                </a:cubicBezTo>
                <a:close/>
                <a:moveTo>
                  <a:pt x="1326080" y="495886"/>
                </a:moveTo>
                <a:cubicBezTo>
                  <a:pt x="1328495" y="495886"/>
                  <a:pt x="1330453" y="497842"/>
                  <a:pt x="1330453" y="500254"/>
                </a:cubicBezTo>
                <a:cubicBezTo>
                  <a:pt x="1330453" y="502668"/>
                  <a:pt x="1328495" y="504627"/>
                  <a:pt x="1326080" y="504627"/>
                </a:cubicBezTo>
                <a:cubicBezTo>
                  <a:pt x="1323665" y="504627"/>
                  <a:pt x="1321708" y="502668"/>
                  <a:pt x="1321708" y="500254"/>
                </a:cubicBezTo>
                <a:cubicBezTo>
                  <a:pt x="1321708" y="497842"/>
                  <a:pt x="1323665" y="495886"/>
                  <a:pt x="1326080" y="495886"/>
                </a:cubicBezTo>
                <a:close/>
                <a:moveTo>
                  <a:pt x="2247817" y="495421"/>
                </a:moveTo>
                <a:cubicBezTo>
                  <a:pt x="2250488" y="495421"/>
                  <a:pt x="2252654" y="497583"/>
                  <a:pt x="2252654" y="500254"/>
                </a:cubicBezTo>
                <a:cubicBezTo>
                  <a:pt x="2252654" y="502925"/>
                  <a:pt x="2250488" y="505095"/>
                  <a:pt x="2247817" y="505095"/>
                </a:cubicBezTo>
                <a:cubicBezTo>
                  <a:pt x="2245145" y="505095"/>
                  <a:pt x="2242979" y="502925"/>
                  <a:pt x="2242979" y="500254"/>
                </a:cubicBezTo>
                <a:cubicBezTo>
                  <a:pt x="2242979" y="497583"/>
                  <a:pt x="2245145" y="495421"/>
                  <a:pt x="2247817" y="495421"/>
                </a:cubicBezTo>
                <a:close/>
                <a:moveTo>
                  <a:pt x="1441298" y="495421"/>
                </a:moveTo>
                <a:cubicBezTo>
                  <a:pt x="1443970" y="495421"/>
                  <a:pt x="1446135" y="497583"/>
                  <a:pt x="1446135" y="500254"/>
                </a:cubicBezTo>
                <a:cubicBezTo>
                  <a:pt x="1446135" y="502925"/>
                  <a:pt x="1443970" y="505093"/>
                  <a:pt x="1441298" y="505093"/>
                </a:cubicBezTo>
                <a:cubicBezTo>
                  <a:pt x="1438626" y="505093"/>
                  <a:pt x="1436460" y="502925"/>
                  <a:pt x="1436460" y="500254"/>
                </a:cubicBezTo>
                <a:cubicBezTo>
                  <a:pt x="1436460" y="497583"/>
                  <a:pt x="1438627" y="495421"/>
                  <a:pt x="1441298" y="495421"/>
                </a:cubicBezTo>
                <a:close/>
                <a:moveTo>
                  <a:pt x="2132600" y="495127"/>
                </a:moveTo>
                <a:cubicBezTo>
                  <a:pt x="2135432" y="495127"/>
                  <a:pt x="2137727" y="497423"/>
                  <a:pt x="2137727" y="500254"/>
                </a:cubicBezTo>
                <a:cubicBezTo>
                  <a:pt x="2137727" y="503085"/>
                  <a:pt x="2135432" y="505385"/>
                  <a:pt x="2132600" y="505385"/>
                </a:cubicBezTo>
                <a:cubicBezTo>
                  <a:pt x="2129768" y="505385"/>
                  <a:pt x="2127472" y="503085"/>
                  <a:pt x="2127472" y="500254"/>
                </a:cubicBezTo>
                <a:cubicBezTo>
                  <a:pt x="2127472" y="497423"/>
                  <a:pt x="2129768" y="495127"/>
                  <a:pt x="2132600" y="495127"/>
                </a:cubicBezTo>
                <a:close/>
                <a:moveTo>
                  <a:pt x="1556514" y="495127"/>
                </a:moveTo>
                <a:cubicBezTo>
                  <a:pt x="1559346" y="495127"/>
                  <a:pt x="1561642" y="497423"/>
                  <a:pt x="1561642" y="500254"/>
                </a:cubicBezTo>
                <a:cubicBezTo>
                  <a:pt x="1561642" y="503085"/>
                  <a:pt x="1559346" y="505385"/>
                  <a:pt x="1556514" y="505385"/>
                </a:cubicBezTo>
                <a:cubicBezTo>
                  <a:pt x="1553683" y="505385"/>
                  <a:pt x="1551387" y="503085"/>
                  <a:pt x="1551387" y="500254"/>
                </a:cubicBezTo>
                <a:cubicBezTo>
                  <a:pt x="1551387" y="497423"/>
                  <a:pt x="1553683" y="495127"/>
                  <a:pt x="1556514" y="495127"/>
                </a:cubicBezTo>
                <a:close/>
                <a:moveTo>
                  <a:pt x="2017383" y="494930"/>
                </a:moveTo>
                <a:cubicBezTo>
                  <a:pt x="2020324" y="494930"/>
                  <a:pt x="2022708" y="497315"/>
                  <a:pt x="2022708" y="500254"/>
                </a:cubicBezTo>
                <a:cubicBezTo>
                  <a:pt x="2022708" y="503195"/>
                  <a:pt x="2020324" y="505582"/>
                  <a:pt x="2017383" y="505582"/>
                </a:cubicBezTo>
                <a:cubicBezTo>
                  <a:pt x="2014441" y="505582"/>
                  <a:pt x="2012057" y="503195"/>
                  <a:pt x="2012057" y="500254"/>
                </a:cubicBezTo>
                <a:cubicBezTo>
                  <a:pt x="2012057" y="497315"/>
                  <a:pt x="2014442" y="494930"/>
                  <a:pt x="2017383" y="494930"/>
                </a:cubicBezTo>
                <a:close/>
                <a:moveTo>
                  <a:pt x="1671732" y="494930"/>
                </a:moveTo>
                <a:cubicBezTo>
                  <a:pt x="1674673" y="494930"/>
                  <a:pt x="1677057" y="497315"/>
                  <a:pt x="1677057" y="500254"/>
                </a:cubicBezTo>
                <a:cubicBezTo>
                  <a:pt x="1677057" y="503195"/>
                  <a:pt x="1674673" y="505582"/>
                  <a:pt x="1671732" y="505582"/>
                </a:cubicBezTo>
                <a:cubicBezTo>
                  <a:pt x="1668790" y="505582"/>
                  <a:pt x="1666406" y="503195"/>
                  <a:pt x="1666406" y="500254"/>
                </a:cubicBezTo>
                <a:cubicBezTo>
                  <a:pt x="1666406" y="497315"/>
                  <a:pt x="1668791" y="494930"/>
                  <a:pt x="1671732" y="494930"/>
                </a:cubicBezTo>
                <a:close/>
                <a:moveTo>
                  <a:pt x="1902166" y="494828"/>
                </a:moveTo>
                <a:cubicBezTo>
                  <a:pt x="1905162" y="494828"/>
                  <a:pt x="1907591" y="497260"/>
                  <a:pt x="1907591" y="500254"/>
                </a:cubicBezTo>
                <a:cubicBezTo>
                  <a:pt x="1907591" y="503252"/>
                  <a:pt x="1905162" y="505680"/>
                  <a:pt x="1902166" y="505680"/>
                </a:cubicBezTo>
                <a:cubicBezTo>
                  <a:pt x="1899169" y="505680"/>
                  <a:pt x="1896740" y="503252"/>
                  <a:pt x="1896740" y="500254"/>
                </a:cubicBezTo>
                <a:cubicBezTo>
                  <a:pt x="1896740" y="497260"/>
                  <a:pt x="1899169" y="494828"/>
                  <a:pt x="1902166" y="494828"/>
                </a:cubicBezTo>
                <a:close/>
                <a:moveTo>
                  <a:pt x="1786949" y="494828"/>
                </a:moveTo>
                <a:cubicBezTo>
                  <a:pt x="1789945" y="494828"/>
                  <a:pt x="1792374" y="497260"/>
                  <a:pt x="1792374" y="500254"/>
                </a:cubicBezTo>
                <a:cubicBezTo>
                  <a:pt x="1792374" y="503252"/>
                  <a:pt x="1789945" y="505680"/>
                  <a:pt x="1786949" y="505680"/>
                </a:cubicBezTo>
                <a:cubicBezTo>
                  <a:pt x="1783952" y="505680"/>
                  <a:pt x="1781522" y="503252"/>
                  <a:pt x="1781522" y="500254"/>
                </a:cubicBezTo>
                <a:cubicBezTo>
                  <a:pt x="1781522" y="497260"/>
                  <a:pt x="1783952" y="494828"/>
                  <a:pt x="1786949" y="494828"/>
                </a:cubicBezTo>
                <a:close/>
                <a:moveTo>
                  <a:pt x="2996727" y="399242"/>
                </a:moveTo>
                <a:cubicBezTo>
                  <a:pt x="2997405" y="399242"/>
                  <a:pt x="2997955" y="399791"/>
                  <a:pt x="2997955" y="400472"/>
                </a:cubicBezTo>
                <a:cubicBezTo>
                  <a:pt x="2997955" y="401149"/>
                  <a:pt x="2997405" y="401698"/>
                  <a:pt x="2996727" y="401698"/>
                </a:cubicBezTo>
                <a:cubicBezTo>
                  <a:pt x="2996050" y="401698"/>
                  <a:pt x="2995500" y="401149"/>
                  <a:pt x="2995500" y="400472"/>
                </a:cubicBezTo>
                <a:cubicBezTo>
                  <a:pt x="2995500" y="399791"/>
                  <a:pt x="2996050" y="399242"/>
                  <a:pt x="2996727" y="399242"/>
                </a:cubicBezTo>
                <a:close/>
                <a:moveTo>
                  <a:pt x="692388" y="399242"/>
                </a:moveTo>
                <a:cubicBezTo>
                  <a:pt x="693065" y="399242"/>
                  <a:pt x="693615" y="399791"/>
                  <a:pt x="693615" y="400469"/>
                </a:cubicBezTo>
                <a:cubicBezTo>
                  <a:pt x="693615" y="401148"/>
                  <a:pt x="693065" y="401695"/>
                  <a:pt x="692388" y="401695"/>
                </a:cubicBezTo>
                <a:cubicBezTo>
                  <a:pt x="691710" y="401695"/>
                  <a:pt x="691160" y="401148"/>
                  <a:pt x="691160" y="400469"/>
                </a:cubicBezTo>
                <a:cubicBezTo>
                  <a:pt x="691160" y="399791"/>
                  <a:pt x="691710" y="399242"/>
                  <a:pt x="692388" y="399242"/>
                </a:cubicBezTo>
                <a:close/>
                <a:moveTo>
                  <a:pt x="2881510" y="398824"/>
                </a:moveTo>
                <a:cubicBezTo>
                  <a:pt x="2882421" y="398824"/>
                  <a:pt x="2883159" y="399561"/>
                  <a:pt x="2883159" y="400472"/>
                </a:cubicBezTo>
                <a:cubicBezTo>
                  <a:pt x="2883159" y="401384"/>
                  <a:pt x="2882421" y="402122"/>
                  <a:pt x="2881510" y="402122"/>
                </a:cubicBezTo>
                <a:cubicBezTo>
                  <a:pt x="2880600" y="402122"/>
                  <a:pt x="2879862" y="401384"/>
                  <a:pt x="2879862" y="400472"/>
                </a:cubicBezTo>
                <a:cubicBezTo>
                  <a:pt x="2879862" y="399561"/>
                  <a:pt x="2880600" y="398824"/>
                  <a:pt x="2881510" y="398824"/>
                </a:cubicBezTo>
                <a:close/>
                <a:moveTo>
                  <a:pt x="807603" y="398822"/>
                </a:moveTo>
                <a:cubicBezTo>
                  <a:pt x="808514" y="398822"/>
                  <a:pt x="809252" y="399561"/>
                  <a:pt x="809252" y="400472"/>
                </a:cubicBezTo>
                <a:cubicBezTo>
                  <a:pt x="809252" y="401384"/>
                  <a:pt x="808514" y="402119"/>
                  <a:pt x="807603" y="402119"/>
                </a:cubicBezTo>
                <a:cubicBezTo>
                  <a:pt x="806693" y="402119"/>
                  <a:pt x="805955" y="401384"/>
                  <a:pt x="805955" y="400472"/>
                </a:cubicBezTo>
                <a:cubicBezTo>
                  <a:pt x="805955" y="399561"/>
                  <a:pt x="806693" y="398822"/>
                  <a:pt x="807603" y="398822"/>
                </a:cubicBezTo>
                <a:close/>
                <a:moveTo>
                  <a:pt x="2766293" y="398406"/>
                </a:moveTo>
                <a:cubicBezTo>
                  <a:pt x="2767434" y="398406"/>
                  <a:pt x="2768360" y="399331"/>
                  <a:pt x="2768360" y="400477"/>
                </a:cubicBezTo>
                <a:cubicBezTo>
                  <a:pt x="2768360" y="401614"/>
                  <a:pt x="2767434" y="402540"/>
                  <a:pt x="2766293" y="402540"/>
                </a:cubicBezTo>
                <a:cubicBezTo>
                  <a:pt x="2765152" y="402540"/>
                  <a:pt x="2764227" y="401614"/>
                  <a:pt x="2764227" y="400477"/>
                </a:cubicBezTo>
                <a:cubicBezTo>
                  <a:pt x="2764227" y="399331"/>
                  <a:pt x="2765152" y="398406"/>
                  <a:pt x="2766293" y="398406"/>
                </a:cubicBezTo>
                <a:close/>
                <a:moveTo>
                  <a:pt x="922821" y="398406"/>
                </a:moveTo>
                <a:cubicBezTo>
                  <a:pt x="923962" y="398406"/>
                  <a:pt x="924887" y="399331"/>
                  <a:pt x="924887" y="400477"/>
                </a:cubicBezTo>
                <a:cubicBezTo>
                  <a:pt x="924887" y="401614"/>
                  <a:pt x="923962" y="402540"/>
                  <a:pt x="922821" y="402540"/>
                </a:cubicBezTo>
                <a:cubicBezTo>
                  <a:pt x="921679" y="402540"/>
                  <a:pt x="920754" y="401614"/>
                  <a:pt x="920754" y="400477"/>
                </a:cubicBezTo>
                <a:cubicBezTo>
                  <a:pt x="920754" y="399331"/>
                  <a:pt x="921679" y="398406"/>
                  <a:pt x="922821" y="398406"/>
                </a:cubicBezTo>
                <a:close/>
                <a:moveTo>
                  <a:pt x="2651076" y="398013"/>
                </a:moveTo>
                <a:cubicBezTo>
                  <a:pt x="2652435" y="398013"/>
                  <a:pt x="2653537" y="399118"/>
                  <a:pt x="2653537" y="400477"/>
                </a:cubicBezTo>
                <a:cubicBezTo>
                  <a:pt x="2653537" y="401835"/>
                  <a:pt x="2652435" y="402933"/>
                  <a:pt x="2651076" y="402933"/>
                </a:cubicBezTo>
                <a:cubicBezTo>
                  <a:pt x="2649718" y="402933"/>
                  <a:pt x="2648616" y="401835"/>
                  <a:pt x="2648616" y="400477"/>
                </a:cubicBezTo>
                <a:cubicBezTo>
                  <a:pt x="2648616" y="399118"/>
                  <a:pt x="2649718" y="398013"/>
                  <a:pt x="2651076" y="398013"/>
                </a:cubicBezTo>
                <a:close/>
                <a:moveTo>
                  <a:pt x="1038038" y="397942"/>
                </a:moveTo>
                <a:cubicBezTo>
                  <a:pt x="1039435" y="397942"/>
                  <a:pt x="1040568" y="399075"/>
                  <a:pt x="1040568" y="400477"/>
                </a:cubicBezTo>
                <a:cubicBezTo>
                  <a:pt x="1040568" y="401870"/>
                  <a:pt x="1039435" y="403005"/>
                  <a:pt x="1038038" y="403005"/>
                </a:cubicBezTo>
                <a:cubicBezTo>
                  <a:pt x="1036641" y="403005"/>
                  <a:pt x="1035508" y="401870"/>
                  <a:pt x="1035508" y="400477"/>
                </a:cubicBezTo>
                <a:cubicBezTo>
                  <a:pt x="1035508" y="399075"/>
                  <a:pt x="1036641" y="397942"/>
                  <a:pt x="1038038" y="397942"/>
                </a:cubicBezTo>
                <a:close/>
                <a:moveTo>
                  <a:pt x="2535859" y="397509"/>
                </a:moveTo>
                <a:cubicBezTo>
                  <a:pt x="2537496" y="397509"/>
                  <a:pt x="2538822" y="398836"/>
                  <a:pt x="2538822" y="400477"/>
                </a:cubicBezTo>
                <a:cubicBezTo>
                  <a:pt x="2538822" y="402113"/>
                  <a:pt x="2537496" y="403436"/>
                  <a:pt x="2535859" y="403436"/>
                </a:cubicBezTo>
                <a:cubicBezTo>
                  <a:pt x="2534223" y="403436"/>
                  <a:pt x="2532896" y="402113"/>
                  <a:pt x="2532896" y="400477"/>
                </a:cubicBezTo>
                <a:cubicBezTo>
                  <a:pt x="2532896" y="398836"/>
                  <a:pt x="2534223" y="397509"/>
                  <a:pt x="2535859" y="397509"/>
                </a:cubicBezTo>
                <a:close/>
                <a:moveTo>
                  <a:pt x="1153255" y="397509"/>
                </a:moveTo>
                <a:cubicBezTo>
                  <a:pt x="1154892" y="397509"/>
                  <a:pt x="1156218" y="398836"/>
                  <a:pt x="1156218" y="400477"/>
                </a:cubicBezTo>
                <a:cubicBezTo>
                  <a:pt x="1156218" y="402113"/>
                  <a:pt x="1154892" y="403436"/>
                  <a:pt x="1153255" y="403436"/>
                </a:cubicBezTo>
                <a:cubicBezTo>
                  <a:pt x="1151619" y="403436"/>
                  <a:pt x="1150292" y="402113"/>
                  <a:pt x="1150292" y="400477"/>
                </a:cubicBezTo>
                <a:cubicBezTo>
                  <a:pt x="1150292" y="398836"/>
                  <a:pt x="1151619" y="397509"/>
                  <a:pt x="1153255" y="397509"/>
                </a:cubicBezTo>
                <a:close/>
                <a:moveTo>
                  <a:pt x="2420642" y="397124"/>
                </a:moveTo>
                <a:cubicBezTo>
                  <a:pt x="2422492" y="397124"/>
                  <a:pt x="2423993" y="398626"/>
                  <a:pt x="2423993" y="400477"/>
                </a:cubicBezTo>
                <a:cubicBezTo>
                  <a:pt x="2423993" y="402326"/>
                  <a:pt x="2422492" y="403827"/>
                  <a:pt x="2420642" y="403827"/>
                </a:cubicBezTo>
                <a:cubicBezTo>
                  <a:pt x="2418792" y="403827"/>
                  <a:pt x="2417292" y="402326"/>
                  <a:pt x="2417292" y="400477"/>
                </a:cubicBezTo>
                <a:cubicBezTo>
                  <a:pt x="2417292" y="398626"/>
                  <a:pt x="2418792" y="397124"/>
                  <a:pt x="2420642" y="397124"/>
                </a:cubicBezTo>
                <a:close/>
                <a:moveTo>
                  <a:pt x="1268471" y="397124"/>
                </a:moveTo>
                <a:cubicBezTo>
                  <a:pt x="1270322" y="397124"/>
                  <a:pt x="1271822" y="398626"/>
                  <a:pt x="1271822" y="400477"/>
                </a:cubicBezTo>
                <a:cubicBezTo>
                  <a:pt x="1271822" y="402326"/>
                  <a:pt x="1270322" y="403827"/>
                  <a:pt x="1268471" y="403827"/>
                </a:cubicBezTo>
                <a:cubicBezTo>
                  <a:pt x="1266621" y="403827"/>
                  <a:pt x="1265121" y="402326"/>
                  <a:pt x="1265121" y="400477"/>
                </a:cubicBezTo>
                <a:cubicBezTo>
                  <a:pt x="1265121" y="398626"/>
                  <a:pt x="1266621" y="397124"/>
                  <a:pt x="1268471" y="397124"/>
                </a:cubicBezTo>
                <a:close/>
                <a:moveTo>
                  <a:pt x="2305425" y="396796"/>
                </a:moveTo>
                <a:cubicBezTo>
                  <a:pt x="2307455" y="396796"/>
                  <a:pt x="2309101" y="398442"/>
                  <a:pt x="2309101" y="400477"/>
                </a:cubicBezTo>
                <a:cubicBezTo>
                  <a:pt x="2309101" y="402503"/>
                  <a:pt x="2307455" y="404150"/>
                  <a:pt x="2305425" y="404150"/>
                </a:cubicBezTo>
                <a:cubicBezTo>
                  <a:pt x="2303395" y="404150"/>
                  <a:pt x="2301749" y="402503"/>
                  <a:pt x="2301749" y="400477"/>
                </a:cubicBezTo>
                <a:cubicBezTo>
                  <a:pt x="2301749" y="398442"/>
                  <a:pt x="2303395" y="396796"/>
                  <a:pt x="2305425" y="396796"/>
                </a:cubicBezTo>
                <a:close/>
                <a:moveTo>
                  <a:pt x="1383689" y="396796"/>
                </a:moveTo>
                <a:cubicBezTo>
                  <a:pt x="1385720" y="396796"/>
                  <a:pt x="1387366" y="398442"/>
                  <a:pt x="1387366" y="400477"/>
                </a:cubicBezTo>
                <a:cubicBezTo>
                  <a:pt x="1387366" y="402503"/>
                  <a:pt x="1385720" y="404150"/>
                  <a:pt x="1383689" y="404150"/>
                </a:cubicBezTo>
                <a:cubicBezTo>
                  <a:pt x="1381659" y="404150"/>
                  <a:pt x="1380013" y="402503"/>
                  <a:pt x="1380013" y="400477"/>
                </a:cubicBezTo>
                <a:cubicBezTo>
                  <a:pt x="1380013" y="398442"/>
                  <a:pt x="1381659" y="396796"/>
                  <a:pt x="1383689" y="396796"/>
                </a:cubicBezTo>
                <a:close/>
                <a:moveTo>
                  <a:pt x="2190208" y="396457"/>
                </a:moveTo>
                <a:cubicBezTo>
                  <a:pt x="2192427" y="396457"/>
                  <a:pt x="2194225" y="398253"/>
                  <a:pt x="2194225" y="400477"/>
                </a:cubicBezTo>
                <a:cubicBezTo>
                  <a:pt x="2194225" y="402692"/>
                  <a:pt x="2192427" y="404489"/>
                  <a:pt x="2190208" y="404489"/>
                </a:cubicBezTo>
                <a:cubicBezTo>
                  <a:pt x="2187989" y="404489"/>
                  <a:pt x="2186191" y="402692"/>
                  <a:pt x="2186191" y="400477"/>
                </a:cubicBezTo>
                <a:cubicBezTo>
                  <a:pt x="2186191" y="398253"/>
                  <a:pt x="2187989" y="396457"/>
                  <a:pt x="2190208" y="396457"/>
                </a:cubicBezTo>
                <a:close/>
                <a:moveTo>
                  <a:pt x="1498906" y="396457"/>
                </a:moveTo>
                <a:cubicBezTo>
                  <a:pt x="1501124" y="396457"/>
                  <a:pt x="1502923" y="398253"/>
                  <a:pt x="1502923" y="400477"/>
                </a:cubicBezTo>
                <a:cubicBezTo>
                  <a:pt x="1502923" y="402692"/>
                  <a:pt x="1501124" y="404489"/>
                  <a:pt x="1498906" y="404489"/>
                </a:cubicBezTo>
                <a:cubicBezTo>
                  <a:pt x="1496687" y="404489"/>
                  <a:pt x="1494889" y="402692"/>
                  <a:pt x="1494889" y="400477"/>
                </a:cubicBezTo>
                <a:cubicBezTo>
                  <a:pt x="1494889" y="398253"/>
                  <a:pt x="1496687" y="396457"/>
                  <a:pt x="1498906" y="396457"/>
                </a:cubicBezTo>
                <a:close/>
                <a:moveTo>
                  <a:pt x="2074991" y="396190"/>
                </a:moveTo>
                <a:cubicBezTo>
                  <a:pt x="2077356" y="396190"/>
                  <a:pt x="2079273" y="398108"/>
                  <a:pt x="2079273" y="400477"/>
                </a:cubicBezTo>
                <a:cubicBezTo>
                  <a:pt x="2079273" y="402839"/>
                  <a:pt x="2077356" y="404757"/>
                  <a:pt x="2074991" y="404757"/>
                </a:cubicBezTo>
                <a:cubicBezTo>
                  <a:pt x="2072626" y="404757"/>
                  <a:pt x="2070709" y="402839"/>
                  <a:pt x="2070709" y="400477"/>
                </a:cubicBezTo>
                <a:cubicBezTo>
                  <a:pt x="2070709" y="398108"/>
                  <a:pt x="2072626" y="396190"/>
                  <a:pt x="2074991" y="396190"/>
                </a:cubicBezTo>
                <a:close/>
                <a:moveTo>
                  <a:pt x="1614123" y="396190"/>
                </a:moveTo>
                <a:cubicBezTo>
                  <a:pt x="1616487" y="396190"/>
                  <a:pt x="1618405" y="398108"/>
                  <a:pt x="1618405" y="400477"/>
                </a:cubicBezTo>
                <a:cubicBezTo>
                  <a:pt x="1618405" y="402839"/>
                  <a:pt x="1616487" y="404757"/>
                  <a:pt x="1614123" y="404757"/>
                </a:cubicBezTo>
                <a:cubicBezTo>
                  <a:pt x="1611758" y="404757"/>
                  <a:pt x="1609841" y="402839"/>
                  <a:pt x="1609841" y="400477"/>
                </a:cubicBezTo>
                <a:cubicBezTo>
                  <a:pt x="1609841" y="398108"/>
                  <a:pt x="1611758" y="396190"/>
                  <a:pt x="1614123" y="396190"/>
                </a:cubicBezTo>
                <a:close/>
                <a:moveTo>
                  <a:pt x="1959774" y="396099"/>
                </a:moveTo>
                <a:cubicBezTo>
                  <a:pt x="1962189" y="396099"/>
                  <a:pt x="1964146" y="398058"/>
                  <a:pt x="1964146" y="400477"/>
                </a:cubicBezTo>
                <a:cubicBezTo>
                  <a:pt x="1964146" y="402889"/>
                  <a:pt x="1962189" y="404847"/>
                  <a:pt x="1959774" y="404847"/>
                </a:cubicBezTo>
                <a:cubicBezTo>
                  <a:pt x="1957359" y="404847"/>
                  <a:pt x="1955401" y="402889"/>
                  <a:pt x="1955401" y="400477"/>
                </a:cubicBezTo>
                <a:cubicBezTo>
                  <a:pt x="1955401" y="398058"/>
                  <a:pt x="1957359" y="396099"/>
                  <a:pt x="1959774" y="396099"/>
                </a:cubicBezTo>
                <a:close/>
                <a:moveTo>
                  <a:pt x="1729340" y="396099"/>
                </a:moveTo>
                <a:cubicBezTo>
                  <a:pt x="1731755" y="396099"/>
                  <a:pt x="1733713" y="398058"/>
                  <a:pt x="1733713" y="400477"/>
                </a:cubicBezTo>
                <a:cubicBezTo>
                  <a:pt x="1733713" y="402889"/>
                  <a:pt x="1731755" y="404847"/>
                  <a:pt x="1729340" y="404847"/>
                </a:cubicBezTo>
                <a:cubicBezTo>
                  <a:pt x="1726925" y="404847"/>
                  <a:pt x="1724968" y="402889"/>
                  <a:pt x="1724968" y="400477"/>
                </a:cubicBezTo>
                <a:cubicBezTo>
                  <a:pt x="1724968" y="398058"/>
                  <a:pt x="1726925" y="396099"/>
                  <a:pt x="1729340" y="396099"/>
                </a:cubicBezTo>
                <a:close/>
                <a:moveTo>
                  <a:pt x="1844557" y="396010"/>
                </a:moveTo>
                <a:cubicBezTo>
                  <a:pt x="1847022" y="396010"/>
                  <a:pt x="1849021" y="398010"/>
                  <a:pt x="1849021" y="400477"/>
                </a:cubicBezTo>
                <a:cubicBezTo>
                  <a:pt x="1849021" y="402936"/>
                  <a:pt x="1847022" y="404934"/>
                  <a:pt x="1844557" y="404934"/>
                </a:cubicBezTo>
                <a:cubicBezTo>
                  <a:pt x="1842091" y="404934"/>
                  <a:pt x="1840093" y="402936"/>
                  <a:pt x="1840093" y="400477"/>
                </a:cubicBezTo>
                <a:cubicBezTo>
                  <a:pt x="1840093" y="398010"/>
                  <a:pt x="1842091" y="396010"/>
                  <a:pt x="1844557" y="396010"/>
                </a:cubicBezTo>
                <a:close/>
                <a:moveTo>
                  <a:pt x="2823902" y="299312"/>
                </a:moveTo>
                <a:cubicBezTo>
                  <a:pt x="2824663" y="299312"/>
                  <a:pt x="2825281" y="299930"/>
                  <a:pt x="2825281" y="300691"/>
                </a:cubicBezTo>
                <a:cubicBezTo>
                  <a:pt x="2825281" y="301451"/>
                  <a:pt x="2824663" y="302071"/>
                  <a:pt x="2823902" y="302071"/>
                </a:cubicBezTo>
                <a:cubicBezTo>
                  <a:pt x="2823141" y="302071"/>
                  <a:pt x="2822524" y="301451"/>
                  <a:pt x="2822524" y="300691"/>
                </a:cubicBezTo>
                <a:cubicBezTo>
                  <a:pt x="2822524" y="299930"/>
                  <a:pt x="2823141" y="299312"/>
                  <a:pt x="2823902" y="299312"/>
                </a:cubicBezTo>
                <a:close/>
                <a:moveTo>
                  <a:pt x="865213" y="299312"/>
                </a:moveTo>
                <a:cubicBezTo>
                  <a:pt x="865974" y="299312"/>
                  <a:pt x="866591" y="299930"/>
                  <a:pt x="866591" y="300691"/>
                </a:cubicBezTo>
                <a:cubicBezTo>
                  <a:pt x="866591" y="301451"/>
                  <a:pt x="865974" y="302069"/>
                  <a:pt x="865213" y="302069"/>
                </a:cubicBezTo>
                <a:cubicBezTo>
                  <a:pt x="864451" y="302069"/>
                  <a:pt x="863834" y="301451"/>
                  <a:pt x="863834" y="300691"/>
                </a:cubicBezTo>
                <a:cubicBezTo>
                  <a:pt x="863834" y="299930"/>
                  <a:pt x="864452" y="299312"/>
                  <a:pt x="865213" y="299312"/>
                </a:cubicBezTo>
                <a:close/>
                <a:moveTo>
                  <a:pt x="2708685" y="298985"/>
                </a:moveTo>
                <a:cubicBezTo>
                  <a:pt x="2709627" y="298985"/>
                  <a:pt x="2710391" y="299750"/>
                  <a:pt x="2710391" y="300691"/>
                </a:cubicBezTo>
                <a:cubicBezTo>
                  <a:pt x="2710391" y="301636"/>
                  <a:pt x="2709627" y="302397"/>
                  <a:pt x="2708685" y="302397"/>
                </a:cubicBezTo>
                <a:cubicBezTo>
                  <a:pt x="2707743" y="302397"/>
                  <a:pt x="2706980" y="301636"/>
                  <a:pt x="2706980" y="300691"/>
                </a:cubicBezTo>
                <a:cubicBezTo>
                  <a:pt x="2706980" y="299750"/>
                  <a:pt x="2707743" y="298985"/>
                  <a:pt x="2708685" y="298985"/>
                </a:cubicBezTo>
                <a:close/>
                <a:moveTo>
                  <a:pt x="980430" y="298985"/>
                </a:moveTo>
                <a:cubicBezTo>
                  <a:pt x="981372" y="298985"/>
                  <a:pt x="982135" y="299750"/>
                  <a:pt x="982135" y="300691"/>
                </a:cubicBezTo>
                <a:cubicBezTo>
                  <a:pt x="982135" y="301636"/>
                  <a:pt x="981372" y="302396"/>
                  <a:pt x="980430" y="302396"/>
                </a:cubicBezTo>
                <a:cubicBezTo>
                  <a:pt x="979488" y="302396"/>
                  <a:pt x="978724" y="301636"/>
                  <a:pt x="978724" y="300691"/>
                </a:cubicBezTo>
                <a:cubicBezTo>
                  <a:pt x="978724" y="299750"/>
                  <a:pt x="979488" y="298985"/>
                  <a:pt x="980430" y="298985"/>
                </a:cubicBezTo>
                <a:close/>
                <a:moveTo>
                  <a:pt x="2593468" y="298626"/>
                </a:moveTo>
                <a:cubicBezTo>
                  <a:pt x="2594609" y="298626"/>
                  <a:pt x="2595535" y="299553"/>
                  <a:pt x="2595535" y="300691"/>
                </a:cubicBezTo>
                <a:cubicBezTo>
                  <a:pt x="2595535" y="301831"/>
                  <a:pt x="2594609" y="302756"/>
                  <a:pt x="2593468" y="302756"/>
                </a:cubicBezTo>
                <a:cubicBezTo>
                  <a:pt x="2592326" y="302756"/>
                  <a:pt x="2591402" y="301831"/>
                  <a:pt x="2591402" y="300691"/>
                </a:cubicBezTo>
                <a:cubicBezTo>
                  <a:pt x="2591402" y="299553"/>
                  <a:pt x="2592326" y="298626"/>
                  <a:pt x="2593468" y="298626"/>
                </a:cubicBezTo>
                <a:close/>
                <a:moveTo>
                  <a:pt x="1095647" y="298626"/>
                </a:moveTo>
                <a:cubicBezTo>
                  <a:pt x="1096788" y="298626"/>
                  <a:pt x="1097713" y="299549"/>
                  <a:pt x="1097713" y="300691"/>
                </a:cubicBezTo>
                <a:cubicBezTo>
                  <a:pt x="1097713" y="301831"/>
                  <a:pt x="1096788" y="302756"/>
                  <a:pt x="1095647" y="302756"/>
                </a:cubicBezTo>
                <a:cubicBezTo>
                  <a:pt x="1094505" y="302756"/>
                  <a:pt x="1093581" y="301831"/>
                  <a:pt x="1093581" y="300691"/>
                </a:cubicBezTo>
                <a:cubicBezTo>
                  <a:pt x="1093581" y="299549"/>
                  <a:pt x="1094505" y="298626"/>
                  <a:pt x="1095647" y="298626"/>
                </a:cubicBezTo>
                <a:close/>
                <a:moveTo>
                  <a:pt x="2478251" y="298304"/>
                </a:moveTo>
                <a:cubicBezTo>
                  <a:pt x="2479572" y="298304"/>
                  <a:pt x="2480644" y="299367"/>
                  <a:pt x="2480644" y="300691"/>
                </a:cubicBezTo>
                <a:cubicBezTo>
                  <a:pt x="2480644" y="302012"/>
                  <a:pt x="2479572" y="303084"/>
                  <a:pt x="2478251" y="303084"/>
                </a:cubicBezTo>
                <a:cubicBezTo>
                  <a:pt x="2476929" y="303084"/>
                  <a:pt x="2475858" y="302012"/>
                  <a:pt x="2475858" y="300691"/>
                </a:cubicBezTo>
                <a:cubicBezTo>
                  <a:pt x="2475858" y="299367"/>
                  <a:pt x="2476929" y="298304"/>
                  <a:pt x="2478251" y="298304"/>
                </a:cubicBezTo>
                <a:close/>
                <a:moveTo>
                  <a:pt x="1210863" y="298304"/>
                </a:moveTo>
                <a:cubicBezTo>
                  <a:pt x="1212185" y="298304"/>
                  <a:pt x="1213256" y="299367"/>
                  <a:pt x="1213256" y="300691"/>
                </a:cubicBezTo>
                <a:cubicBezTo>
                  <a:pt x="1213256" y="302012"/>
                  <a:pt x="1212185" y="303084"/>
                  <a:pt x="1210863" y="303084"/>
                </a:cubicBezTo>
                <a:cubicBezTo>
                  <a:pt x="1209542" y="303084"/>
                  <a:pt x="1208470" y="302012"/>
                  <a:pt x="1208470" y="300691"/>
                </a:cubicBezTo>
                <a:cubicBezTo>
                  <a:pt x="1208470" y="299367"/>
                  <a:pt x="1209542" y="298304"/>
                  <a:pt x="1210863" y="298304"/>
                </a:cubicBezTo>
                <a:close/>
                <a:moveTo>
                  <a:pt x="2363034" y="297949"/>
                </a:moveTo>
                <a:cubicBezTo>
                  <a:pt x="2364548" y="297949"/>
                  <a:pt x="2365776" y="299177"/>
                  <a:pt x="2365776" y="300691"/>
                </a:cubicBezTo>
                <a:cubicBezTo>
                  <a:pt x="2365776" y="302207"/>
                  <a:pt x="2364548" y="303433"/>
                  <a:pt x="2363034" y="303433"/>
                </a:cubicBezTo>
                <a:cubicBezTo>
                  <a:pt x="2361519" y="303433"/>
                  <a:pt x="2360291" y="302207"/>
                  <a:pt x="2360291" y="300691"/>
                </a:cubicBezTo>
                <a:cubicBezTo>
                  <a:pt x="2360291" y="299177"/>
                  <a:pt x="2361519" y="297949"/>
                  <a:pt x="2363034" y="297949"/>
                </a:cubicBezTo>
                <a:close/>
                <a:moveTo>
                  <a:pt x="1326081" y="297949"/>
                </a:moveTo>
                <a:cubicBezTo>
                  <a:pt x="1327595" y="297949"/>
                  <a:pt x="1328823" y="299177"/>
                  <a:pt x="1328823" y="300691"/>
                </a:cubicBezTo>
                <a:cubicBezTo>
                  <a:pt x="1328823" y="302207"/>
                  <a:pt x="1327595" y="303433"/>
                  <a:pt x="1326081" y="303433"/>
                </a:cubicBezTo>
                <a:cubicBezTo>
                  <a:pt x="1324566" y="303433"/>
                  <a:pt x="1323338" y="302207"/>
                  <a:pt x="1323338" y="300691"/>
                </a:cubicBezTo>
                <a:cubicBezTo>
                  <a:pt x="1323338" y="299177"/>
                  <a:pt x="1324566" y="297949"/>
                  <a:pt x="1326081" y="297949"/>
                </a:cubicBezTo>
                <a:close/>
                <a:moveTo>
                  <a:pt x="2247817" y="297653"/>
                </a:moveTo>
                <a:cubicBezTo>
                  <a:pt x="2249495" y="297653"/>
                  <a:pt x="2250856" y="299013"/>
                  <a:pt x="2250856" y="300691"/>
                </a:cubicBezTo>
                <a:cubicBezTo>
                  <a:pt x="2250856" y="302371"/>
                  <a:pt x="2249495" y="303728"/>
                  <a:pt x="2247817" y="303728"/>
                </a:cubicBezTo>
                <a:cubicBezTo>
                  <a:pt x="2246139" y="303728"/>
                  <a:pt x="2244778" y="302371"/>
                  <a:pt x="2244778" y="300691"/>
                </a:cubicBezTo>
                <a:cubicBezTo>
                  <a:pt x="2244778" y="299013"/>
                  <a:pt x="2246139" y="297653"/>
                  <a:pt x="2247817" y="297653"/>
                </a:cubicBezTo>
                <a:close/>
                <a:moveTo>
                  <a:pt x="1441297" y="297653"/>
                </a:moveTo>
                <a:cubicBezTo>
                  <a:pt x="1442976" y="297653"/>
                  <a:pt x="1444337" y="299011"/>
                  <a:pt x="1444337" y="300691"/>
                </a:cubicBezTo>
                <a:cubicBezTo>
                  <a:pt x="1444337" y="302371"/>
                  <a:pt x="1442976" y="303728"/>
                  <a:pt x="1441297" y="303728"/>
                </a:cubicBezTo>
                <a:cubicBezTo>
                  <a:pt x="1439619" y="303728"/>
                  <a:pt x="1438258" y="302371"/>
                  <a:pt x="1438258" y="300691"/>
                </a:cubicBezTo>
                <a:cubicBezTo>
                  <a:pt x="1438258" y="299011"/>
                  <a:pt x="1439619" y="297653"/>
                  <a:pt x="1441297" y="297653"/>
                </a:cubicBezTo>
                <a:close/>
                <a:moveTo>
                  <a:pt x="2132600" y="297419"/>
                </a:moveTo>
                <a:cubicBezTo>
                  <a:pt x="2134406" y="297419"/>
                  <a:pt x="2135870" y="298884"/>
                  <a:pt x="2135870" y="300691"/>
                </a:cubicBezTo>
                <a:cubicBezTo>
                  <a:pt x="2135870" y="302498"/>
                  <a:pt x="2134406" y="303963"/>
                  <a:pt x="2132600" y="303963"/>
                </a:cubicBezTo>
                <a:cubicBezTo>
                  <a:pt x="2130793" y="303963"/>
                  <a:pt x="2129328" y="302498"/>
                  <a:pt x="2129328" y="300691"/>
                </a:cubicBezTo>
                <a:cubicBezTo>
                  <a:pt x="2129328" y="298884"/>
                  <a:pt x="2130793" y="297419"/>
                  <a:pt x="2132600" y="297419"/>
                </a:cubicBezTo>
                <a:close/>
                <a:moveTo>
                  <a:pt x="1556515" y="297419"/>
                </a:moveTo>
                <a:cubicBezTo>
                  <a:pt x="1558321" y="297419"/>
                  <a:pt x="1559786" y="298884"/>
                  <a:pt x="1559786" y="300691"/>
                </a:cubicBezTo>
                <a:cubicBezTo>
                  <a:pt x="1559786" y="302498"/>
                  <a:pt x="1558321" y="303963"/>
                  <a:pt x="1556515" y="303963"/>
                </a:cubicBezTo>
                <a:cubicBezTo>
                  <a:pt x="1554708" y="303963"/>
                  <a:pt x="1553244" y="302498"/>
                  <a:pt x="1553244" y="300691"/>
                </a:cubicBezTo>
                <a:cubicBezTo>
                  <a:pt x="1553244" y="298884"/>
                  <a:pt x="1554708" y="297419"/>
                  <a:pt x="1556515" y="297419"/>
                </a:cubicBezTo>
                <a:close/>
                <a:moveTo>
                  <a:pt x="2017383" y="297258"/>
                </a:moveTo>
                <a:cubicBezTo>
                  <a:pt x="2019278" y="297258"/>
                  <a:pt x="2020814" y="298795"/>
                  <a:pt x="2020814" y="300691"/>
                </a:cubicBezTo>
                <a:cubicBezTo>
                  <a:pt x="2020814" y="302584"/>
                  <a:pt x="2019278" y="304122"/>
                  <a:pt x="2017383" y="304122"/>
                </a:cubicBezTo>
                <a:cubicBezTo>
                  <a:pt x="2015488" y="304122"/>
                  <a:pt x="2013953" y="302584"/>
                  <a:pt x="2013953" y="300691"/>
                </a:cubicBezTo>
                <a:cubicBezTo>
                  <a:pt x="2013953" y="298795"/>
                  <a:pt x="2015488" y="297258"/>
                  <a:pt x="2017383" y="297258"/>
                </a:cubicBezTo>
                <a:close/>
                <a:moveTo>
                  <a:pt x="1671732" y="297258"/>
                </a:moveTo>
                <a:cubicBezTo>
                  <a:pt x="1673626" y="297258"/>
                  <a:pt x="1675162" y="298795"/>
                  <a:pt x="1675162" y="300691"/>
                </a:cubicBezTo>
                <a:cubicBezTo>
                  <a:pt x="1675162" y="302584"/>
                  <a:pt x="1673626" y="304122"/>
                  <a:pt x="1671732" y="304122"/>
                </a:cubicBezTo>
                <a:cubicBezTo>
                  <a:pt x="1669837" y="304122"/>
                  <a:pt x="1668301" y="302584"/>
                  <a:pt x="1668301" y="300691"/>
                </a:cubicBezTo>
                <a:cubicBezTo>
                  <a:pt x="1668301" y="298795"/>
                  <a:pt x="1669837" y="297258"/>
                  <a:pt x="1671732" y="297258"/>
                </a:cubicBezTo>
                <a:close/>
                <a:moveTo>
                  <a:pt x="1902166" y="297180"/>
                </a:moveTo>
                <a:cubicBezTo>
                  <a:pt x="1904105" y="297180"/>
                  <a:pt x="1905677" y="298751"/>
                  <a:pt x="1905677" y="300691"/>
                </a:cubicBezTo>
                <a:cubicBezTo>
                  <a:pt x="1905677" y="302632"/>
                  <a:pt x="1904105" y="304201"/>
                  <a:pt x="1902166" y="304201"/>
                </a:cubicBezTo>
                <a:cubicBezTo>
                  <a:pt x="1900226" y="304201"/>
                  <a:pt x="1898654" y="302632"/>
                  <a:pt x="1898654" y="300691"/>
                </a:cubicBezTo>
                <a:cubicBezTo>
                  <a:pt x="1898654" y="298751"/>
                  <a:pt x="1900226" y="297180"/>
                  <a:pt x="1902166" y="297180"/>
                </a:cubicBezTo>
                <a:close/>
                <a:moveTo>
                  <a:pt x="1786949" y="297180"/>
                </a:moveTo>
                <a:cubicBezTo>
                  <a:pt x="1788888" y="297180"/>
                  <a:pt x="1790460" y="298751"/>
                  <a:pt x="1790460" y="300691"/>
                </a:cubicBezTo>
                <a:cubicBezTo>
                  <a:pt x="1790460" y="302632"/>
                  <a:pt x="1788888" y="304201"/>
                  <a:pt x="1786949" y="304201"/>
                </a:cubicBezTo>
                <a:cubicBezTo>
                  <a:pt x="1785009" y="304201"/>
                  <a:pt x="1783437" y="302632"/>
                  <a:pt x="1783437" y="300691"/>
                </a:cubicBezTo>
                <a:cubicBezTo>
                  <a:pt x="1783437" y="298751"/>
                  <a:pt x="1785009" y="297180"/>
                  <a:pt x="1786949" y="297180"/>
                </a:cubicBezTo>
                <a:close/>
                <a:moveTo>
                  <a:pt x="2766293" y="199820"/>
                </a:moveTo>
                <a:cubicBezTo>
                  <a:pt x="2766892" y="199820"/>
                  <a:pt x="2767378" y="200304"/>
                  <a:pt x="2767378" y="200905"/>
                </a:cubicBezTo>
                <a:cubicBezTo>
                  <a:pt x="2767378" y="201507"/>
                  <a:pt x="2766892" y="201990"/>
                  <a:pt x="2766293" y="201990"/>
                </a:cubicBezTo>
                <a:cubicBezTo>
                  <a:pt x="2765694" y="201990"/>
                  <a:pt x="2765208" y="201507"/>
                  <a:pt x="2765208" y="200905"/>
                </a:cubicBezTo>
                <a:cubicBezTo>
                  <a:pt x="2765208" y="200304"/>
                  <a:pt x="2765694" y="199820"/>
                  <a:pt x="2766293" y="199820"/>
                </a:cubicBezTo>
                <a:close/>
                <a:moveTo>
                  <a:pt x="922821" y="199820"/>
                </a:moveTo>
                <a:cubicBezTo>
                  <a:pt x="923421" y="199820"/>
                  <a:pt x="923906" y="200304"/>
                  <a:pt x="923906" y="200905"/>
                </a:cubicBezTo>
                <a:cubicBezTo>
                  <a:pt x="923906" y="201504"/>
                  <a:pt x="923421" y="201990"/>
                  <a:pt x="922821" y="201990"/>
                </a:cubicBezTo>
                <a:cubicBezTo>
                  <a:pt x="922222" y="201990"/>
                  <a:pt x="921736" y="201504"/>
                  <a:pt x="921736" y="200905"/>
                </a:cubicBezTo>
                <a:cubicBezTo>
                  <a:pt x="921736" y="200304"/>
                  <a:pt x="922222" y="199820"/>
                  <a:pt x="922821" y="199820"/>
                </a:cubicBezTo>
                <a:close/>
                <a:moveTo>
                  <a:pt x="2651076" y="199529"/>
                </a:moveTo>
                <a:cubicBezTo>
                  <a:pt x="2651837" y="199529"/>
                  <a:pt x="2652455" y="200146"/>
                  <a:pt x="2652455" y="200908"/>
                </a:cubicBezTo>
                <a:cubicBezTo>
                  <a:pt x="2652455" y="201667"/>
                  <a:pt x="2651837" y="202286"/>
                  <a:pt x="2651076" y="202286"/>
                </a:cubicBezTo>
                <a:cubicBezTo>
                  <a:pt x="2650315" y="202286"/>
                  <a:pt x="2649698" y="201667"/>
                  <a:pt x="2649698" y="200908"/>
                </a:cubicBezTo>
                <a:cubicBezTo>
                  <a:pt x="2649698" y="200146"/>
                  <a:pt x="2650315" y="199529"/>
                  <a:pt x="2651076" y="199529"/>
                </a:cubicBezTo>
                <a:close/>
                <a:moveTo>
                  <a:pt x="1038038" y="199529"/>
                </a:moveTo>
                <a:cubicBezTo>
                  <a:pt x="1038799" y="199529"/>
                  <a:pt x="1039416" y="200146"/>
                  <a:pt x="1039416" y="200905"/>
                </a:cubicBezTo>
                <a:cubicBezTo>
                  <a:pt x="1039416" y="201667"/>
                  <a:pt x="1038799" y="202286"/>
                  <a:pt x="1038038" y="202286"/>
                </a:cubicBezTo>
                <a:cubicBezTo>
                  <a:pt x="1037276" y="202286"/>
                  <a:pt x="1036660" y="201667"/>
                  <a:pt x="1036660" y="200905"/>
                </a:cubicBezTo>
                <a:cubicBezTo>
                  <a:pt x="1036660" y="200146"/>
                  <a:pt x="1037276" y="199529"/>
                  <a:pt x="1038038" y="199529"/>
                </a:cubicBezTo>
                <a:close/>
                <a:moveTo>
                  <a:pt x="2535860" y="199257"/>
                </a:moveTo>
                <a:cubicBezTo>
                  <a:pt x="2536770" y="199257"/>
                  <a:pt x="2537508" y="199995"/>
                  <a:pt x="2537508" y="200905"/>
                </a:cubicBezTo>
                <a:cubicBezTo>
                  <a:pt x="2537508" y="201818"/>
                  <a:pt x="2536770" y="202555"/>
                  <a:pt x="2535860" y="202555"/>
                </a:cubicBezTo>
                <a:cubicBezTo>
                  <a:pt x="2534949" y="202555"/>
                  <a:pt x="2534211" y="201818"/>
                  <a:pt x="2534211" y="200905"/>
                </a:cubicBezTo>
                <a:cubicBezTo>
                  <a:pt x="2534211" y="199995"/>
                  <a:pt x="2534949" y="199257"/>
                  <a:pt x="2535860" y="199257"/>
                </a:cubicBezTo>
                <a:close/>
                <a:moveTo>
                  <a:pt x="1153254" y="199257"/>
                </a:moveTo>
                <a:cubicBezTo>
                  <a:pt x="1154165" y="199257"/>
                  <a:pt x="1154903" y="199995"/>
                  <a:pt x="1154903" y="200905"/>
                </a:cubicBezTo>
                <a:cubicBezTo>
                  <a:pt x="1154903" y="201818"/>
                  <a:pt x="1154165" y="202555"/>
                  <a:pt x="1153254" y="202555"/>
                </a:cubicBezTo>
                <a:cubicBezTo>
                  <a:pt x="1152344" y="202555"/>
                  <a:pt x="1151606" y="201818"/>
                  <a:pt x="1151606" y="200905"/>
                </a:cubicBezTo>
                <a:cubicBezTo>
                  <a:pt x="1151606" y="199995"/>
                  <a:pt x="1152344" y="199257"/>
                  <a:pt x="1153254" y="199257"/>
                </a:cubicBezTo>
                <a:close/>
                <a:moveTo>
                  <a:pt x="2420642" y="198965"/>
                </a:moveTo>
                <a:cubicBezTo>
                  <a:pt x="2421715" y="198965"/>
                  <a:pt x="2422584" y="199832"/>
                  <a:pt x="2422584" y="200905"/>
                </a:cubicBezTo>
                <a:cubicBezTo>
                  <a:pt x="2422584" y="201978"/>
                  <a:pt x="2421715" y="202848"/>
                  <a:pt x="2420642" y="202848"/>
                </a:cubicBezTo>
                <a:cubicBezTo>
                  <a:pt x="2419570" y="202848"/>
                  <a:pt x="2418700" y="201978"/>
                  <a:pt x="2418700" y="200905"/>
                </a:cubicBezTo>
                <a:cubicBezTo>
                  <a:pt x="2418700" y="199832"/>
                  <a:pt x="2419570" y="198965"/>
                  <a:pt x="2420642" y="198965"/>
                </a:cubicBezTo>
                <a:close/>
                <a:moveTo>
                  <a:pt x="1268472" y="198965"/>
                </a:moveTo>
                <a:cubicBezTo>
                  <a:pt x="1269545" y="198965"/>
                  <a:pt x="1270414" y="199832"/>
                  <a:pt x="1270414" y="200905"/>
                </a:cubicBezTo>
                <a:cubicBezTo>
                  <a:pt x="1270414" y="201978"/>
                  <a:pt x="1269545" y="202848"/>
                  <a:pt x="1268472" y="202848"/>
                </a:cubicBezTo>
                <a:cubicBezTo>
                  <a:pt x="1267400" y="202848"/>
                  <a:pt x="1266530" y="201978"/>
                  <a:pt x="1266530" y="200905"/>
                </a:cubicBezTo>
                <a:cubicBezTo>
                  <a:pt x="1266530" y="199832"/>
                  <a:pt x="1267400" y="198965"/>
                  <a:pt x="1268472" y="198965"/>
                </a:cubicBezTo>
                <a:close/>
                <a:moveTo>
                  <a:pt x="2305426" y="198713"/>
                </a:moveTo>
                <a:cubicBezTo>
                  <a:pt x="2306637" y="198713"/>
                  <a:pt x="2307619" y="199694"/>
                  <a:pt x="2307619" y="200908"/>
                </a:cubicBezTo>
                <a:cubicBezTo>
                  <a:pt x="2307619" y="202117"/>
                  <a:pt x="2306637" y="203101"/>
                  <a:pt x="2305426" y="203101"/>
                </a:cubicBezTo>
                <a:cubicBezTo>
                  <a:pt x="2304214" y="203101"/>
                  <a:pt x="2303231" y="202117"/>
                  <a:pt x="2303231" y="200908"/>
                </a:cubicBezTo>
                <a:cubicBezTo>
                  <a:pt x="2303231" y="199694"/>
                  <a:pt x="2304214" y="198713"/>
                  <a:pt x="2305426" y="198713"/>
                </a:cubicBezTo>
                <a:close/>
                <a:moveTo>
                  <a:pt x="1383689" y="198713"/>
                </a:moveTo>
                <a:cubicBezTo>
                  <a:pt x="1384901" y="198713"/>
                  <a:pt x="1385883" y="199694"/>
                  <a:pt x="1385883" y="200905"/>
                </a:cubicBezTo>
                <a:cubicBezTo>
                  <a:pt x="1385883" y="202117"/>
                  <a:pt x="1384901" y="203101"/>
                  <a:pt x="1383689" y="203101"/>
                </a:cubicBezTo>
                <a:cubicBezTo>
                  <a:pt x="1382477" y="203101"/>
                  <a:pt x="1381495" y="202117"/>
                  <a:pt x="1381495" y="200905"/>
                </a:cubicBezTo>
                <a:cubicBezTo>
                  <a:pt x="1381495" y="199694"/>
                  <a:pt x="1382477" y="198713"/>
                  <a:pt x="1383689" y="198713"/>
                </a:cubicBezTo>
                <a:close/>
                <a:moveTo>
                  <a:pt x="2190209" y="198514"/>
                </a:moveTo>
                <a:cubicBezTo>
                  <a:pt x="2191530" y="198514"/>
                  <a:pt x="2192602" y="199587"/>
                  <a:pt x="2192602" y="200905"/>
                </a:cubicBezTo>
                <a:cubicBezTo>
                  <a:pt x="2192602" y="202229"/>
                  <a:pt x="2191530" y="203301"/>
                  <a:pt x="2190209" y="203301"/>
                </a:cubicBezTo>
                <a:cubicBezTo>
                  <a:pt x="2188887" y="203301"/>
                  <a:pt x="2187816" y="202229"/>
                  <a:pt x="2187816" y="200905"/>
                </a:cubicBezTo>
                <a:cubicBezTo>
                  <a:pt x="2187816" y="199587"/>
                  <a:pt x="2188887" y="198514"/>
                  <a:pt x="2190209" y="198514"/>
                </a:cubicBezTo>
                <a:close/>
                <a:moveTo>
                  <a:pt x="1498906" y="198514"/>
                </a:moveTo>
                <a:cubicBezTo>
                  <a:pt x="1500228" y="198514"/>
                  <a:pt x="1501299" y="199587"/>
                  <a:pt x="1501299" y="200905"/>
                </a:cubicBezTo>
                <a:cubicBezTo>
                  <a:pt x="1501299" y="202229"/>
                  <a:pt x="1500228" y="203301"/>
                  <a:pt x="1498906" y="203301"/>
                </a:cubicBezTo>
                <a:cubicBezTo>
                  <a:pt x="1497585" y="203301"/>
                  <a:pt x="1496513" y="202229"/>
                  <a:pt x="1496513" y="200905"/>
                </a:cubicBezTo>
                <a:cubicBezTo>
                  <a:pt x="1496513" y="199587"/>
                  <a:pt x="1497585" y="198514"/>
                  <a:pt x="1498906" y="198514"/>
                </a:cubicBezTo>
                <a:close/>
                <a:moveTo>
                  <a:pt x="2074991" y="198375"/>
                </a:moveTo>
                <a:cubicBezTo>
                  <a:pt x="2076388" y="198375"/>
                  <a:pt x="2077521" y="199509"/>
                  <a:pt x="2077521" y="200905"/>
                </a:cubicBezTo>
                <a:cubicBezTo>
                  <a:pt x="2077521" y="202304"/>
                  <a:pt x="2076388" y="203437"/>
                  <a:pt x="2074991" y="203437"/>
                </a:cubicBezTo>
                <a:cubicBezTo>
                  <a:pt x="2073594" y="203437"/>
                  <a:pt x="2072461" y="202304"/>
                  <a:pt x="2072461" y="200905"/>
                </a:cubicBezTo>
                <a:cubicBezTo>
                  <a:pt x="2072461" y="199509"/>
                  <a:pt x="2073594" y="198375"/>
                  <a:pt x="2074991" y="198375"/>
                </a:cubicBezTo>
                <a:close/>
                <a:moveTo>
                  <a:pt x="1614123" y="198375"/>
                </a:moveTo>
                <a:cubicBezTo>
                  <a:pt x="1615520" y="198375"/>
                  <a:pt x="1616653" y="199509"/>
                  <a:pt x="1616653" y="200905"/>
                </a:cubicBezTo>
                <a:cubicBezTo>
                  <a:pt x="1616653" y="202304"/>
                  <a:pt x="1615520" y="203437"/>
                  <a:pt x="1614123" y="203437"/>
                </a:cubicBezTo>
                <a:cubicBezTo>
                  <a:pt x="1612726" y="203437"/>
                  <a:pt x="1611593" y="202304"/>
                  <a:pt x="1611593" y="200905"/>
                </a:cubicBezTo>
                <a:cubicBezTo>
                  <a:pt x="1611593" y="199509"/>
                  <a:pt x="1612726" y="198375"/>
                  <a:pt x="1614123" y="198375"/>
                </a:cubicBezTo>
                <a:close/>
                <a:moveTo>
                  <a:pt x="1959774" y="198307"/>
                </a:moveTo>
                <a:cubicBezTo>
                  <a:pt x="1961210" y="198307"/>
                  <a:pt x="1962374" y="199471"/>
                  <a:pt x="1962374" y="200905"/>
                </a:cubicBezTo>
                <a:cubicBezTo>
                  <a:pt x="1962374" y="202344"/>
                  <a:pt x="1961210" y="203504"/>
                  <a:pt x="1959774" y="203504"/>
                </a:cubicBezTo>
                <a:cubicBezTo>
                  <a:pt x="1958339" y="203504"/>
                  <a:pt x="1957174" y="202344"/>
                  <a:pt x="1957174" y="200905"/>
                </a:cubicBezTo>
                <a:cubicBezTo>
                  <a:pt x="1957174" y="199471"/>
                  <a:pt x="1958339" y="198307"/>
                  <a:pt x="1959774" y="198307"/>
                </a:cubicBezTo>
                <a:close/>
                <a:moveTo>
                  <a:pt x="1729340" y="198307"/>
                </a:moveTo>
                <a:cubicBezTo>
                  <a:pt x="1730776" y="198307"/>
                  <a:pt x="1731940" y="199471"/>
                  <a:pt x="1731940" y="200905"/>
                </a:cubicBezTo>
                <a:cubicBezTo>
                  <a:pt x="1731940" y="202342"/>
                  <a:pt x="1730776" y="203504"/>
                  <a:pt x="1729340" y="203504"/>
                </a:cubicBezTo>
                <a:cubicBezTo>
                  <a:pt x="1727905" y="203504"/>
                  <a:pt x="1726740" y="202342"/>
                  <a:pt x="1726740" y="200905"/>
                </a:cubicBezTo>
                <a:cubicBezTo>
                  <a:pt x="1726740" y="199471"/>
                  <a:pt x="1727905" y="198307"/>
                  <a:pt x="1729340" y="198307"/>
                </a:cubicBezTo>
                <a:close/>
                <a:moveTo>
                  <a:pt x="1844558" y="198236"/>
                </a:moveTo>
                <a:cubicBezTo>
                  <a:pt x="1846032" y="198236"/>
                  <a:pt x="1847228" y="199434"/>
                  <a:pt x="1847228" y="200905"/>
                </a:cubicBezTo>
                <a:cubicBezTo>
                  <a:pt x="1847228" y="202382"/>
                  <a:pt x="1846032" y="203577"/>
                  <a:pt x="1844558" y="203577"/>
                </a:cubicBezTo>
                <a:cubicBezTo>
                  <a:pt x="1843083" y="203577"/>
                  <a:pt x="1841887" y="202382"/>
                  <a:pt x="1841887" y="200905"/>
                </a:cubicBezTo>
                <a:cubicBezTo>
                  <a:pt x="1841887" y="199434"/>
                  <a:pt x="1843083" y="198236"/>
                  <a:pt x="1844558" y="198236"/>
                </a:cubicBezTo>
                <a:close/>
                <a:moveTo>
                  <a:pt x="2478251" y="99885"/>
                </a:moveTo>
                <a:cubicBezTo>
                  <a:pt x="2478929" y="99885"/>
                  <a:pt x="2479479" y="100435"/>
                  <a:pt x="2479479" y="101114"/>
                </a:cubicBezTo>
                <a:cubicBezTo>
                  <a:pt x="2479479" y="101792"/>
                  <a:pt x="2478929" y="102341"/>
                  <a:pt x="2478251" y="102341"/>
                </a:cubicBezTo>
                <a:cubicBezTo>
                  <a:pt x="2477573" y="102341"/>
                  <a:pt x="2477023" y="101792"/>
                  <a:pt x="2477023" y="101114"/>
                </a:cubicBezTo>
                <a:cubicBezTo>
                  <a:pt x="2477023" y="100435"/>
                  <a:pt x="2477573" y="99885"/>
                  <a:pt x="2478251" y="99885"/>
                </a:cubicBezTo>
                <a:close/>
                <a:moveTo>
                  <a:pt x="1210864" y="99885"/>
                </a:moveTo>
                <a:cubicBezTo>
                  <a:pt x="1211542" y="99885"/>
                  <a:pt x="1212092" y="100435"/>
                  <a:pt x="1212092" y="101112"/>
                </a:cubicBezTo>
                <a:cubicBezTo>
                  <a:pt x="1212092" y="101790"/>
                  <a:pt x="1211542" y="102340"/>
                  <a:pt x="1210864" y="102340"/>
                </a:cubicBezTo>
                <a:cubicBezTo>
                  <a:pt x="1210186" y="102340"/>
                  <a:pt x="1209636" y="101790"/>
                  <a:pt x="1209636" y="101112"/>
                </a:cubicBezTo>
                <a:cubicBezTo>
                  <a:pt x="1209636" y="100435"/>
                  <a:pt x="1210186" y="99885"/>
                  <a:pt x="1210864" y="99885"/>
                </a:cubicBezTo>
                <a:close/>
                <a:moveTo>
                  <a:pt x="2363034" y="99682"/>
                </a:moveTo>
                <a:cubicBezTo>
                  <a:pt x="2363823" y="99682"/>
                  <a:pt x="2364464" y="100322"/>
                  <a:pt x="2364464" y="101114"/>
                </a:cubicBezTo>
                <a:cubicBezTo>
                  <a:pt x="2364464" y="101903"/>
                  <a:pt x="2363823" y="102543"/>
                  <a:pt x="2363034" y="102543"/>
                </a:cubicBezTo>
                <a:cubicBezTo>
                  <a:pt x="2362244" y="102543"/>
                  <a:pt x="2361603" y="101903"/>
                  <a:pt x="2361603" y="101114"/>
                </a:cubicBezTo>
                <a:cubicBezTo>
                  <a:pt x="2361603" y="100322"/>
                  <a:pt x="2362244" y="99682"/>
                  <a:pt x="2363034" y="99682"/>
                </a:cubicBezTo>
                <a:close/>
                <a:moveTo>
                  <a:pt x="1326080" y="99682"/>
                </a:moveTo>
                <a:cubicBezTo>
                  <a:pt x="1326871" y="99682"/>
                  <a:pt x="1327511" y="100322"/>
                  <a:pt x="1327511" y="101112"/>
                </a:cubicBezTo>
                <a:cubicBezTo>
                  <a:pt x="1327511" y="101903"/>
                  <a:pt x="1326871" y="102543"/>
                  <a:pt x="1326080" y="102543"/>
                </a:cubicBezTo>
                <a:cubicBezTo>
                  <a:pt x="1325290" y="102543"/>
                  <a:pt x="1324650" y="101903"/>
                  <a:pt x="1324650" y="101112"/>
                </a:cubicBezTo>
                <a:cubicBezTo>
                  <a:pt x="1324650" y="100322"/>
                  <a:pt x="1325290" y="99682"/>
                  <a:pt x="1326080" y="99682"/>
                </a:cubicBezTo>
                <a:close/>
                <a:moveTo>
                  <a:pt x="2247816" y="99521"/>
                </a:moveTo>
                <a:cubicBezTo>
                  <a:pt x="2248696" y="99521"/>
                  <a:pt x="2249409" y="100233"/>
                  <a:pt x="2249409" y="101114"/>
                </a:cubicBezTo>
                <a:cubicBezTo>
                  <a:pt x="2249409" y="101993"/>
                  <a:pt x="2248696" y="102706"/>
                  <a:pt x="2247816" y="102706"/>
                </a:cubicBezTo>
                <a:cubicBezTo>
                  <a:pt x="2246937" y="102706"/>
                  <a:pt x="2246224" y="101993"/>
                  <a:pt x="2246224" y="101114"/>
                </a:cubicBezTo>
                <a:cubicBezTo>
                  <a:pt x="2246224" y="100233"/>
                  <a:pt x="2246937" y="99521"/>
                  <a:pt x="2247816" y="99521"/>
                </a:cubicBezTo>
                <a:close/>
                <a:moveTo>
                  <a:pt x="1441297" y="99521"/>
                </a:moveTo>
                <a:cubicBezTo>
                  <a:pt x="1442177" y="99521"/>
                  <a:pt x="1442890" y="100233"/>
                  <a:pt x="1442890" y="101114"/>
                </a:cubicBezTo>
                <a:cubicBezTo>
                  <a:pt x="1442890" y="101992"/>
                  <a:pt x="1442177" y="102706"/>
                  <a:pt x="1441297" y="102706"/>
                </a:cubicBezTo>
                <a:cubicBezTo>
                  <a:pt x="1440418" y="102706"/>
                  <a:pt x="1439705" y="101992"/>
                  <a:pt x="1439705" y="101114"/>
                </a:cubicBezTo>
                <a:cubicBezTo>
                  <a:pt x="1439705" y="100233"/>
                  <a:pt x="1440418" y="99521"/>
                  <a:pt x="1441297" y="99521"/>
                </a:cubicBezTo>
                <a:close/>
                <a:moveTo>
                  <a:pt x="2132599" y="99351"/>
                </a:moveTo>
                <a:cubicBezTo>
                  <a:pt x="2133573" y="99351"/>
                  <a:pt x="2134363" y="100140"/>
                  <a:pt x="2134363" y="101114"/>
                </a:cubicBezTo>
                <a:cubicBezTo>
                  <a:pt x="2134363" y="102087"/>
                  <a:pt x="2133573" y="102877"/>
                  <a:pt x="2132599" y="102877"/>
                </a:cubicBezTo>
                <a:cubicBezTo>
                  <a:pt x="2131626" y="102877"/>
                  <a:pt x="2130836" y="102087"/>
                  <a:pt x="2130836" y="101114"/>
                </a:cubicBezTo>
                <a:cubicBezTo>
                  <a:pt x="2130836" y="100140"/>
                  <a:pt x="2131626" y="99351"/>
                  <a:pt x="2132599" y="99351"/>
                </a:cubicBezTo>
                <a:close/>
                <a:moveTo>
                  <a:pt x="1556515" y="99350"/>
                </a:moveTo>
                <a:cubicBezTo>
                  <a:pt x="1557488" y="99350"/>
                  <a:pt x="1558278" y="100140"/>
                  <a:pt x="1558278" y="101114"/>
                </a:cubicBezTo>
                <a:cubicBezTo>
                  <a:pt x="1558278" y="102087"/>
                  <a:pt x="1557488" y="102876"/>
                  <a:pt x="1556515" y="102876"/>
                </a:cubicBezTo>
                <a:cubicBezTo>
                  <a:pt x="1555541" y="102876"/>
                  <a:pt x="1554752" y="102087"/>
                  <a:pt x="1554752" y="101114"/>
                </a:cubicBezTo>
                <a:cubicBezTo>
                  <a:pt x="1554752" y="100140"/>
                  <a:pt x="1555541" y="99350"/>
                  <a:pt x="1556515" y="99350"/>
                </a:cubicBezTo>
                <a:close/>
                <a:moveTo>
                  <a:pt x="2017383" y="99291"/>
                </a:moveTo>
                <a:cubicBezTo>
                  <a:pt x="2018389" y="99291"/>
                  <a:pt x="2019205" y="100107"/>
                  <a:pt x="2019205" y="101114"/>
                </a:cubicBezTo>
                <a:cubicBezTo>
                  <a:pt x="2019205" y="102119"/>
                  <a:pt x="2018389" y="102935"/>
                  <a:pt x="2017383" y="102935"/>
                </a:cubicBezTo>
                <a:cubicBezTo>
                  <a:pt x="2016377" y="102935"/>
                  <a:pt x="2015561" y="102119"/>
                  <a:pt x="2015561" y="101114"/>
                </a:cubicBezTo>
                <a:cubicBezTo>
                  <a:pt x="2015561" y="100107"/>
                  <a:pt x="2016377" y="99291"/>
                  <a:pt x="2017383" y="99291"/>
                </a:cubicBezTo>
                <a:close/>
                <a:moveTo>
                  <a:pt x="1671732" y="99291"/>
                </a:moveTo>
                <a:cubicBezTo>
                  <a:pt x="1672738" y="99291"/>
                  <a:pt x="1673554" y="100107"/>
                  <a:pt x="1673554" y="101114"/>
                </a:cubicBezTo>
                <a:cubicBezTo>
                  <a:pt x="1673554" y="102119"/>
                  <a:pt x="1672738" y="102935"/>
                  <a:pt x="1671732" y="102935"/>
                </a:cubicBezTo>
                <a:cubicBezTo>
                  <a:pt x="1670725" y="102935"/>
                  <a:pt x="1669910" y="102119"/>
                  <a:pt x="1669910" y="101114"/>
                </a:cubicBezTo>
                <a:cubicBezTo>
                  <a:pt x="1669910" y="100107"/>
                  <a:pt x="1670725" y="99291"/>
                  <a:pt x="1671732" y="99291"/>
                </a:cubicBezTo>
                <a:close/>
                <a:moveTo>
                  <a:pt x="1902166" y="99231"/>
                </a:moveTo>
                <a:cubicBezTo>
                  <a:pt x="1903204" y="99231"/>
                  <a:pt x="1904047" y="100074"/>
                  <a:pt x="1904047" y="101114"/>
                </a:cubicBezTo>
                <a:cubicBezTo>
                  <a:pt x="1904047" y="102153"/>
                  <a:pt x="1903204" y="102995"/>
                  <a:pt x="1902166" y="102995"/>
                </a:cubicBezTo>
                <a:cubicBezTo>
                  <a:pt x="1901126" y="102995"/>
                  <a:pt x="1900284" y="102153"/>
                  <a:pt x="1900284" y="101114"/>
                </a:cubicBezTo>
                <a:cubicBezTo>
                  <a:pt x="1900284" y="100074"/>
                  <a:pt x="1901126" y="99231"/>
                  <a:pt x="1902166" y="99231"/>
                </a:cubicBezTo>
                <a:close/>
                <a:moveTo>
                  <a:pt x="1786949" y="99231"/>
                </a:moveTo>
                <a:cubicBezTo>
                  <a:pt x="1787987" y="99231"/>
                  <a:pt x="1788830" y="100074"/>
                  <a:pt x="1788830" y="101114"/>
                </a:cubicBezTo>
                <a:cubicBezTo>
                  <a:pt x="1788830" y="102153"/>
                  <a:pt x="1787987" y="102995"/>
                  <a:pt x="1786949" y="102995"/>
                </a:cubicBezTo>
                <a:cubicBezTo>
                  <a:pt x="1785909" y="102995"/>
                  <a:pt x="1785067" y="102153"/>
                  <a:pt x="1785067" y="101114"/>
                </a:cubicBezTo>
                <a:cubicBezTo>
                  <a:pt x="1785067" y="100074"/>
                  <a:pt x="1785909" y="99231"/>
                  <a:pt x="1786949" y="99231"/>
                </a:cubicBezTo>
                <a:close/>
                <a:moveTo>
                  <a:pt x="2190208" y="195"/>
                </a:moveTo>
                <a:cubicBezTo>
                  <a:pt x="2190834" y="195"/>
                  <a:pt x="2191340" y="702"/>
                  <a:pt x="2191340" y="1326"/>
                </a:cubicBezTo>
                <a:cubicBezTo>
                  <a:pt x="2191340" y="1952"/>
                  <a:pt x="2190834" y="2459"/>
                  <a:pt x="2190208" y="2459"/>
                </a:cubicBezTo>
                <a:cubicBezTo>
                  <a:pt x="2189583" y="2459"/>
                  <a:pt x="2189077" y="1952"/>
                  <a:pt x="2189077" y="1326"/>
                </a:cubicBezTo>
                <a:cubicBezTo>
                  <a:pt x="2189077" y="702"/>
                  <a:pt x="2189583" y="195"/>
                  <a:pt x="2190208" y="195"/>
                </a:cubicBezTo>
                <a:close/>
                <a:moveTo>
                  <a:pt x="1498906" y="195"/>
                </a:moveTo>
                <a:cubicBezTo>
                  <a:pt x="1499531" y="195"/>
                  <a:pt x="1500038" y="702"/>
                  <a:pt x="1500038" y="1326"/>
                </a:cubicBezTo>
                <a:cubicBezTo>
                  <a:pt x="1500038" y="1952"/>
                  <a:pt x="1499531" y="2458"/>
                  <a:pt x="1498906" y="2458"/>
                </a:cubicBezTo>
                <a:cubicBezTo>
                  <a:pt x="1498281" y="2458"/>
                  <a:pt x="1497774" y="1952"/>
                  <a:pt x="1497774" y="1326"/>
                </a:cubicBezTo>
                <a:cubicBezTo>
                  <a:pt x="1497774" y="702"/>
                  <a:pt x="1498281" y="195"/>
                  <a:pt x="1498906" y="195"/>
                </a:cubicBezTo>
                <a:close/>
                <a:moveTo>
                  <a:pt x="2074992" y="99"/>
                </a:moveTo>
                <a:cubicBezTo>
                  <a:pt x="2075669" y="99"/>
                  <a:pt x="2076219" y="649"/>
                  <a:pt x="2076219" y="1326"/>
                </a:cubicBezTo>
                <a:cubicBezTo>
                  <a:pt x="2076219" y="2005"/>
                  <a:pt x="2075669" y="2554"/>
                  <a:pt x="2074992" y="2554"/>
                </a:cubicBezTo>
                <a:cubicBezTo>
                  <a:pt x="2074313" y="2554"/>
                  <a:pt x="2073764" y="2005"/>
                  <a:pt x="2073764" y="1326"/>
                </a:cubicBezTo>
                <a:cubicBezTo>
                  <a:pt x="2073764" y="649"/>
                  <a:pt x="2074314" y="99"/>
                  <a:pt x="2074992" y="99"/>
                </a:cubicBezTo>
                <a:close/>
                <a:moveTo>
                  <a:pt x="1614123" y="99"/>
                </a:moveTo>
                <a:cubicBezTo>
                  <a:pt x="1614801" y="99"/>
                  <a:pt x="1615350" y="648"/>
                  <a:pt x="1615350" y="1326"/>
                </a:cubicBezTo>
                <a:cubicBezTo>
                  <a:pt x="1615350" y="2005"/>
                  <a:pt x="1614801" y="2554"/>
                  <a:pt x="1614123" y="2554"/>
                </a:cubicBezTo>
                <a:cubicBezTo>
                  <a:pt x="1613445" y="2554"/>
                  <a:pt x="1612896" y="2005"/>
                  <a:pt x="1612896" y="1326"/>
                </a:cubicBezTo>
                <a:cubicBezTo>
                  <a:pt x="1612896" y="648"/>
                  <a:pt x="1613446" y="99"/>
                  <a:pt x="1614123" y="99"/>
                </a:cubicBezTo>
                <a:close/>
                <a:moveTo>
                  <a:pt x="1959774" y="50"/>
                </a:moveTo>
                <a:cubicBezTo>
                  <a:pt x="1960480" y="50"/>
                  <a:pt x="1961052" y="621"/>
                  <a:pt x="1961052" y="1326"/>
                </a:cubicBezTo>
                <a:cubicBezTo>
                  <a:pt x="1961052" y="2032"/>
                  <a:pt x="1960480" y="2603"/>
                  <a:pt x="1959774" y="2603"/>
                </a:cubicBezTo>
                <a:cubicBezTo>
                  <a:pt x="1959070" y="2603"/>
                  <a:pt x="1958498" y="2032"/>
                  <a:pt x="1958498" y="1326"/>
                </a:cubicBezTo>
                <a:cubicBezTo>
                  <a:pt x="1958498" y="621"/>
                  <a:pt x="1959070" y="50"/>
                  <a:pt x="1959774" y="50"/>
                </a:cubicBezTo>
                <a:close/>
                <a:moveTo>
                  <a:pt x="1729340" y="50"/>
                </a:moveTo>
                <a:cubicBezTo>
                  <a:pt x="1730045" y="50"/>
                  <a:pt x="1730617" y="621"/>
                  <a:pt x="1730617" y="1326"/>
                </a:cubicBezTo>
                <a:cubicBezTo>
                  <a:pt x="1730617" y="2031"/>
                  <a:pt x="1730045" y="2603"/>
                  <a:pt x="1729340" y="2603"/>
                </a:cubicBezTo>
                <a:cubicBezTo>
                  <a:pt x="1728635" y="2603"/>
                  <a:pt x="1728064" y="2031"/>
                  <a:pt x="1728064" y="1326"/>
                </a:cubicBezTo>
                <a:cubicBezTo>
                  <a:pt x="1728064" y="621"/>
                  <a:pt x="1728635" y="50"/>
                  <a:pt x="1729340" y="50"/>
                </a:cubicBezTo>
                <a:close/>
                <a:moveTo>
                  <a:pt x="1844557" y="0"/>
                </a:moveTo>
                <a:cubicBezTo>
                  <a:pt x="1845290" y="0"/>
                  <a:pt x="1845884" y="594"/>
                  <a:pt x="1845884" y="1326"/>
                </a:cubicBezTo>
                <a:cubicBezTo>
                  <a:pt x="1845884" y="2059"/>
                  <a:pt x="1845290" y="2654"/>
                  <a:pt x="1844557" y="2654"/>
                </a:cubicBezTo>
                <a:cubicBezTo>
                  <a:pt x="1843824" y="2654"/>
                  <a:pt x="1843230" y="2059"/>
                  <a:pt x="1843230" y="1326"/>
                </a:cubicBezTo>
                <a:cubicBezTo>
                  <a:pt x="1843230" y="594"/>
                  <a:pt x="1843824" y="0"/>
                  <a:pt x="1844557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!!平滑5"/>
          <p:cNvGrpSpPr/>
          <p:nvPr/>
        </p:nvGrpSpPr>
        <p:grpSpPr>
          <a:xfrm>
            <a:off x="10721884" y="1572007"/>
            <a:ext cx="965782" cy="354492"/>
            <a:chOff x="5862918" y="4812844"/>
            <a:chExt cx="3893770" cy="1429217"/>
          </a:xfrm>
        </p:grpSpPr>
        <p:sp>
          <p:nvSpPr>
            <p:cNvPr id="64" name="Freeform 10"/>
            <p:cNvSpPr/>
            <p:nvPr>
              <p:custDataLst>
                <p:tags r:id="rId8"/>
              </p:custDataLst>
            </p:nvPr>
          </p:nvSpPr>
          <p:spPr>
            <a:xfrm>
              <a:off x="5862919" y="4812844"/>
              <a:ext cx="3893769" cy="581341"/>
            </a:xfrm>
            <a:custGeom>
              <a:avLst/>
              <a:gdLst>
                <a:gd name="connsiteX0" fmla="*/ 0 w 3893769"/>
                <a:gd name="connsiteY0" fmla="*/ 581340 h 581341"/>
                <a:gd name="connsiteX1" fmla="*/ 775120 w 3893769"/>
                <a:gd name="connsiteY1" fmla="*/ 6056 h 581341"/>
                <a:gd name="connsiteX2" fmla="*/ 1556296 w 3893769"/>
                <a:gd name="connsiteY2" fmla="*/ 581340 h 581341"/>
                <a:gd name="connsiteX3" fmla="*/ 2331417 w 3893769"/>
                <a:gd name="connsiteY3" fmla="*/ 0 h 581341"/>
                <a:gd name="connsiteX4" fmla="*/ 3118649 w 3893769"/>
                <a:gd name="connsiteY4" fmla="*/ 581340 h 581341"/>
                <a:gd name="connsiteX5" fmla="*/ 3893769 w 3893769"/>
                <a:gd name="connsiteY5" fmla="*/ 0 h 58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769" h="581341">
                  <a:moveTo>
                    <a:pt x="0" y="581340"/>
                  </a:moveTo>
                  <a:cubicBezTo>
                    <a:pt x="257868" y="293698"/>
                    <a:pt x="515737" y="6056"/>
                    <a:pt x="775120" y="6056"/>
                  </a:cubicBezTo>
                  <a:cubicBezTo>
                    <a:pt x="1034503" y="6056"/>
                    <a:pt x="1296913" y="582349"/>
                    <a:pt x="1556296" y="581340"/>
                  </a:cubicBezTo>
                  <a:cubicBezTo>
                    <a:pt x="1815679" y="580331"/>
                    <a:pt x="2071025" y="0"/>
                    <a:pt x="2331417" y="0"/>
                  </a:cubicBezTo>
                  <a:cubicBezTo>
                    <a:pt x="2591809" y="0"/>
                    <a:pt x="2858257" y="581340"/>
                    <a:pt x="3118649" y="581340"/>
                  </a:cubicBezTo>
                  <a:cubicBezTo>
                    <a:pt x="3379041" y="581340"/>
                    <a:pt x="3758527" y="57528"/>
                    <a:pt x="389376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11"/>
            <p:cNvSpPr/>
            <p:nvPr>
              <p:custDataLst>
                <p:tags r:id="rId9"/>
              </p:custDataLst>
            </p:nvPr>
          </p:nvSpPr>
          <p:spPr>
            <a:xfrm>
              <a:off x="5862918" y="5236782"/>
              <a:ext cx="3893769" cy="581341"/>
            </a:xfrm>
            <a:custGeom>
              <a:avLst/>
              <a:gdLst>
                <a:gd name="connsiteX0" fmla="*/ 0 w 3893769"/>
                <a:gd name="connsiteY0" fmla="*/ 581340 h 581341"/>
                <a:gd name="connsiteX1" fmla="*/ 775120 w 3893769"/>
                <a:gd name="connsiteY1" fmla="*/ 6056 h 581341"/>
                <a:gd name="connsiteX2" fmla="*/ 1556296 w 3893769"/>
                <a:gd name="connsiteY2" fmla="*/ 581340 h 581341"/>
                <a:gd name="connsiteX3" fmla="*/ 2331417 w 3893769"/>
                <a:gd name="connsiteY3" fmla="*/ 0 h 581341"/>
                <a:gd name="connsiteX4" fmla="*/ 3118649 w 3893769"/>
                <a:gd name="connsiteY4" fmla="*/ 581340 h 581341"/>
                <a:gd name="connsiteX5" fmla="*/ 3893769 w 3893769"/>
                <a:gd name="connsiteY5" fmla="*/ 0 h 58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769" h="581341">
                  <a:moveTo>
                    <a:pt x="0" y="581340"/>
                  </a:moveTo>
                  <a:cubicBezTo>
                    <a:pt x="257868" y="293698"/>
                    <a:pt x="515737" y="6056"/>
                    <a:pt x="775120" y="6056"/>
                  </a:cubicBezTo>
                  <a:cubicBezTo>
                    <a:pt x="1034503" y="6056"/>
                    <a:pt x="1296913" y="582349"/>
                    <a:pt x="1556296" y="581340"/>
                  </a:cubicBezTo>
                  <a:cubicBezTo>
                    <a:pt x="1815679" y="580331"/>
                    <a:pt x="2071025" y="0"/>
                    <a:pt x="2331417" y="0"/>
                  </a:cubicBezTo>
                  <a:cubicBezTo>
                    <a:pt x="2591809" y="0"/>
                    <a:pt x="2858257" y="581340"/>
                    <a:pt x="3118649" y="581340"/>
                  </a:cubicBezTo>
                  <a:cubicBezTo>
                    <a:pt x="3379041" y="581340"/>
                    <a:pt x="3758527" y="57528"/>
                    <a:pt x="389376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12"/>
            <p:cNvSpPr/>
            <p:nvPr>
              <p:custDataLst>
                <p:tags r:id="rId10"/>
              </p:custDataLst>
            </p:nvPr>
          </p:nvSpPr>
          <p:spPr>
            <a:xfrm>
              <a:off x="5862918" y="5660720"/>
              <a:ext cx="3893769" cy="581341"/>
            </a:xfrm>
            <a:custGeom>
              <a:avLst/>
              <a:gdLst>
                <a:gd name="connsiteX0" fmla="*/ 0 w 3893769"/>
                <a:gd name="connsiteY0" fmla="*/ 581340 h 581341"/>
                <a:gd name="connsiteX1" fmla="*/ 775120 w 3893769"/>
                <a:gd name="connsiteY1" fmla="*/ 6056 h 581341"/>
                <a:gd name="connsiteX2" fmla="*/ 1556296 w 3893769"/>
                <a:gd name="connsiteY2" fmla="*/ 581340 h 581341"/>
                <a:gd name="connsiteX3" fmla="*/ 2331417 w 3893769"/>
                <a:gd name="connsiteY3" fmla="*/ 0 h 581341"/>
                <a:gd name="connsiteX4" fmla="*/ 3118649 w 3893769"/>
                <a:gd name="connsiteY4" fmla="*/ 581340 h 581341"/>
                <a:gd name="connsiteX5" fmla="*/ 3893769 w 3893769"/>
                <a:gd name="connsiteY5" fmla="*/ 0 h 58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769" h="581341">
                  <a:moveTo>
                    <a:pt x="0" y="581340"/>
                  </a:moveTo>
                  <a:cubicBezTo>
                    <a:pt x="257868" y="293698"/>
                    <a:pt x="515737" y="6056"/>
                    <a:pt x="775120" y="6056"/>
                  </a:cubicBezTo>
                  <a:cubicBezTo>
                    <a:pt x="1034503" y="6056"/>
                    <a:pt x="1296913" y="582349"/>
                    <a:pt x="1556296" y="581340"/>
                  </a:cubicBezTo>
                  <a:cubicBezTo>
                    <a:pt x="1815679" y="580331"/>
                    <a:pt x="2071025" y="0"/>
                    <a:pt x="2331417" y="0"/>
                  </a:cubicBezTo>
                  <a:cubicBezTo>
                    <a:pt x="2591809" y="0"/>
                    <a:pt x="2858257" y="581340"/>
                    <a:pt x="3118649" y="581340"/>
                  </a:cubicBezTo>
                  <a:cubicBezTo>
                    <a:pt x="3379041" y="581340"/>
                    <a:pt x="3758527" y="57528"/>
                    <a:pt x="389376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Text1">
            <a:extLst>
              <a:ext uri="{FF2B5EF4-FFF2-40B4-BE49-F238E27FC236}">
                <a16:creationId xmlns:a16="http://schemas.microsoft.com/office/drawing/2014/main" id="{A1F4AED6-7680-AA8C-04D5-16297375E43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06594" y="778767"/>
            <a:ext cx="5620711" cy="1316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树莓派小车概述</a:t>
            </a:r>
            <a:endParaRPr lang="en-US" altLang="zh-CN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7" name="Text2">
            <a:extLst>
              <a:ext uri="{FF2B5EF4-FFF2-40B4-BE49-F238E27FC236}">
                <a16:creationId xmlns:a16="http://schemas.microsoft.com/office/drawing/2014/main" id="{7341234D-CC0F-1DB6-EA14-209AFFFBAAE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06421" y="2275790"/>
            <a:ext cx="5627958" cy="416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1.树莓派小车成本效益高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树莓派小车组装成本约300元，却能实现智能导航、环境监测等功能，性价比远超同类商用机器人。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2.开源社区推动创新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树莓派小车基于开源平台，拥有超过500个GitHub项目支持，持续推动技术创新与应用拓展。</a:t>
            </a:r>
          </a:p>
        </p:txBody>
      </p:sp>
    </p:spTree>
    <p:custDataLst>
      <p:custData r:id="rId1"/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!!平滑2"/>
          <p:cNvSpPr/>
          <p:nvPr>
            <p:custDataLst>
              <p:tags r:id="rId3"/>
            </p:custDataLst>
          </p:nvPr>
        </p:nvSpPr>
        <p:spPr>
          <a:xfrm>
            <a:off x="833312" y="465428"/>
            <a:ext cx="1251995" cy="148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3C0E822-3AE4-EC9A-BC88-0095EAF76CD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111457"/>
            <a:ext cx="2470638" cy="1746543"/>
          </a:xfrm>
          <a:custGeom>
            <a:avLst/>
            <a:gdLst>
              <a:gd name="connsiteX0" fmla="*/ 3457596 w 3689114"/>
              <a:gd name="connsiteY0" fmla="*/ 2594295 h 2607908"/>
              <a:gd name="connsiteX1" fmla="*/ 3458873 w 3689114"/>
              <a:gd name="connsiteY1" fmla="*/ 2595572 h 2607908"/>
              <a:gd name="connsiteX2" fmla="*/ 3457596 w 3689114"/>
              <a:gd name="connsiteY2" fmla="*/ 2596849 h 2607908"/>
              <a:gd name="connsiteX3" fmla="*/ 3456319 w 3689114"/>
              <a:gd name="connsiteY3" fmla="*/ 2595572 h 2607908"/>
              <a:gd name="connsiteX4" fmla="*/ 3457596 w 3689114"/>
              <a:gd name="connsiteY4" fmla="*/ 2594295 h 2607908"/>
              <a:gd name="connsiteX5" fmla="*/ 231519 w 3689114"/>
              <a:gd name="connsiteY5" fmla="*/ 2594295 h 2607908"/>
              <a:gd name="connsiteX6" fmla="*/ 232796 w 3689114"/>
              <a:gd name="connsiteY6" fmla="*/ 2595572 h 2607908"/>
              <a:gd name="connsiteX7" fmla="*/ 231519 w 3689114"/>
              <a:gd name="connsiteY7" fmla="*/ 2596849 h 2607908"/>
              <a:gd name="connsiteX8" fmla="*/ 230242 w 3689114"/>
              <a:gd name="connsiteY8" fmla="*/ 2595572 h 2607908"/>
              <a:gd name="connsiteX9" fmla="*/ 231519 w 3689114"/>
              <a:gd name="connsiteY9" fmla="*/ 2594295 h 2607908"/>
              <a:gd name="connsiteX10" fmla="*/ 3342378 w 3689114"/>
              <a:gd name="connsiteY10" fmla="*/ 2593690 h 2607908"/>
              <a:gd name="connsiteX11" fmla="*/ 3344260 w 3689114"/>
              <a:gd name="connsiteY11" fmla="*/ 2595572 h 2607908"/>
              <a:gd name="connsiteX12" fmla="*/ 3342378 w 3689114"/>
              <a:gd name="connsiteY12" fmla="*/ 2597454 h 2607908"/>
              <a:gd name="connsiteX13" fmla="*/ 3340497 w 3689114"/>
              <a:gd name="connsiteY13" fmla="*/ 2595572 h 2607908"/>
              <a:gd name="connsiteX14" fmla="*/ 3342378 w 3689114"/>
              <a:gd name="connsiteY14" fmla="*/ 2593690 h 2607908"/>
              <a:gd name="connsiteX15" fmla="*/ 346737 w 3689114"/>
              <a:gd name="connsiteY15" fmla="*/ 2593690 h 2607908"/>
              <a:gd name="connsiteX16" fmla="*/ 348618 w 3689114"/>
              <a:gd name="connsiteY16" fmla="*/ 2595572 h 2607908"/>
              <a:gd name="connsiteX17" fmla="*/ 346737 w 3689114"/>
              <a:gd name="connsiteY17" fmla="*/ 2597454 h 2607908"/>
              <a:gd name="connsiteX18" fmla="*/ 344854 w 3689114"/>
              <a:gd name="connsiteY18" fmla="*/ 2595572 h 2607908"/>
              <a:gd name="connsiteX19" fmla="*/ 346737 w 3689114"/>
              <a:gd name="connsiteY19" fmla="*/ 2593690 h 2607908"/>
              <a:gd name="connsiteX20" fmla="*/ 3227162 w 3689114"/>
              <a:gd name="connsiteY20" fmla="*/ 2592972 h 2607908"/>
              <a:gd name="connsiteX21" fmla="*/ 3229761 w 3689114"/>
              <a:gd name="connsiteY21" fmla="*/ 2595572 h 2607908"/>
              <a:gd name="connsiteX22" fmla="*/ 3227162 w 3689114"/>
              <a:gd name="connsiteY22" fmla="*/ 2598172 h 2607908"/>
              <a:gd name="connsiteX23" fmla="*/ 3224561 w 3689114"/>
              <a:gd name="connsiteY23" fmla="*/ 2595572 h 2607908"/>
              <a:gd name="connsiteX24" fmla="*/ 3227162 w 3689114"/>
              <a:gd name="connsiteY24" fmla="*/ 2592972 h 2607908"/>
              <a:gd name="connsiteX25" fmla="*/ 461954 w 3689114"/>
              <a:gd name="connsiteY25" fmla="*/ 2592972 h 2607908"/>
              <a:gd name="connsiteX26" fmla="*/ 464554 w 3689114"/>
              <a:gd name="connsiteY26" fmla="*/ 2595572 h 2607908"/>
              <a:gd name="connsiteX27" fmla="*/ 461954 w 3689114"/>
              <a:gd name="connsiteY27" fmla="*/ 2598172 h 2607908"/>
              <a:gd name="connsiteX28" fmla="*/ 459354 w 3689114"/>
              <a:gd name="connsiteY28" fmla="*/ 2595572 h 2607908"/>
              <a:gd name="connsiteX29" fmla="*/ 461954 w 3689114"/>
              <a:gd name="connsiteY29" fmla="*/ 2592972 h 2607908"/>
              <a:gd name="connsiteX30" fmla="*/ 3111944 w 3689114"/>
              <a:gd name="connsiteY30" fmla="*/ 2592061 h 2607908"/>
              <a:gd name="connsiteX31" fmla="*/ 3115455 w 3689114"/>
              <a:gd name="connsiteY31" fmla="*/ 2595572 h 2607908"/>
              <a:gd name="connsiteX32" fmla="*/ 3111944 w 3689114"/>
              <a:gd name="connsiteY32" fmla="*/ 2599083 h 2607908"/>
              <a:gd name="connsiteX33" fmla="*/ 3108433 w 3689114"/>
              <a:gd name="connsiteY33" fmla="*/ 2595572 h 2607908"/>
              <a:gd name="connsiteX34" fmla="*/ 3111944 w 3689114"/>
              <a:gd name="connsiteY34" fmla="*/ 2592061 h 2607908"/>
              <a:gd name="connsiteX35" fmla="*/ 577170 w 3689114"/>
              <a:gd name="connsiteY35" fmla="*/ 2592061 h 2607908"/>
              <a:gd name="connsiteX36" fmla="*/ 580681 w 3689114"/>
              <a:gd name="connsiteY36" fmla="*/ 2595572 h 2607908"/>
              <a:gd name="connsiteX37" fmla="*/ 577170 w 3689114"/>
              <a:gd name="connsiteY37" fmla="*/ 2599083 h 2607908"/>
              <a:gd name="connsiteX38" fmla="*/ 573659 w 3689114"/>
              <a:gd name="connsiteY38" fmla="*/ 2595572 h 2607908"/>
              <a:gd name="connsiteX39" fmla="*/ 577170 w 3689114"/>
              <a:gd name="connsiteY39" fmla="*/ 2592061 h 2607908"/>
              <a:gd name="connsiteX40" fmla="*/ 2996727 w 3689114"/>
              <a:gd name="connsiteY40" fmla="*/ 2591199 h 2607908"/>
              <a:gd name="connsiteX41" fmla="*/ 3001100 w 3689114"/>
              <a:gd name="connsiteY41" fmla="*/ 2595572 h 2607908"/>
              <a:gd name="connsiteX42" fmla="*/ 2996727 w 3689114"/>
              <a:gd name="connsiteY42" fmla="*/ 2599944 h 2607908"/>
              <a:gd name="connsiteX43" fmla="*/ 2992355 w 3689114"/>
              <a:gd name="connsiteY43" fmla="*/ 2595572 h 2607908"/>
              <a:gd name="connsiteX44" fmla="*/ 2996727 w 3689114"/>
              <a:gd name="connsiteY44" fmla="*/ 2591199 h 2607908"/>
              <a:gd name="connsiteX45" fmla="*/ 692388 w 3689114"/>
              <a:gd name="connsiteY45" fmla="*/ 2591199 h 2607908"/>
              <a:gd name="connsiteX46" fmla="*/ 696760 w 3689114"/>
              <a:gd name="connsiteY46" fmla="*/ 2595572 h 2607908"/>
              <a:gd name="connsiteX47" fmla="*/ 692388 w 3689114"/>
              <a:gd name="connsiteY47" fmla="*/ 2599944 h 2607908"/>
              <a:gd name="connsiteX48" fmla="*/ 688015 w 3689114"/>
              <a:gd name="connsiteY48" fmla="*/ 2595572 h 2607908"/>
              <a:gd name="connsiteX49" fmla="*/ 692388 w 3689114"/>
              <a:gd name="connsiteY49" fmla="*/ 2591199 h 2607908"/>
              <a:gd name="connsiteX50" fmla="*/ 2881510 w 3689114"/>
              <a:gd name="connsiteY50" fmla="*/ 2590246 h 2607908"/>
              <a:gd name="connsiteX51" fmla="*/ 2886836 w 3689114"/>
              <a:gd name="connsiteY51" fmla="*/ 2595572 h 2607908"/>
              <a:gd name="connsiteX52" fmla="*/ 2881510 w 3689114"/>
              <a:gd name="connsiteY52" fmla="*/ 2600897 h 2607908"/>
              <a:gd name="connsiteX53" fmla="*/ 2876185 w 3689114"/>
              <a:gd name="connsiteY53" fmla="*/ 2595572 h 2607908"/>
              <a:gd name="connsiteX54" fmla="*/ 2881510 w 3689114"/>
              <a:gd name="connsiteY54" fmla="*/ 2590246 h 2607908"/>
              <a:gd name="connsiteX55" fmla="*/ 807604 w 3689114"/>
              <a:gd name="connsiteY55" fmla="*/ 2590246 h 2607908"/>
              <a:gd name="connsiteX56" fmla="*/ 812929 w 3689114"/>
              <a:gd name="connsiteY56" fmla="*/ 2595572 h 2607908"/>
              <a:gd name="connsiteX57" fmla="*/ 807604 w 3689114"/>
              <a:gd name="connsiteY57" fmla="*/ 2600897 h 2607908"/>
              <a:gd name="connsiteX58" fmla="*/ 802279 w 3689114"/>
              <a:gd name="connsiteY58" fmla="*/ 2595572 h 2607908"/>
              <a:gd name="connsiteX59" fmla="*/ 807604 w 3689114"/>
              <a:gd name="connsiteY59" fmla="*/ 2590246 h 2607908"/>
              <a:gd name="connsiteX60" fmla="*/ 2766293 w 3689114"/>
              <a:gd name="connsiteY60" fmla="*/ 2589202 h 2607908"/>
              <a:gd name="connsiteX61" fmla="*/ 2772663 w 3689114"/>
              <a:gd name="connsiteY61" fmla="*/ 2595572 h 2607908"/>
              <a:gd name="connsiteX62" fmla="*/ 2766293 w 3689114"/>
              <a:gd name="connsiteY62" fmla="*/ 2601942 h 2607908"/>
              <a:gd name="connsiteX63" fmla="*/ 2759924 w 3689114"/>
              <a:gd name="connsiteY63" fmla="*/ 2595572 h 2607908"/>
              <a:gd name="connsiteX64" fmla="*/ 2766293 w 3689114"/>
              <a:gd name="connsiteY64" fmla="*/ 2589202 h 2607908"/>
              <a:gd name="connsiteX65" fmla="*/ 922821 w 3689114"/>
              <a:gd name="connsiteY65" fmla="*/ 2589202 h 2607908"/>
              <a:gd name="connsiteX66" fmla="*/ 929191 w 3689114"/>
              <a:gd name="connsiteY66" fmla="*/ 2595572 h 2607908"/>
              <a:gd name="connsiteX67" fmla="*/ 922821 w 3689114"/>
              <a:gd name="connsiteY67" fmla="*/ 2601942 h 2607908"/>
              <a:gd name="connsiteX68" fmla="*/ 916452 w 3689114"/>
              <a:gd name="connsiteY68" fmla="*/ 2595572 h 2607908"/>
              <a:gd name="connsiteX69" fmla="*/ 922821 w 3689114"/>
              <a:gd name="connsiteY69" fmla="*/ 2589202 h 2607908"/>
              <a:gd name="connsiteX70" fmla="*/ 2651076 w 3689114"/>
              <a:gd name="connsiteY70" fmla="*/ 2588185 h 2607908"/>
              <a:gd name="connsiteX71" fmla="*/ 2658463 w 3689114"/>
              <a:gd name="connsiteY71" fmla="*/ 2595572 h 2607908"/>
              <a:gd name="connsiteX72" fmla="*/ 2651076 w 3689114"/>
              <a:gd name="connsiteY72" fmla="*/ 2602958 h 2607908"/>
              <a:gd name="connsiteX73" fmla="*/ 2643690 w 3689114"/>
              <a:gd name="connsiteY73" fmla="*/ 2595572 h 2607908"/>
              <a:gd name="connsiteX74" fmla="*/ 2651076 w 3689114"/>
              <a:gd name="connsiteY74" fmla="*/ 2588185 h 2607908"/>
              <a:gd name="connsiteX75" fmla="*/ 1038038 w 3689114"/>
              <a:gd name="connsiteY75" fmla="*/ 2588185 h 2607908"/>
              <a:gd name="connsiteX76" fmla="*/ 1045425 w 3689114"/>
              <a:gd name="connsiteY76" fmla="*/ 2595572 h 2607908"/>
              <a:gd name="connsiteX77" fmla="*/ 1038038 w 3689114"/>
              <a:gd name="connsiteY77" fmla="*/ 2602958 h 2607908"/>
              <a:gd name="connsiteX78" fmla="*/ 1030651 w 3689114"/>
              <a:gd name="connsiteY78" fmla="*/ 2595572 h 2607908"/>
              <a:gd name="connsiteX79" fmla="*/ 1038038 w 3689114"/>
              <a:gd name="connsiteY79" fmla="*/ 2588185 h 2607908"/>
              <a:gd name="connsiteX80" fmla="*/ 2535860 w 3689114"/>
              <a:gd name="connsiteY80" fmla="*/ 2587095 h 2607908"/>
              <a:gd name="connsiteX81" fmla="*/ 2544337 w 3689114"/>
              <a:gd name="connsiteY81" fmla="*/ 2595572 h 2607908"/>
              <a:gd name="connsiteX82" fmla="*/ 2535860 w 3689114"/>
              <a:gd name="connsiteY82" fmla="*/ 2604049 h 2607908"/>
              <a:gd name="connsiteX83" fmla="*/ 2527382 w 3689114"/>
              <a:gd name="connsiteY83" fmla="*/ 2595572 h 2607908"/>
              <a:gd name="connsiteX84" fmla="*/ 2535860 w 3689114"/>
              <a:gd name="connsiteY84" fmla="*/ 2587095 h 2607908"/>
              <a:gd name="connsiteX85" fmla="*/ 1153255 w 3689114"/>
              <a:gd name="connsiteY85" fmla="*/ 2587095 h 2607908"/>
              <a:gd name="connsiteX86" fmla="*/ 1161732 w 3689114"/>
              <a:gd name="connsiteY86" fmla="*/ 2595572 h 2607908"/>
              <a:gd name="connsiteX87" fmla="*/ 1153255 w 3689114"/>
              <a:gd name="connsiteY87" fmla="*/ 2604049 h 2607908"/>
              <a:gd name="connsiteX88" fmla="*/ 1144777 w 3689114"/>
              <a:gd name="connsiteY88" fmla="*/ 2595572 h 2607908"/>
              <a:gd name="connsiteX89" fmla="*/ 1153255 w 3689114"/>
              <a:gd name="connsiteY89" fmla="*/ 2587095 h 2607908"/>
              <a:gd name="connsiteX90" fmla="*/ 2420643 w 3689114"/>
              <a:gd name="connsiteY90" fmla="*/ 2586064 h 2607908"/>
              <a:gd name="connsiteX91" fmla="*/ 2430150 w 3689114"/>
              <a:gd name="connsiteY91" fmla="*/ 2595572 h 2607908"/>
              <a:gd name="connsiteX92" fmla="*/ 2420643 w 3689114"/>
              <a:gd name="connsiteY92" fmla="*/ 2605081 h 2607908"/>
              <a:gd name="connsiteX93" fmla="*/ 2411135 w 3689114"/>
              <a:gd name="connsiteY93" fmla="*/ 2595572 h 2607908"/>
              <a:gd name="connsiteX94" fmla="*/ 2420643 w 3689114"/>
              <a:gd name="connsiteY94" fmla="*/ 2586064 h 2607908"/>
              <a:gd name="connsiteX95" fmla="*/ 1268472 w 3689114"/>
              <a:gd name="connsiteY95" fmla="*/ 2586064 h 2607908"/>
              <a:gd name="connsiteX96" fmla="*/ 1277980 w 3689114"/>
              <a:gd name="connsiteY96" fmla="*/ 2595572 h 2607908"/>
              <a:gd name="connsiteX97" fmla="*/ 1268472 w 3689114"/>
              <a:gd name="connsiteY97" fmla="*/ 2605081 h 2607908"/>
              <a:gd name="connsiteX98" fmla="*/ 1258964 w 3689114"/>
              <a:gd name="connsiteY98" fmla="*/ 2595572 h 2607908"/>
              <a:gd name="connsiteX99" fmla="*/ 1268472 w 3689114"/>
              <a:gd name="connsiteY99" fmla="*/ 2586064 h 2607908"/>
              <a:gd name="connsiteX100" fmla="*/ 2305426 w 3689114"/>
              <a:gd name="connsiteY100" fmla="*/ 2585115 h 2607908"/>
              <a:gd name="connsiteX101" fmla="*/ 2315882 w 3689114"/>
              <a:gd name="connsiteY101" fmla="*/ 2595572 h 2607908"/>
              <a:gd name="connsiteX102" fmla="*/ 2305426 w 3689114"/>
              <a:gd name="connsiteY102" fmla="*/ 2606029 h 2607908"/>
              <a:gd name="connsiteX103" fmla="*/ 2294968 w 3689114"/>
              <a:gd name="connsiteY103" fmla="*/ 2595572 h 2607908"/>
              <a:gd name="connsiteX104" fmla="*/ 2305426 w 3689114"/>
              <a:gd name="connsiteY104" fmla="*/ 2585115 h 2607908"/>
              <a:gd name="connsiteX105" fmla="*/ 1383689 w 3689114"/>
              <a:gd name="connsiteY105" fmla="*/ 2585115 h 2607908"/>
              <a:gd name="connsiteX106" fmla="*/ 1394146 w 3689114"/>
              <a:gd name="connsiteY106" fmla="*/ 2595572 h 2607908"/>
              <a:gd name="connsiteX107" fmla="*/ 1383689 w 3689114"/>
              <a:gd name="connsiteY107" fmla="*/ 2606029 h 2607908"/>
              <a:gd name="connsiteX108" fmla="*/ 1373232 w 3689114"/>
              <a:gd name="connsiteY108" fmla="*/ 2595572 h 2607908"/>
              <a:gd name="connsiteX109" fmla="*/ 1383689 w 3689114"/>
              <a:gd name="connsiteY109" fmla="*/ 2585115 h 2607908"/>
              <a:gd name="connsiteX110" fmla="*/ 2190208 w 3689114"/>
              <a:gd name="connsiteY110" fmla="*/ 2584410 h 2607908"/>
              <a:gd name="connsiteX111" fmla="*/ 2201370 w 3689114"/>
              <a:gd name="connsiteY111" fmla="*/ 2595572 h 2607908"/>
              <a:gd name="connsiteX112" fmla="*/ 2190208 w 3689114"/>
              <a:gd name="connsiteY112" fmla="*/ 2606734 h 2607908"/>
              <a:gd name="connsiteX113" fmla="*/ 2179046 w 3689114"/>
              <a:gd name="connsiteY113" fmla="*/ 2595572 h 2607908"/>
              <a:gd name="connsiteX114" fmla="*/ 2190208 w 3689114"/>
              <a:gd name="connsiteY114" fmla="*/ 2584410 h 2607908"/>
              <a:gd name="connsiteX115" fmla="*/ 1498906 w 3689114"/>
              <a:gd name="connsiteY115" fmla="*/ 2584410 h 2607908"/>
              <a:gd name="connsiteX116" fmla="*/ 1510068 w 3689114"/>
              <a:gd name="connsiteY116" fmla="*/ 2595572 h 2607908"/>
              <a:gd name="connsiteX117" fmla="*/ 1498906 w 3689114"/>
              <a:gd name="connsiteY117" fmla="*/ 2606734 h 2607908"/>
              <a:gd name="connsiteX118" fmla="*/ 1487744 w 3689114"/>
              <a:gd name="connsiteY118" fmla="*/ 2595572 h 2607908"/>
              <a:gd name="connsiteX119" fmla="*/ 1498906 w 3689114"/>
              <a:gd name="connsiteY119" fmla="*/ 2584410 h 2607908"/>
              <a:gd name="connsiteX120" fmla="*/ 2074991 w 3689114"/>
              <a:gd name="connsiteY120" fmla="*/ 2583830 h 2607908"/>
              <a:gd name="connsiteX121" fmla="*/ 2086733 w 3689114"/>
              <a:gd name="connsiteY121" fmla="*/ 2595572 h 2607908"/>
              <a:gd name="connsiteX122" fmla="*/ 2074991 w 3689114"/>
              <a:gd name="connsiteY122" fmla="*/ 2607314 h 2607908"/>
              <a:gd name="connsiteX123" fmla="*/ 2063249 w 3689114"/>
              <a:gd name="connsiteY123" fmla="*/ 2595572 h 2607908"/>
              <a:gd name="connsiteX124" fmla="*/ 2074991 w 3689114"/>
              <a:gd name="connsiteY124" fmla="*/ 2583830 h 2607908"/>
              <a:gd name="connsiteX125" fmla="*/ 1614123 w 3689114"/>
              <a:gd name="connsiteY125" fmla="*/ 2583830 h 2607908"/>
              <a:gd name="connsiteX126" fmla="*/ 1625865 w 3689114"/>
              <a:gd name="connsiteY126" fmla="*/ 2595572 h 2607908"/>
              <a:gd name="connsiteX127" fmla="*/ 1614123 w 3689114"/>
              <a:gd name="connsiteY127" fmla="*/ 2607314 h 2607908"/>
              <a:gd name="connsiteX128" fmla="*/ 1602381 w 3689114"/>
              <a:gd name="connsiteY128" fmla="*/ 2595572 h 2607908"/>
              <a:gd name="connsiteX129" fmla="*/ 1614123 w 3689114"/>
              <a:gd name="connsiteY129" fmla="*/ 2583830 h 2607908"/>
              <a:gd name="connsiteX130" fmla="*/ 1959774 w 3689114"/>
              <a:gd name="connsiteY130" fmla="*/ 2583386 h 2607908"/>
              <a:gd name="connsiteX131" fmla="*/ 1971960 w 3689114"/>
              <a:gd name="connsiteY131" fmla="*/ 2595572 h 2607908"/>
              <a:gd name="connsiteX132" fmla="*/ 1959774 w 3689114"/>
              <a:gd name="connsiteY132" fmla="*/ 2607758 h 2607908"/>
              <a:gd name="connsiteX133" fmla="*/ 1947588 w 3689114"/>
              <a:gd name="connsiteY133" fmla="*/ 2595572 h 2607908"/>
              <a:gd name="connsiteX134" fmla="*/ 1959774 w 3689114"/>
              <a:gd name="connsiteY134" fmla="*/ 2583386 h 2607908"/>
              <a:gd name="connsiteX135" fmla="*/ 1729340 w 3689114"/>
              <a:gd name="connsiteY135" fmla="*/ 2583386 h 2607908"/>
              <a:gd name="connsiteX136" fmla="*/ 1741526 w 3689114"/>
              <a:gd name="connsiteY136" fmla="*/ 2595572 h 2607908"/>
              <a:gd name="connsiteX137" fmla="*/ 1729340 w 3689114"/>
              <a:gd name="connsiteY137" fmla="*/ 2607758 h 2607908"/>
              <a:gd name="connsiteX138" fmla="*/ 1717154 w 3689114"/>
              <a:gd name="connsiteY138" fmla="*/ 2595572 h 2607908"/>
              <a:gd name="connsiteX139" fmla="*/ 1729340 w 3689114"/>
              <a:gd name="connsiteY139" fmla="*/ 2583386 h 2607908"/>
              <a:gd name="connsiteX140" fmla="*/ 1844558 w 3689114"/>
              <a:gd name="connsiteY140" fmla="*/ 2583236 h 2607908"/>
              <a:gd name="connsiteX141" fmla="*/ 1856893 w 3689114"/>
              <a:gd name="connsiteY141" fmla="*/ 2595572 h 2607908"/>
              <a:gd name="connsiteX142" fmla="*/ 1844558 w 3689114"/>
              <a:gd name="connsiteY142" fmla="*/ 2607908 h 2607908"/>
              <a:gd name="connsiteX143" fmla="*/ 1832221 w 3689114"/>
              <a:gd name="connsiteY143" fmla="*/ 2595572 h 2607908"/>
              <a:gd name="connsiteX144" fmla="*/ 1844558 w 3689114"/>
              <a:gd name="connsiteY144" fmla="*/ 2583236 h 2607908"/>
              <a:gd name="connsiteX145" fmla="*/ 3515204 w 3689114"/>
              <a:gd name="connsiteY145" fmla="*/ 2494563 h 2607908"/>
              <a:gd name="connsiteX146" fmla="*/ 3516432 w 3689114"/>
              <a:gd name="connsiteY146" fmla="*/ 2495791 h 2607908"/>
              <a:gd name="connsiteX147" fmla="*/ 3515204 w 3689114"/>
              <a:gd name="connsiteY147" fmla="*/ 2497018 h 2607908"/>
              <a:gd name="connsiteX148" fmla="*/ 3513976 w 3689114"/>
              <a:gd name="connsiteY148" fmla="*/ 2495791 h 2607908"/>
              <a:gd name="connsiteX149" fmla="*/ 3515204 w 3689114"/>
              <a:gd name="connsiteY149" fmla="*/ 2494563 h 2607908"/>
              <a:gd name="connsiteX150" fmla="*/ 173910 w 3689114"/>
              <a:gd name="connsiteY150" fmla="*/ 2494563 h 2607908"/>
              <a:gd name="connsiteX151" fmla="*/ 175139 w 3689114"/>
              <a:gd name="connsiteY151" fmla="*/ 2495791 h 2607908"/>
              <a:gd name="connsiteX152" fmla="*/ 173910 w 3689114"/>
              <a:gd name="connsiteY152" fmla="*/ 2497018 h 2607908"/>
              <a:gd name="connsiteX153" fmla="*/ 172683 w 3689114"/>
              <a:gd name="connsiteY153" fmla="*/ 2495791 h 2607908"/>
              <a:gd name="connsiteX154" fmla="*/ 173910 w 3689114"/>
              <a:gd name="connsiteY154" fmla="*/ 2494563 h 2607908"/>
              <a:gd name="connsiteX155" fmla="*/ 3399987 w 3689114"/>
              <a:gd name="connsiteY155" fmla="*/ 2493969 h 2607908"/>
              <a:gd name="connsiteX156" fmla="*/ 3401809 w 3689114"/>
              <a:gd name="connsiteY156" fmla="*/ 2495791 h 2607908"/>
              <a:gd name="connsiteX157" fmla="*/ 3399987 w 3689114"/>
              <a:gd name="connsiteY157" fmla="*/ 2497613 h 2607908"/>
              <a:gd name="connsiteX158" fmla="*/ 3398165 w 3689114"/>
              <a:gd name="connsiteY158" fmla="*/ 2495791 h 2607908"/>
              <a:gd name="connsiteX159" fmla="*/ 3399987 w 3689114"/>
              <a:gd name="connsiteY159" fmla="*/ 2493969 h 2607908"/>
              <a:gd name="connsiteX160" fmla="*/ 289128 w 3689114"/>
              <a:gd name="connsiteY160" fmla="*/ 2493969 h 2607908"/>
              <a:gd name="connsiteX161" fmla="*/ 290950 w 3689114"/>
              <a:gd name="connsiteY161" fmla="*/ 2495791 h 2607908"/>
              <a:gd name="connsiteX162" fmla="*/ 289128 w 3689114"/>
              <a:gd name="connsiteY162" fmla="*/ 2497613 h 2607908"/>
              <a:gd name="connsiteX163" fmla="*/ 287307 w 3689114"/>
              <a:gd name="connsiteY163" fmla="*/ 2495791 h 2607908"/>
              <a:gd name="connsiteX164" fmla="*/ 289128 w 3689114"/>
              <a:gd name="connsiteY164" fmla="*/ 2493969 h 2607908"/>
              <a:gd name="connsiteX165" fmla="*/ 3284770 w 3689114"/>
              <a:gd name="connsiteY165" fmla="*/ 2493192 h 2607908"/>
              <a:gd name="connsiteX166" fmla="*/ 3287370 w 3689114"/>
              <a:gd name="connsiteY166" fmla="*/ 2495791 h 2607908"/>
              <a:gd name="connsiteX167" fmla="*/ 3284770 w 3689114"/>
              <a:gd name="connsiteY167" fmla="*/ 2498391 h 2607908"/>
              <a:gd name="connsiteX168" fmla="*/ 3282170 w 3689114"/>
              <a:gd name="connsiteY168" fmla="*/ 2495791 h 2607908"/>
              <a:gd name="connsiteX169" fmla="*/ 3284770 w 3689114"/>
              <a:gd name="connsiteY169" fmla="*/ 2493192 h 2607908"/>
              <a:gd name="connsiteX170" fmla="*/ 404345 w 3689114"/>
              <a:gd name="connsiteY170" fmla="*/ 2493192 h 2607908"/>
              <a:gd name="connsiteX171" fmla="*/ 406945 w 3689114"/>
              <a:gd name="connsiteY171" fmla="*/ 2495791 h 2607908"/>
              <a:gd name="connsiteX172" fmla="*/ 404345 w 3689114"/>
              <a:gd name="connsiteY172" fmla="*/ 2498391 h 2607908"/>
              <a:gd name="connsiteX173" fmla="*/ 401744 w 3689114"/>
              <a:gd name="connsiteY173" fmla="*/ 2495791 h 2607908"/>
              <a:gd name="connsiteX174" fmla="*/ 404345 w 3689114"/>
              <a:gd name="connsiteY174" fmla="*/ 2493192 h 2607908"/>
              <a:gd name="connsiteX175" fmla="*/ 3169553 w 3689114"/>
              <a:gd name="connsiteY175" fmla="*/ 2492361 h 2607908"/>
              <a:gd name="connsiteX176" fmla="*/ 3172983 w 3689114"/>
              <a:gd name="connsiteY176" fmla="*/ 2495791 h 2607908"/>
              <a:gd name="connsiteX177" fmla="*/ 3169553 w 3689114"/>
              <a:gd name="connsiteY177" fmla="*/ 2499222 h 2607908"/>
              <a:gd name="connsiteX178" fmla="*/ 3166122 w 3689114"/>
              <a:gd name="connsiteY178" fmla="*/ 2495791 h 2607908"/>
              <a:gd name="connsiteX179" fmla="*/ 3169553 w 3689114"/>
              <a:gd name="connsiteY179" fmla="*/ 2492361 h 2607908"/>
              <a:gd name="connsiteX180" fmla="*/ 519562 w 3689114"/>
              <a:gd name="connsiteY180" fmla="*/ 2492361 h 2607908"/>
              <a:gd name="connsiteX181" fmla="*/ 522992 w 3689114"/>
              <a:gd name="connsiteY181" fmla="*/ 2495791 h 2607908"/>
              <a:gd name="connsiteX182" fmla="*/ 519562 w 3689114"/>
              <a:gd name="connsiteY182" fmla="*/ 2499222 h 2607908"/>
              <a:gd name="connsiteX183" fmla="*/ 516132 w 3689114"/>
              <a:gd name="connsiteY183" fmla="*/ 2495791 h 2607908"/>
              <a:gd name="connsiteX184" fmla="*/ 519562 w 3689114"/>
              <a:gd name="connsiteY184" fmla="*/ 2492361 h 2607908"/>
              <a:gd name="connsiteX185" fmla="*/ 3054336 w 3689114"/>
              <a:gd name="connsiteY185" fmla="*/ 2491327 h 2607908"/>
              <a:gd name="connsiteX186" fmla="*/ 3058799 w 3689114"/>
              <a:gd name="connsiteY186" fmla="*/ 2495791 h 2607908"/>
              <a:gd name="connsiteX187" fmla="*/ 3054336 w 3689114"/>
              <a:gd name="connsiteY187" fmla="*/ 2500255 h 2607908"/>
              <a:gd name="connsiteX188" fmla="*/ 3049871 w 3689114"/>
              <a:gd name="connsiteY188" fmla="*/ 2495791 h 2607908"/>
              <a:gd name="connsiteX189" fmla="*/ 3054336 w 3689114"/>
              <a:gd name="connsiteY189" fmla="*/ 2491327 h 2607908"/>
              <a:gd name="connsiteX190" fmla="*/ 634779 w 3689114"/>
              <a:gd name="connsiteY190" fmla="*/ 2491327 h 2607908"/>
              <a:gd name="connsiteX191" fmla="*/ 639242 w 3689114"/>
              <a:gd name="connsiteY191" fmla="*/ 2495791 h 2607908"/>
              <a:gd name="connsiteX192" fmla="*/ 634779 w 3689114"/>
              <a:gd name="connsiteY192" fmla="*/ 2500255 h 2607908"/>
              <a:gd name="connsiteX193" fmla="*/ 630316 w 3689114"/>
              <a:gd name="connsiteY193" fmla="*/ 2495791 h 2607908"/>
              <a:gd name="connsiteX194" fmla="*/ 634779 w 3689114"/>
              <a:gd name="connsiteY194" fmla="*/ 2491327 h 2607908"/>
              <a:gd name="connsiteX195" fmla="*/ 2939119 w 3689114"/>
              <a:gd name="connsiteY195" fmla="*/ 2490264 h 2607908"/>
              <a:gd name="connsiteX196" fmla="*/ 2944646 w 3689114"/>
              <a:gd name="connsiteY196" fmla="*/ 2495791 h 2607908"/>
              <a:gd name="connsiteX197" fmla="*/ 2939119 w 3689114"/>
              <a:gd name="connsiteY197" fmla="*/ 2501318 h 2607908"/>
              <a:gd name="connsiteX198" fmla="*/ 2933592 w 3689114"/>
              <a:gd name="connsiteY198" fmla="*/ 2495791 h 2607908"/>
              <a:gd name="connsiteX199" fmla="*/ 2939119 w 3689114"/>
              <a:gd name="connsiteY199" fmla="*/ 2490264 h 2607908"/>
              <a:gd name="connsiteX200" fmla="*/ 749995 w 3689114"/>
              <a:gd name="connsiteY200" fmla="*/ 2490264 h 2607908"/>
              <a:gd name="connsiteX201" fmla="*/ 755523 w 3689114"/>
              <a:gd name="connsiteY201" fmla="*/ 2495791 h 2607908"/>
              <a:gd name="connsiteX202" fmla="*/ 749995 w 3689114"/>
              <a:gd name="connsiteY202" fmla="*/ 2501318 h 2607908"/>
              <a:gd name="connsiteX203" fmla="*/ 744468 w 3689114"/>
              <a:gd name="connsiteY203" fmla="*/ 2495791 h 2607908"/>
              <a:gd name="connsiteX204" fmla="*/ 749995 w 3689114"/>
              <a:gd name="connsiteY204" fmla="*/ 2490264 h 2607908"/>
              <a:gd name="connsiteX205" fmla="*/ 865212 w 3689114"/>
              <a:gd name="connsiteY205" fmla="*/ 2489202 h 2607908"/>
              <a:gd name="connsiteX206" fmla="*/ 871802 w 3689114"/>
              <a:gd name="connsiteY206" fmla="*/ 2495791 h 2607908"/>
              <a:gd name="connsiteX207" fmla="*/ 865212 w 3689114"/>
              <a:gd name="connsiteY207" fmla="*/ 2502381 h 2607908"/>
              <a:gd name="connsiteX208" fmla="*/ 858623 w 3689114"/>
              <a:gd name="connsiteY208" fmla="*/ 2495791 h 2607908"/>
              <a:gd name="connsiteX209" fmla="*/ 865212 w 3689114"/>
              <a:gd name="connsiteY209" fmla="*/ 2489202 h 2607908"/>
              <a:gd name="connsiteX210" fmla="*/ 2823902 w 3689114"/>
              <a:gd name="connsiteY210" fmla="*/ 2489091 h 2607908"/>
              <a:gd name="connsiteX211" fmla="*/ 2830602 w 3689114"/>
              <a:gd name="connsiteY211" fmla="*/ 2495792 h 2607908"/>
              <a:gd name="connsiteX212" fmla="*/ 2823902 w 3689114"/>
              <a:gd name="connsiteY212" fmla="*/ 2502492 h 2607908"/>
              <a:gd name="connsiteX213" fmla="*/ 2817201 w 3689114"/>
              <a:gd name="connsiteY213" fmla="*/ 2495792 h 2607908"/>
              <a:gd name="connsiteX214" fmla="*/ 2823902 w 3689114"/>
              <a:gd name="connsiteY214" fmla="*/ 2489091 h 2607908"/>
              <a:gd name="connsiteX215" fmla="*/ 2708685 w 3689114"/>
              <a:gd name="connsiteY215" fmla="*/ 2488049 h 2607908"/>
              <a:gd name="connsiteX216" fmla="*/ 2716427 w 3689114"/>
              <a:gd name="connsiteY216" fmla="*/ 2495792 h 2607908"/>
              <a:gd name="connsiteX217" fmla="*/ 2708685 w 3689114"/>
              <a:gd name="connsiteY217" fmla="*/ 2503533 h 2607908"/>
              <a:gd name="connsiteX218" fmla="*/ 2700943 w 3689114"/>
              <a:gd name="connsiteY218" fmla="*/ 2495792 h 2607908"/>
              <a:gd name="connsiteX219" fmla="*/ 2708685 w 3689114"/>
              <a:gd name="connsiteY219" fmla="*/ 2488049 h 2607908"/>
              <a:gd name="connsiteX220" fmla="*/ 980430 w 3689114"/>
              <a:gd name="connsiteY220" fmla="*/ 2488049 h 2607908"/>
              <a:gd name="connsiteX221" fmla="*/ 988172 w 3689114"/>
              <a:gd name="connsiteY221" fmla="*/ 2495792 h 2607908"/>
              <a:gd name="connsiteX222" fmla="*/ 980430 w 3689114"/>
              <a:gd name="connsiteY222" fmla="*/ 2503533 h 2607908"/>
              <a:gd name="connsiteX223" fmla="*/ 972687 w 3689114"/>
              <a:gd name="connsiteY223" fmla="*/ 2495792 h 2607908"/>
              <a:gd name="connsiteX224" fmla="*/ 980430 w 3689114"/>
              <a:gd name="connsiteY224" fmla="*/ 2488049 h 2607908"/>
              <a:gd name="connsiteX225" fmla="*/ 2593468 w 3689114"/>
              <a:gd name="connsiteY225" fmla="*/ 2486805 h 2607908"/>
              <a:gd name="connsiteX226" fmla="*/ 2602454 w 3689114"/>
              <a:gd name="connsiteY226" fmla="*/ 2495791 h 2607908"/>
              <a:gd name="connsiteX227" fmla="*/ 2593468 w 3689114"/>
              <a:gd name="connsiteY227" fmla="*/ 2504777 h 2607908"/>
              <a:gd name="connsiteX228" fmla="*/ 2584482 w 3689114"/>
              <a:gd name="connsiteY228" fmla="*/ 2495791 h 2607908"/>
              <a:gd name="connsiteX229" fmla="*/ 2593468 w 3689114"/>
              <a:gd name="connsiteY229" fmla="*/ 2486805 h 2607908"/>
              <a:gd name="connsiteX230" fmla="*/ 1095646 w 3689114"/>
              <a:gd name="connsiteY230" fmla="*/ 2486805 h 2607908"/>
              <a:gd name="connsiteX231" fmla="*/ 1104632 w 3689114"/>
              <a:gd name="connsiteY231" fmla="*/ 2495791 h 2607908"/>
              <a:gd name="connsiteX232" fmla="*/ 1095646 w 3689114"/>
              <a:gd name="connsiteY232" fmla="*/ 2504777 h 2607908"/>
              <a:gd name="connsiteX233" fmla="*/ 1086661 w 3689114"/>
              <a:gd name="connsiteY233" fmla="*/ 2495791 h 2607908"/>
              <a:gd name="connsiteX234" fmla="*/ 1095646 w 3689114"/>
              <a:gd name="connsiteY234" fmla="*/ 2486805 h 2607908"/>
              <a:gd name="connsiteX235" fmla="*/ 2478251 w 3689114"/>
              <a:gd name="connsiteY235" fmla="*/ 2485610 h 2607908"/>
              <a:gd name="connsiteX236" fmla="*/ 2488433 w 3689114"/>
              <a:gd name="connsiteY236" fmla="*/ 2495792 h 2607908"/>
              <a:gd name="connsiteX237" fmla="*/ 2478251 w 3689114"/>
              <a:gd name="connsiteY237" fmla="*/ 2505973 h 2607908"/>
              <a:gd name="connsiteX238" fmla="*/ 2468069 w 3689114"/>
              <a:gd name="connsiteY238" fmla="*/ 2495792 h 2607908"/>
              <a:gd name="connsiteX239" fmla="*/ 2478251 w 3689114"/>
              <a:gd name="connsiteY239" fmla="*/ 2485610 h 2607908"/>
              <a:gd name="connsiteX240" fmla="*/ 1210864 w 3689114"/>
              <a:gd name="connsiteY240" fmla="*/ 2485610 h 2607908"/>
              <a:gd name="connsiteX241" fmla="*/ 1221045 w 3689114"/>
              <a:gd name="connsiteY241" fmla="*/ 2495792 h 2607908"/>
              <a:gd name="connsiteX242" fmla="*/ 1210864 w 3689114"/>
              <a:gd name="connsiteY242" fmla="*/ 2505973 h 2607908"/>
              <a:gd name="connsiteX243" fmla="*/ 1200682 w 3689114"/>
              <a:gd name="connsiteY243" fmla="*/ 2495792 h 2607908"/>
              <a:gd name="connsiteX244" fmla="*/ 1210864 w 3689114"/>
              <a:gd name="connsiteY244" fmla="*/ 2485610 h 2607908"/>
              <a:gd name="connsiteX245" fmla="*/ 2363033 w 3689114"/>
              <a:gd name="connsiteY245" fmla="*/ 2484629 h 2607908"/>
              <a:gd name="connsiteX246" fmla="*/ 2374195 w 3689114"/>
              <a:gd name="connsiteY246" fmla="*/ 2495791 h 2607908"/>
              <a:gd name="connsiteX247" fmla="*/ 2363033 w 3689114"/>
              <a:gd name="connsiteY247" fmla="*/ 2506953 h 2607908"/>
              <a:gd name="connsiteX248" fmla="*/ 2351872 w 3689114"/>
              <a:gd name="connsiteY248" fmla="*/ 2495791 h 2607908"/>
              <a:gd name="connsiteX249" fmla="*/ 2363033 w 3689114"/>
              <a:gd name="connsiteY249" fmla="*/ 2484629 h 2607908"/>
              <a:gd name="connsiteX250" fmla="*/ 1326080 w 3689114"/>
              <a:gd name="connsiteY250" fmla="*/ 2484629 h 2607908"/>
              <a:gd name="connsiteX251" fmla="*/ 1337243 w 3689114"/>
              <a:gd name="connsiteY251" fmla="*/ 2495791 h 2607908"/>
              <a:gd name="connsiteX252" fmla="*/ 1326080 w 3689114"/>
              <a:gd name="connsiteY252" fmla="*/ 2506953 h 2607908"/>
              <a:gd name="connsiteX253" fmla="*/ 1314919 w 3689114"/>
              <a:gd name="connsiteY253" fmla="*/ 2495791 h 2607908"/>
              <a:gd name="connsiteX254" fmla="*/ 1326080 w 3689114"/>
              <a:gd name="connsiteY254" fmla="*/ 2484629 h 2607908"/>
              <a:gd name="connsiteX255" fmla="*/ 2247817 w 3689114"/>
              <a:gd name="connsiteY255" fmla="*/ 2483605 h 2607908"/>
              <a:gd name="connsiteX256" fmla="*/ 2260002 w 3689114"/>
              <a:gd name="connsiteY256" fmla="*/ 2495792 h 2607908"/>
              <a:gd name="connsiteX257" fmla="*/ 2247817 w 3689114"/>
              <a:gd name="connsiteY257" fmla="*/ 2507977 h 2607908"/>
              <a:gd name="connsiteX258" fmla="*/ 2235631 w 3689114"/>
              <a:gd name="connsiteY258" fmla="*/ 2495792 h 2607908"/>
              <a:gd name="connsiteX259" fmla="*/ 2247817 w 3689114"/>
              <a:gd name="connsiteY259" fmla="*/ 2483605 h 2607908"/>
              <a:gd name="connsiteX260" fmla="*/ 1441298 w 3689114"/>
              <a:gd name="connsiteY260" fmla="*/ 2483605 h 2607908"/>
              <a:gd name="connsiteX261" fmla="*/ 1453484 w 3689114"/>
              <a:gd name="connsiteY261" fmla="*/ 2495792 h 2607908"/>
              <a:gd name="connsiteX262" fmla="*/ 1441298 w 3689114"/>
              <a:gd name="connsiteY262" fmla="*/ 2507977 h 2607908"/>
              <a:gd name="connsiteX263" fmla="*/ 1429112 w 3689114"/>
              <a:gd name="connsiteY263" fmla="*/ 2495792 h 2607908"/>
              <a:gd name="connsiteX264" fmla="*/ 1441298 w 3689114"/>
              <a:gd name="connsiteY264" fmla="*/ 2483605 h 2607908"/>
              <a:gd name="connsiteX265" fmla="*/ 1556514 w 3689114"/>
              <a:gd name="connsiteY265" fmla="*/ 2482847 h 2607908"/>
              <a:gd name="connsiteX266" fmla="*/ 1569459 w 3689114"/>
              <a:gd name="connsiteY266" fmla="*/ 2495791 h 2607908"/>
              <a:gd name="connsiteX267" fmla="*/ 1556514 w 3689114"/>
              <a:gd name="connsiteY267" fmla="*/ 2508736 h 2607908"/>
              <a:gd name="connsiteX268" fmla="*/ 1543570 w 3689114"/>
              <a:gd name="connsiteY268" fmla="*/ 2495791 h 2607908"/>
              <a:gd name="connsiteX269" fmla="*/ 1556514 w 3689114"/>
              <a:gd name="connsiteY269" fmla="*/ 2482847 h 2607908"/>
              <a:gd name="connsiteX270" fmla="*/ 2132600 w 3689114"/>
              <a:gd name="connsiteY270" fmla="*/ 2482692 h 2607908"/>
              <a:gd name="connsiteX271" fmla="*/ 2145699 w 3689114"/>
              <a:gd name="connsiteY271" fmla="*/ 2495791 h 2607908"/>
              <a:gd name="connsiteX272" fmla="*/ 2132600 w 3689114"/>
              <a:gd name="connsiteY272" fmla="*/ 2508890 h 2607908"/>
              <a:gd name="connsiteX273" fmla="*/ 2119501 w 3689114"/>
              <a:gd name="connsiteY273" fmla="*/ 2495791 h 2607908"/>
              <a:gd name="connsiteX274" fmla="*/ 2132600 w 3689114"/>
              <a:gd name="connsiteY274" fmla="*/ 2482692 h 2607908"/>
              <a:gd name="connsiteX275" fmla="*/ 2017383 w 3689114"/>
              <a:gd name="connsiteY275" fmla="*/ 2482224 h 2607908"/>
              <a:gd name="connsiteX276" fmla="*/ 2030950 w 3689114"/>
              <a:gd name="connsiteY276" fmla="*/ 2495792 h 2607908"/>
              <a:gd name="connsiteX277" fmla="*/ 2017383 w 3689114"/>
              <a:gd name="connsiteY277" fmla="*/ 2509359 h 2607908"/>
              <a:gd name="connsiteX278" fmla="*/ 2003815 w 3689114"/>
              <a:gd name="connsiteY278" fmla="*/ 2495792 h 2607908"/>
              <a:gd name="connsiteX279" fmla="*/ 2017383 w 3689114"/>
              <a:gd name="connsiteY279" fmla="*/ 2482224 h 2607908"/>
              <a:gd name="connsiteX280" fmla="*/ 1671732 w 3689114"/>
              <a:gd name="connsiteY280" fmla="*/ 2482224 h 2607908"/>
              <a:gd name="connsiteX281" fmla="*/ 1685299 w 3689114"/>
              <a:gd name="connsiteY281" fmla="*/ 2495792 h 2607908"/>
              <a:gd name="connsiteX282" fmla="*/ 1671732 w 3689114"/>
              <a:gd name="connsiteY282" fmla="*/ 2509359 h 2607908"/>
              <a:gd name="connsiteX283" fmla="*/ 1658165 w 3689114"/>
              <a:gd name="connsiteY283" fmla="*/ 2495792 h 2607908"/>
              <a:gd name="connsiteX284" fmla="*/ 1671732 w 3689114"/>
              <a:gd name="connsiteY284" fmla="*/ 2482224 h 2607908"/>
              <a:gd name="connsiteX285" fmla="*/ 1902166 w 3689114"/>
              <a:gd name="connsiteY285" fmla="*/ 2481907 h 2607908"/>
              <a:gd name="connsiteX286" fmla="*/ 1916050 w 3689114"/>
              <a:gd name="connsiteY286" fmla="*/ 2495791 h 2607908"/>
              <a:gd name="connsiteX287" fmla="*/ 1902166 w 3689114"/>
              <a:gd name="connsiteY287" fmla="*/ 2509675 h 2607908"/>
              <a:gd name="connsiteX288" fmla="*/ 1888282 w 3689114"/>
              <a:gd name="connsiteY288" fmla="*/ 2495791 h 2607908"/>
              <a:gd name="connsiteX289" fmla="*/ 1902166 w 3689114"/>
              <a:gd name="connsiteY289" fmla="*/ 2481907 h 2607908"/>
              <a:gd name="connsiteX290" fmla="*/ 1786949 w 3689114"/>
              <a:gd name="connsiteY290" fmla="*/ 2481907 h 2607908"/>
              <a:gd name="connsiteX291" fmla="*/ 1800833 w 3689114"/>
              <a:gd name="connsiteY291" fmla="*/ 2495791 h 2607908"/>
              <a:gd name="connsiteX292" fmla="*/ 1786949 w 3689114"/>
              <a:gd name="connsiteY292" fmla="*/ 2509675 h 2607908"/>
              <a:gd name="connsiteX293" fmla="*/ 1773065 w 3689114"/>
              <a:gd name="connsiteY293" fmla="*/ 2495791 h 2607908"/>
              <a:gd name="connsiteX294" fmla="*/ 1786949 w 3689114"/>
              <a:gd name="connsiteY294" fmla="*/ 2481907 h 2607908"/>
              <a:gd name="connsiteX295" fmla="*/ 3572813 w 3689114"/>
              <a:gd name="connsiteY295" fmla="*/ 2394831 h 2607908"/>
              <a:gd name="connsiteX296" fmla="*/ 3573992 w 3689114"/>
              <a:gd name="connsiteY296" fmla="*/ 2396010 h 2607908"/>
              <a:gd name="connsiteX297" fmla="*/ 3572813 w 3689114"/>
              <a:gd name="connsiteY297" fmla="*/ 2397189 h 2607908"/>
              <a:gd name="connsiteX298" fmla="*/ 3571634 w 3689114"/>
              <a:gd name="connsiteY298" fmla="*/ 2396010 h 2607908"/>
              <a:gd name="connsiteX299" fmla="*/ 3572813 w 3689114"/>
              <a:gd name="connsiteY299" fmla="*/ 2394831 h 2607908"/>
              <a:gd name="connsiteX300" fmla="*/ 116302 w 3689114"/>
              <a:gd name="connsiteY300" fmla="*/ 2394831 h 2607908"/>
              <a:gd name="connsiteX301" fmla="*/ 117481 w 3689114"/>
              <a:gd name="connsiteY301" fmla="*/ 2396010 h 2607908"/>
              <a:gd name="connsiteX302" fmla="*/ 116302 w 3689114"/>
              <a:gd name="connsiteY302" fmla="*/ 2397189 h 2607908"/>
              <a:gd name="connsiteX303" fmla="*/ 115123 w 3689114"/>
              <a:gd name="connsiteY303" fmla="*/ 2396010 h 2607908"/>
              <a:gd name="connsiteX304" fmla="*/ 116302 w 3689114"/>
              <a:gd name="connsiteY304" fmla="*/ 2394831 h 2607908"/>
              <a:gd name="connsiteX305" fmla="*/ 3457595 w 3689114"/>
              <a:gd name="connsiteY305" fmla="*/ 2394247 h 2607908"/>
              <a:gd name="connsiteX306" fmla="*/ 3459359 w 3689114"/>
              <a:gd name="connsiteY306" fmla="*/ 2396010 h 2607908"/>
              <a:gd name="connsiteX307" fmla="*/ 3457595 w 3689114"/>
              <a:gd name="connsiteY307" fmla="*/ 2397774 h 2607908"/>
              <a:gd name="connsiteX308" fmla="*/ 3455832 w 3689114"/>
              <a:gd name="connsiteY308" fmla="*/ 2396010 h 2607908"/>
              <a:gd name="connsiteX309" fmla="*/ 3457595 w 3689114"/>
              <a:gd name="connsiteY309" fmla="*/ 2394247 h 2607908"/>
              <a:gd name="connsiteX310" fmla="*/ 231519 w 3689114"/>
              <a:gd name="connsiteY310" fmla="*/ 2394247 h 2607908"/>
              <a:gd name="connsiteX311" fmla="*/ 233283 w 3689114"/>
              <a:gd name="connsiteY311" fmla="*/ 2396010 h 2607908"/>
              <a:gd name="connsiteX312" fmla="*/ 231519 w 3689114"/>
              <a:gd name="connsiteY312" fmla="*/ 2397774 h 2607908"/>
              <a:gd name="connsiteX313" fmla="*/ 229757 w 3689114"/>
              <a:gd name="connsiteY313" fmla="*/ 2396010 h 2607908"/>
              <a:gd name="connsiteX314" fmla="*/ 231519 w 3689114"/>
              <a:gd name="connsiteY314" fmla="*/ 2394247 h 2607908"/>
              <a:gd name="connsiteX315" fmla="*/ 3342379 w 3689114"/>
              <a:gd name="connsiteY315" fmla="*/ 2393481 h 2607908"/>
              <a:gd name="connsiteX316" fmla="*/ 3344908 w 3689114"/>
              <a:gd name="connsiteY316" fmla="*/ 2396010 h 2607908"/>
              <a:gd name="connsiteX317" fmla="*/ 3342379 w 3689114"/>
              <a:gd name="connsiteY317" fmla="*/ 2398541 h 2607908"/>
              <a:gd name="connsiteX318" fmla="*/ 3339849 w 3689114"/>
              <a:gd name="connsiteY318" fmla="*/ 2396010 h 2607908"/>
              <a:gd name="connsiteX319" fmla="*/ 3342379 w 3689114"/>
              <a:gd name="connsiteY319" fmla="*/ 2393481 h 2607908"/>
              <a:gd name="connsiteX320" fmla="*/ 346736 w 3689114"/>
              <a:gd name="connsiteY320" fmla="*/ 2393481 h 2607908"/>
              <a:gd name="connsiteX321" fmla="*/ 349267 w 3689114"/>
              <a:gd name="connsiteY321" fmla="*/ 2396010 h 2607908"/>
              <a:gd name="connsiteX322" fmla="*/ 346736 w 3689114"/>
              <a:gd name="connsiteY322" fmla="*/ 2398541 h 2607908"/>
              <a:gd name="connsiteX323" fmla="*/ 344207 w 3689114"/>
              <a:gd name="connsiteY323" fmla="*/ 2396010 h 2607908"/>
              <a:gd name="connsiteX324" fmla="*/ 346736 w 3689114"/>
              <a:gd name="connsiteY324" fmla="*/ 2393481 h 2607908"/>
              <a:gd name="connsiteX325" fmla="*/ 3227162 w 3689114"/>
              <a:gd name="connsiteY325" fmla="*/ 2392660 h 2607908"/>
              <a:gd name="connsiteX326" fmla="*/ 3230512 w 3689114"/>
              <a:gd name="connsiteY326" fmla="*/ 2396010 h 2607908"/>
              <a:gd name="connsiteX327" fmla="*/ 3227162 w 3689114"/>
              <a:gd name="connsiteY327" fmla="*/ 2399361 h 2607908"/>
              <a:gd name="connsiteX328" fmla="*/ 3223812 w 3689114"/>
              <a:gd name="connsiteY328" fmla="*/ 2396010 h 2607908"/>
              <a:gd name="connsiteX329" fmla="*/ 3227162 w 3689114"/>
              <a:gd name="connsiteY329" fmla="*/ 2392660 h 2607908"/>
              <a:gd name="connsiteX330" fmla="*/ 461953 w 3689114"/>
              <a:gd name="connsiteY330" fmla="*/ 2392660 h 2607908"/>
              <a:gd name="connsiteX331" fmla="*/ 465304 w 3689114"/>
              <a:gd name="connsiteY331" fmla="*/ 2396010 h 2607908"/>
              <a:gd name="connsiteX332" fmla="*/ 461953 w 3689114"/>
              <a:gd name="connsiteY332" fmla="*/ 2399361 h 2607908"/>
              <a:gd name="connsiteX333" fmla="*/ 458603 w 3689114"/>
              <a:gd name="connsiteY333" fmla="*/ 2396010 h 2607908"/>
              <a:gd name="connsiteX334" fmla="*/ 461953 w 3689114"/>
              <a:gd name="connsiteY334" fmla="*/ 2392660 h 2607908"/>
              <a:gd name="connsiteX335" fmla="*/ 3111944 w 3689114"/>
              <a:gd name="connsiteY335" fmla="*/ 2391638 h 2607908"/>
              <a:gd name="connsiteX336" fmla="*/ 3116317 w 3689114"/>
              <a:gd name="connsiteY336" fmla="*/ 2396010 h 2607908"/>
              <a:gd name="connsiteX337" fmla="*/ 3111944 w 3689114"/>
              <a:gd name="connsiteY337" fmla="*/ 2400383 h 2607908"/>
              <a:gd name="connsiteX338" fmla="*/ 3107572 w 3689114"/>
              <a:gd name="connsiteY338" fmla="*/ 2396010 h 2607908"/>
              <a:gd name="connsiteX339" fmla="*/ 3111944 w 3689114"/>
              <a:gd name="connsiteY339" fmla="*/ 2391638 h 2607908"/>
              <a:gd name="connsiteX340" fmla="*/ 577170 w 3689114"/>
              <a:gd name="connsiteY340" fmla="*/ 2391638 h 2607908"/>
              <a:gd name="connsiteX341" fmla="*/ 581544 w 3689114"/>
              <a:gd name="connsiteY341" fmla="*/ 2396010 h 2607908"/>
              <a:gd name="connsiteX342" fmla="*/ 577170 w 3689114"/>
              <a:gd name="connsiteY342" fmla="*/ 2400383 h 2607908"/>
              <a:gd name="connsiteX343" fmla="*/ 572799 w 3689114"/>
              <a:gd name="connsiteY343" fmla="*/ 2396010 h 2607908"/>
              <a:gd name="connsiteX344" fmla="*/ 577170 w 3689114"/>
              <a:gd name="connsiteY344" fmla="*/ 2391638 h 2607908"/>
              <a:gd name="connsiteX345" fmla="*/ 2996728 w 3689114"/>
              <a:gd name="connsiteY345" fmla="*/ 2390483 h 2607908"/>
              <a:gd name="connsiteX346" fmla="*/ 3002255 w 3689114"/>
              <a:gd name="connsiteY346" fmla="*/ 2396010 h 2607908"/>
              <a:gd name="connsiteX347" fmla="*/ 2996728 w 3689114"/>
              <a:gd name="connsiteY347" fmla="*/ 2401538 h 2607908"/>
              <a:gd name="connsiteX348" fmla="*/ 2991201 w 3689114"/>
              <a:gd name="connsiteY348" fmla="*/ 2396010 h 2607908"/>
              <a:gd name="connsiteX349" fmla="*/ 2996728 w 3689114"/>
              <a:gd name="connsiteY349" fmla="*/ 2390483 h 2607908"/>
              <a:gd name="connsiteX350" fmla="*/ 692388 w 3689114"/>
              <a:gd name="connsiteY350" fmla="*/ 2390483 h 2607908"/>
              <a:gd name="connsiteX351" fmla="*/ 697915 w 3689114"/>
              <a:gd name="connsiteY351" fmla="*/ 2396010 h 2607908"/>
              <a:gd name="connsiteX352" fmla="*/ 692388 w 3689114"/>
              <a:gd name="connsiteY352" fmla="*/ 2401538 h 2607908"/>
              <a:gd name="connsiteX353" fmla="*/ 686861 w 3689114"/>
              <a:gd name="connsiteY353" fmla="*/ 2396010 h 2607908"/>
              <a:gd name="connsiteX354" fmla="*/ 692388 w 3689114"/>
              <a:gd name="connsiteY354" fmla="*/ 2390483 h 2607908"/>
              <a:gd name="connsiteX355" fmla="*/ 807604 w 3689114"/>
              <a:gd name="connsiteY355" fmla="*/ 2389421 h 2607908"/>
              <a:gd name="connsiteX356" fmla="*/ 814193 w 3689114"/>
              <a:gd name="connsiteY356" fmla="*/ 2396010 h 2607908"/>
              <a:gd name="connsiteX357" fmla="*/ 807604 w 3689114"/>
              <a:gd name="connsiteY357" fmla="*/ 2402600 h 2607908"/>
              <a:gd name="connsiteX358" fmla="*/ 801015 w 3689114"/>
              <a:gd name="connsiteY358" fmla="*/ 2396010 h 2607908"/>
              <a:gd name="connsiteX359" fmla="*/ 807604 w 3689114"/>
              <a:gd name="connsiteY359" fmla="*/ 2389421 h 2607908"/>
              <a:gd name="connsiteX360" fmla="*/ 2881510 w 3689114"/>
              <a:gd name="connsiteY360" fmla="*/ 2389309 h 2607908"/>
              <a:gd name="connsiteX361" fmla="*/ 2888210 w 3689114"/>
              <a:gd name="connsiteY361" fmla="*/ 2396010 h 2607908"/>
              <a:gd name="connsiteX362" fmla="*/ 2881510 w 3689114"/>
              <a:gd name="connsiteY362" fmla="*/ 2402710 h 2607908"/>
              <a:gd name="connsiteX363" fmla="*/ 2874810 w 3689114"/>
              <a:gd name="connsiteY363" fmla="*/ 2396010 h 2607908"/>
              <a:gd name="connsiteX364" fmla="*/ 2881510 w 3689114"/>
              <a:gd name="connsiteY364" fmla="*/ 2389309 h 2607908"/>
              <a:gd name="connsiteX365" fmla="*/ 2766293 w 3689114"/>
              <a:gd name="connsiteY365" fmla="*/ 2388027 h 2607908"/>
              <a:gd name="connsiteX366" fmla="*/ 2774277 w 3689114"/>
              <a:gd name="connsiteY366" fmla="*/ 2396010 h 2607908"/>
              <a:gd name="connsiteX367" fmla="*/ 2766293 w 3689114"/>
              <a:gd name="connsiteY367" fmla="*/ 2403994 h 2607908"/>
              <a:gd name="connsiteX368" fmla="*/ 2758310 w 3689114"/>
              <a:gd name="connsiteY368" fmla="*/ 2396010 h 2607908"/>
              <a:gd name="connsiteX369" fmla="*/ 2766293 w 3689114"/>
              <a:gd name="connsiteY369" fmla="*/ 2388027 h 2607908"/>
              <a:gd name="connsiteX370" fmla="*/ 922821 w 3689114"/>
              <a:gd name="connsiteY370" fmla="*/ 2388027 h 2607908"/>
              <a:gd name="connsiteX371" fmla="*/ 930805 w 3689114"/>
              <a:gd name="connsiteY371" fmla="*/ 2396010 h 2607908"/>
              <a:gd name="connsiteX372" fmla="*/ 922821 w 3689114"/>
              <a:gd name="connsiteY372" fmla="*/ 2403994 h 2607908"/>
              <a:gd name="connsiteX373" fmla="*/ 914837 w 3689114"/>
              <a:gd name="connsiteY373" fmla="*/ 2396010 h 2607908"/>
              <a:gd name="connsiteX374" fmla="*/ 922821 w 3689114"/>
              <a:gd name="connsiteY374" fmla="*/ 2388027 h 2607908"/>
              <a:gd name="connsiteX375" fmla="*/ 2651076 w 3689114"/>
              <a:gd name="connsiteY375" fmla="*/ 2386765 h 2607908"/>
              <a:gd name="connsiteX376" fmla="*/ 2660321 w 3689114"/>
              <a:gd name="connsiteY376" fmla="*/ 2396010 h 2607908"/>
              <a:gd name="connsiteX377" fmla="*/ 2651076 w 3689114"/>
              <a:gd name="connsiteY377" fmla="*/ 2405255 h 2607908"/>
              <a:gd name="connsiteX378" fmla="*/ 2641831 w 3689114"/>
              <a:gd name="connsiteY378" fmla="*/ 2396010 h 2607908"/>
              <a:gd name="connsiteX379" fmla="*/ 2651076 w 3689114"/>
              <a:gd name="connsiteY379" fmla="*/ 2386765 h 2607908"/>
              <a:gd name="connsiteX380" fmla="*/ 1038038 w 3689114"/>
              <a:gd name="connsiteY380" fmla="*/ 2386765 h 2607908"/>
              <a:gd name="connsiteX381" fmla="*/ 1047283 w 3689114"/>
              <a:gd name="connsiteY381" fmla="*/ 2396010 h 2607908"/>
              <a:gd name="connsiteX382" fmla="*/ 1038038 w 3689114"/>
              <a:gd name="connsiteY382" fmla="*/ 2405255 h 2607908"/>
              <a:gd name="connsiteX383" fmla="*/ 1028793 w 3689114"/>
              <a:gd name="connsiteY383" fmla="*/ 2396010 h 2607908"/>
              <a:gd name="connsiteX384" fmla="*/ 1038038 w 3689114"/>
              <a:gd name="connsiteY384" fmla="*/ 2386765 h 2607908"/>
              <a:gd name="connsiteX385" fmla="*/ 2535859 w 3689114"/>
              <a:gd name="connsiteY385" fmla="*/ 2385414 h 2607908"/>
              <a:gd name="connsiteX386" fmla="*/ 2546455 w 3689114"/>
              <a:gd name="connsiteY386" fmla="*/ 2396010 h 2607908"/>
              <a:gd name="connsiteX387" fmla="*/ 2535859 w 3689114"/>
              <a:gd name="connsiteY387" fmla="*/ 2406606 h 2607908"/>
              <a:gd name="connsiteX388" fmla="*/ 2525263 w 3689114"/>
              <a:gd name="connsiteY388" fmla="*/ 2396010 h 2607908"/>
              <a:gd name="connsiteX389" fmla="*/ 2535859 w 3689114"/>
              <a:gd name="connsiteY389" fmla="*/ 2385414 h 2607908"/>
              <a:gd name="connsiteX390" fmla="*/ 1153255 w 3689114"/>
              <a:gd name="connsiteY390" fmla="*/ 2385414 h 2607908"/>
              <a:gd name="connsiteX391" fmla="*/ 1163851 w 3689114"/>
              <a:gd name="connsiteY391" fmla="*/ 2396010 h 2607908"/>
              <a:gd name="connsiteX392" fmla="*/ 1153255 w 3689114"/>
              <a:gd name="connsiteY392" fmla="*/ 2406606 h 2607908"/>
              <a:gd name="connsiteX393" fmla="*/ 1142659 w 3689114"/>
              <a:gd name="connsiteY393" fmla="*/ 2396010 h 2607908"/>
              <a:gd name="connsiteX394" fmla="*/ 1153255 w 3689114"/>
              <a:gd name="connsiteY394" fmla="*/ 2385414 h 2607908"/>
              <a:gd name="connsiteX395" fmla="*/ 2420642 w 3689114"/>
              <a:gd name="connsiteY395" fmla="*/ 2384269 h 2607908"/>
              <a:gd name="connsiteX396" fmla="*/ 2432384 w 3689114"/>
              <a:gd name="connsiteY396" fmla="*/ 2396010 h 2607908"/>
              <a:gd name="connsiteX397" fmla="*/ 2420642 w 3689114"/>
              <a:gd name="connsiteY397" fmla="*/ 2407753 h 2607908"/>
              <a:gd name="connsiteX398" fmla="*/ 2408900 w 3689114"/>
              <a:gd name="connsiteY398" fmla="*/ 2396010 h 2607908"/>
              <a:gd name="connsiteX399" fmla="*/ 2420642 w 3689114"/>
              <a:gd name="connsiteY399" fmla="*/ 2384269 h 2607908"/>
              <a:gd name="connsiteX400" fmla="*/ 1268472 w 3689114"/>
              <a:gd name="connsiteY400" fmla="*/ 2384269 h 2607908"/>
              <a:gd name="connsiteX401" fmla="*/ 1280214 w 3689114"/>
              <a:gd name="connsiteY401" fmla="*/ 2396010 h 2607908"/>
              <a:gd name="connsiteX402" fmla="*/ 1268472 w 3689114"/>
              <a:gd name="connsiteY402" fmla="*/ 2407753 h 2607908"/>
              <a:gd name="connsiteX403" fmla="*/ 1256731 w 3689114"/>
              <a:gd name="connsiteY403" fmla="*/ 2396010 h 2607908"/>
              <a:gd name="connsiteX404" fmla="*/ 1268472 w 3689114"/>
              <a:gd name="connsiteY404" fmla="*/ 2384269 h 2607908"/>
              <a:gd name="connsiteX405" fmla="*/ 2305425 w 3689114"/>
              <a:gd name="connsiteY405" fmla="*/ 2382912 h 2607908"/>
              <a:gd name="connsiteX406" fmla="*/ 2318524 w 3689114"/>
              <a:gd name="connsiteY406" fmla="*/ 2396010 h 2607908"/>
              <a:gd name="connsiteX407" fmla="*/ 2305425 w 3689114"/>
              <a:gd name="connsiteY407" fmla="*/ 2409110 h 2607908"/>
              <a:gd name="connsiteX408" fmla="*/ 2292326 w 3689114"/>
              <a:gd name="connsiteY408" fmla="*/ 2396010 h 2607908"/>
              <a:gd name="connsiteX409" fmla="*/ 2305425 w 3689114"/>
              <a:gd name="connsiteY409" fmla="*/ 2382912 h 2607908"/>
              <a:gd name="connsiteX410" fmla="*/ 1383689 w 3689114"/>
              <a:gd name="connsiteY410" fmla="*/ 2382912 h 2607908"/>
              <a:gd name="connsiteX411" fmla="*/ 1396788 w 3689114"/>
              <a:gd name="connsiteY411" fmla="*/ 2396010 h 2607908"/>
              <a:gd name="connsiteX412" fmla="*/ 1383689 w 3689114"/>
              <a:gd name="connsiteY412" fmla="*/ 2409110 h 2607908"/>
              <a:gd name="connsiteX413" fmla="*/ 1370590 w 3689114"/>
              <a:gd name="connsiteY413" fmla="*/ 2396010 h 2607908"/>
              <a:gd name="connsiteX414" fmla="*/ 1383689 w 3689114"/>
              <a:gd name="connsiteY414" fmla="*/ 2382912 h 2607908"/>
              <a:gd name="connsiteX415" fmla="*/ 2190209 w 3689114"/>
              <a:gd name="connsiteY415" fmla="*/ 2381966 h 2607908"/>
              <a:gd name="connsiteX416" fmla="*/ 2204252 w 3689114"/>
              <a:gd name="connsiteY416" fmla="*/ 2396010 h 2607908"/>
              <a:gd name="connsiteX417" fmla="*/ 2190209 w 3689114"/>
              <a:gd name="connsiteY417" fmla="*/ 2410054 h 2607908"/>
              <a:gd name="connsiteX418" fmla="*/ 2176165 w 3689114"/>
              <a:gd name="connsiteY418" fmla="*/ 2396010 h 2607908"/>
              <a:gd name="connsiteX419" fmla="*/ 2190209 w 3689114"/>
              <a:gd name="connsiteY419" fmla="*/ 2381966 h 2607908"/>
              <a:gd name="connsiteX420" fmla="*/ 1498906 w 3689114"/>
              <a:gd name="connsiteY420" fmla="*/ 2381966 h 2607908"/>
              <a:gd name="connsiteX421" fmla="*/ 1512950 w 3689114"/>
              <a:gd name="connsiteY421" fmla="*/ 2396010 h 2607908"/>
              <a:gd name="connsiteX422" fmla="*/ 1498906 w 3689114"/>
              <a:gd name="connsiteY422" fmla="*/ 2410054 h 2607908"/>
              <a:gd name="connsiteX423" fmla="*/ 1484862 w 3689114"/>
              <a:gd name="connsiteY423" fmla="*/ 2396010 h 2607908"/>
              <a:gd name="connsiteX424" fmla="*/ 1498906 w 3689114"/>
              <a:gd name="connsiteY424" fmla="*/ 2381966 h 2607908"/>
              <a:gd name="connsiteX425" fmla="*/ 2074991 w 3689114"/>
              <a:gd name="connsiteY425" fmla="*/ 2381155 h 2607908"/>
              <a:gd name="connsiteX426" fmla="*/ 2089846 w 3689114"/>
              <a:gd name="connsiteY426" fmla="*/ 2396010 h 2607908"/>
              <a:gd name="connsiteX427" fmla="*/ 2074991 w 3689114"/>
              <a:gd name="connsiteY427" fmla="*/ 2410866 h 2607908"/>
              <a:gd name="connsiteX428" fmla="*/ 2060135 w 3689114"/>
              <a:gd name="connsiteY428" fmla="*/ 2396010 h 2607908"/>
              <a:gd name="connsiteX429" fmla="*/ 2074991 w 3689114"/>
              <a:gd name="connsiteY429" fmla="*/ 2381155 h 2607908"/>
              <a:gd name="connsiteX430" fmla="*/ 1614123 w 3689114"/>
              <a:gd name="connsiteY430" fmla="*/ 2381155 h 2607908"/>
              <a:gd name="connsiteX431" fmla="*/ 1628979 w 3689114"/>
              <a:gd name="connsiteY431" fmla="*/ 2396010 h 2607908"/>
              <a:gd name="connsiteX432" fmla="*/ 1614123 w 3689114"/>
              <a:gd name="connsiteY432" fmla="*/ 2410866 h 2607908"/>
              <a:gd name="connsiteX433" fmla="*/ 1599268 w 3689114"/>
              <a:gd name="connsiteY433" fmla="*/ 2396010 h 2607908"/>
              <a:gd name="connsiteX434" fmla="*/ 1614123 w 3689114"/>
              <a:gd name="connsiteY434" fmla="*/ 2381155 h 2607908"/>
              <a:gd name="connsiteX435" fmla="*/ 1959774 w 3689114"/>
              <a:gd name="connsiteY435" fmla="*/ 2380657 h 2607908"/>
              <a:gd name="connsiteX436" fmla="*/ 1975127 w 3689114"/>
              <a:gd name="connsiteY436" fmla="*/ 2396010 h 2607908"/>
              <a:gd name="connsiteX437" fmla="*/ 1959774 w 3689114"/>
              <a:gd name="connsiteY437" fmla="*/ 2411364 h 2607908"/>
              <a:gd name="connsiteX438" fmla="*/ 1944421 w 3689114"/>
              <a:gd name="connsiteY438" fmla="*/ 2396010 h 2607908"/>
              <a:gd name="connsiteX439" fmla="*/ 1959774 w 3689114"/>
              <a:gd name="connsiteY439" fmla="*/ 2380657 h 2607908"/>
              <a:gd name="connsiteX440" fmla="*/ 1729340 w 3689114"/>
              <a:gd name="connsiteY440" fmla="*/ 2380657 h 2607908"/>
              <a:gd name="connsiteX441" fmla="*/ 1744693 w 3689114"/>
              <a:gd name="connsiteY441" fmla="*/ 2396010 h 2607908"/>
              <a:gd name="connsiteX442" fmla="*/ 1729340 w 3689114"/>
              <a:gd name="connsiteY442" fmla="*/ 2411364 h 2607908"/>
              <a:gd name="connsiteX443" fmla="*/ 1713986 w 3689114"/>
              <a:gd name="connsiteY443" fmla="*/ 2396010 h 2607908"/>
              <a:gd name="connsiteX444" fmla="*/ 1729340 w 3689114"/>
              <a:gd name="connsiteY444" fmla="*/ 2380657 h 2607908"/>
              <a:gd name="connsiteX445" fmla="*/ 1844557 w 3689114"/>
              <a:gd name="connsiteY445" fmla="*/ 2380489 h 2607908"/>
              <a:gd name="connsiteX446" fmla="*/ 1860078 w 3689114"/>
              <a:gd name="connsiteY446" fmla="*/ 2396010 h 2607908"/>
              <a:gd name="connsiteX447" fmla="*/ 1844557 w 3689114"/>
              <a:gd name="connsiteY447" fmla="*/ 2411531 h 2607908"/>
              <a:gd name="connsiteX448" fmla="*/ 1829036 w 3689114"/>
              <a:gd name="connsiteY448" fmla="*/ 2396010 h 2607908"/>
              <a:gd name="connsiteX449" fmla="*/ 1844557 w 3689114"/>
              <a:gd name="connsiteY449" fmla="*/ 2380489 h 2607908"/>
              <a:gd name="connsiteX450" fmla="*/ 3515205 w 3689114"/>
              <a:gd name="connsiteY450" fmla="*/ 2294636 h 2607908"/>
              <a:gd name="connsiteX451" fmla="*/ 3516797 w 3689114"/>
              <a:gd name="connsiteY451" fmla="*/ 2296229 h 2607908"/>
              <a:gd name="connsiteX452" fmla="*/ 3515205 w 3689114"/>
              <a:gd name="connsiteY452" fmla="*/ 2297822 h 2607908"/>
              <a:gd name="connsiteX453" fmla="*/ 3513612 w 3689114"/>
              <a:gd name="connsiteY453" fmla="*/ 2296229 h 2607908"/>
              <a:gd name="connsiteX454" fmla="*/ 3515205 w 3689114"/>
              <a:gd name="connsiteY454" fmla="*/ 2294636 h 2607908"/>
              <a:gd name="connsiteX455" fmla="*/ 173910 w 3689114"/>
              <a:gd name="connsiteY455" fmla="*/ 2294636 h 2607908"/>
              <a:gd name="connsiteX456" fmla="*/ 175503 w 3689114"/>
              <a:gd name="connsiteY456" fmla="*/ 2296229 h 2607908"/>
              <a:gd name="connsiteX457" fmla="*/ 173910 w 3689114"/>
              <a:gd name="connsiteY457" fmla="*/ 2297822 h 2607908"/>
              <a:gd name="connsiteX458" fmla="*/ 172319 w 3689114"/>
              <a:gd name="connsiteY458" fmla="*/ 2296229 h 2607908"/>
              <a:gd name="connsiteX459" fmla="*/ 173910 w 3689114"/>
              <a:gd name="connsiteY459" fmla="*/ 2294636 h 2607908"/>
              <a:gd name="connsiteX460" fmla="*/ 3399987 w 3689114"/>
              <a:gd name="connsiteY460" fmla="*/ 2293904 h 2607908"/>
              <a:gd name="connsiteX461" fmla="*/ 3402313 w 3689114"/>
              <a:gd name="connsiteY461" fmla="*/ 2296229 h 2607908"/>
              <a:gd name="connsiteX462" fmla="*/ 3399987 w 3689114"/>
              <a:gd name="connsiteY462" fmla="*/ 2298555 h 2607908"/>
              <a:gd name="connsiteX463" fmla="*/ 3397662 w 3689114"/>
              <a:gd name="connsiteY463" fmla="*/ 2296229 h 2607908"/>
              <a:gd name="connsiteX464" fmla="*/ 3399987 w 3689114"/>
              <a:gd name="connsiteY464" fmla="*/ 2293904 h 2607908"/>
              <a:gd name="connsiteX465" fmla="*/ 289128 w 3689114"/>
              <a:gd name="connsiteY465" fmla="*/ 2293904 h 2607908"/>
              <a:gd name="connsiteX466" fmla="*/ 291454 w 3689114"/>
              <a:gd name="connsiteY466" fmla="*/ 2296229 h 2607908"/>
              <a:gd name="connsiteX467" fmla="*/ 289128 w 3689114"/>
              <a:gd name="connsiteY467" fmla="*/ 2298555 h 2607908"/>
              <a:gd name="connsiteX468" fmla="*/ 286802 w 3689114"/>
              <a:gd name="connsiteY468" fmla="*/ 2296229 h 2607908"/>
              <a:gd name="connsiteX469" fmla="*/ 289128 w 3689114"/>
              <a:gd name="connsiteY469" fmla="*/ 2293904 h 2607908"/>
              <a:gd name="connsiteX470" fmla="*/ 3284770 w 3689114"/>
              <a:gd name="connsiteY470" fmla="*/ 2292958 h 2607908"/>
              <a:gd name="connsiteX471" fmla="*/ 3288041 w 3689114"/>
              <a:gd name="connsiteY471" fmla="*/ 2296229 h 2607908"/>
              <a:gd name="connsiteX472" fmla="*/ 3284770 w 3689114"/>
              <a:gd name="connsiteY472" fmla="*/ 2299500 h 2607908"/>
              <a:gd name="connsiteX473" fmla="*/ 3281499 w 3689114"/>
              <a:gd name="connsiteY473" fmla="*/ 2296229 h 2607908"/>
              <a:gd name="connsiteX474" fmla="*/ 3284770 w 3689114"/>
              <a:gd name="connsiteY474" fmla="*/ 2292958 h 2607908"/>
              <a:gd name="connsiteX475" fmla="*/ 404345 w 3689114"/>
              <a:gd name="connsiteY475" fmla="*/ 2292958 h 2607908"/>
              <a:gd name="connsiteX476" fmla="*/ 407616 w 3689114"/>
              <a:gd name="connsiteY476" fmla="*/ 2296229 h 2607908"/>
              <a:gd name="connsiteX477" fmla="*/ 404345 w 3689114"/>
              <a:gd name="connsiteY477" fmla="*/ 2299500 h 2607908"/>
              <a:gd name="connsiteX478" fmla="*/ 401074 w 3689114"/>
              <a:gd name="connsiteY478" fmla="*/ 2296229 h 2607908"/>
              <a:gd name="connsiteX479" fmla="*/ 404345 w 3689114"/>
              <a:gd name="connsiteY479" fmla="*/ 2292958 h 2607908"/>
              <a:gd name="connsiteX480" fmla="*/ 3169553 w 3689114"/>
              <a:gd name="connsiteY480" fmla="*/ 2292036 h 2607908"/>
              <a:gd name="connsiteX481" fmla="*/ 3173747 w 3689114"/>
              <a:gd name="connsiteY481" fmla="*/ 2296229 h 2607908"/>
              <a:gd name="connsiteX482" fmla="*/ 3169553 w 3689114"/>
              <a:gd name="connsiteY482" fmla="*/ 2300422 h 2607908"/>
              <a:gd name="connsiteX483" fmla="*/ 3165360 w 3689114"/>
              <a:gd name="connsiteY483" fmla="*/ 2296229 h 2607908"/>
              <a:gd name="connsiteX484" fmla="*/ 3169553 w 3689114"/>
              <a:gd name="connsiteY484" fmla="*/ 2292036 h 2607908"/>
              <a:gd name="connsiteX485" fmla="*/ 519562 w 3689114"/>
              <a:gd name="connsiteY485" fmla="*/ 2292036 h 2607908"/>
              <a:gd name="connsiteX486" fmla="*/ 523756 w 3689114"/>
              <a:gd name="connsiteY486" fmla="*/ 2296229 h 2607908"/>
              <a:gd name="connsiteX487" fmla="*/ 519562 w 3689114"/>
              <a:gd name="connsiteY487" fmla="*/ 2300422 h 2607908"/>
              <a:gd name="connsiteX488" fmla="*/ 515369 w 3689114"/>
              <a:gd name="connsiteY488" fmla="*/ 2296229 h 2607908"/>
              <a:gd name="connsiteX489" fmla="*/ 519562 w 3689114"/>
              <a:gd name="connsiteY489" fmla="*/ 2292036 h 2607908"/>
              <a:gd name="connsiteX490" fmla="*/ 3054336 w 3689114"/>
              <a:gd name="connsiteY490" fmla="*/ 2290803 h 2607908"/>
              <a:gd name="connsiteX491" fmla="*/ 3059762 w 3689114"/>
              <a:gd name="connsiteY491" fmla="*/ 2296229 h 2607908"/>
              <a:gd name="connsiteX492" fmla="*/ 3054336 w 3689114"/>
              <a:gd name="connsiteY492" fmla="*/ 2301655 h 2607908"/>
              <a:gd name="connsiteX493" fmla="*/ 3048911 w 3689114"/>
              <a:gd name="connsiteY493" fmla="*/ 2296229 h 2607908"/>
              <a:gd name="connsiteX494" fmla="*/ 3054336 w 3689114"/>
              <a:gd name="connsiteY494" fmla="*/ 2290803 h 2607908"/>
              <a:gd name="connsiteX495" fmla="*/ 634779 w 3689114"/>
              <a:gd name="connsiteY495" fmla="*/ 2290803 h 2607908"/>
              <a:gd name="connsiteX496" fmla="*/ 640205 w 3689114"/>
              <a:gd name="connsiteY496" fmla="*/ 2296229 h 2607908"/>
              <a:gd name="connsiteX497" fmla="*/ 634779 w 3689114"/>
              <a:gd name="connsiteY497" fmla="*/ 2301655 h 2607908"/>
              <a:gd name="connsiteX498" fmla="*/ 629353 w 3689114"/>
              <a:gd name="connsiteY498" fmla="*/ 2296229 h 2607908"/>
              <a:gd name="connsiteX499" fmla="*/ 634779 w 3689114"/>
              <a:gd name="connsiteY499" fmla="*/ 2290803 h 2607908"/>
              <a:gd name="connsiteX500" fmla="*/ 2939119 w 3689114"/>
              <a:gd name="connsiteY500" fmla="*/ 2289640 h 2607908"/>
              <a:gd name="connsiteX501" fmla="*/ 2945708 w 3689114"/>
              <a:gd name="connsiteY501" fmla="*/ 2296229 h 2607908"/>
              <a:gd name="connsiteX502" fmla="*/ 2939119 w 3689114"/>
              <a:gd name="connsiteY502" fmla="*/ 2302819 h 2607908"/>
              <a:gd name="connsiteX503" fmla="*/ 2932529 w 3689114"/>
              <a:gd name="connsiteY503" fmla="*/ 2296229 h 2607908"/>
              <a:gd name="connsiteX504" fmla="*/ 2939119 w 3689114"/>
              <a:gd name="connsiteY504" fmla="*/ 2289640 h 2607908"/>
              <a:gd name="connsiteX505" fmla="*/ 749995 w 3689114"/>
              <a:gd name="connsiteY505" fmla="*/ 2289640 h 2607908"/>
              <a:gd name="connsiteX506" fmla="*/ 756585 w 3689114"/>
              <a:gd name="connsiteY506" fmla="*/ 2296229 h 2607908"/>
              <a:gd name="connsiteX507" fmla="*/ 749995 w 3689114"/>
              <a:gd name="connsiteY507" fmla="*/ 2302819 h 2607908"/>
              <a:gd name="connsiteX508" fmla="*/ 743406 w 3689114"/>
              <a:gd name="connsiteY508" fmla="*/ 2296229 h 2607908"/>
              <a:gd name="connsiteX509" fmla="*/ 749995 w 3689114"/>
              <a:gd name="connsiteY509" fmla="*/ 2289640 h 2607908"/>
              <a:gd name="connsiteX510" fmla="*/ 2823901 w 3689114"/>
              <a:gd name="connsiteY510" fmla="*/ 2288246 h 2607908"/>
              <a:gd name="connsiteX511" fmla="*/ 2831885 w 3689114"/>
              <a:gd name="connsiteY511" fmla="*/ 2296229 h 2607908"/>
              <a:gd name="connsiteX512" fmla="*/ 2823901 w 3689114"/>
              <a:gd name="connsiteY512" fmla="*/ 2304213 h 2607908"/>
              <a:gd name="connsiteX513" fmla="*/ 2815918 w 3689114"/>
              <a:gd name="connsiteY513" fmla="*/ 2296229 h 2607908"/>
              <a:gd name="connsiteX514" fmla="*/ 2823901 w 3689114"/>
              <a:gd name="connsiteY514" fmla="*/ 2288246 h 2607908"/>
              <a:gd name="connsiteX515" fmla="*/ 865212 w 3689114"/>
              <a:gd name="connsiteY515" fmla="*/ 2288246 h 2607908"/>
              <a:gd name="connsiteX516" fmla="*/ 873196 w 3689114"/>
              <a:gd name="connsiteY516" fmla="*/ 2296229 h 2607908"/>
              <a:gd name="connsiteX517" fmla="*/ 865212 w 3689114"/>
              <a:gd name="connsiteY517" fmla="*/ 2304213 h 2607908"/>
              <a:gd name="connsiteX518" fmla="*/ 857229 w 3689114"/>
              <a:gd name="connsiteY518" fmla="*/ 2296229 h 2607908"/>
              <a:gd name="connsiteX519" fmla="*/ 865212 w 3689114"/>
              <a:gd name="connsiteY519" fmla="*/ 2288246 h 2607908"/>
              <a:gd name="connsiteX520" fmla="*/ 2708685 w 3689114"/>
              <a:gd name="connsiteY520" fmla="*/ 2286984 h 2607908"/>
              <a:gd name="connsiteX521" fmla="*/ 2717930 w 3689114"/>
              <a:gd name="connsiteY521" fmla="*/ 2296229 h 2607908"/>
              <a:gd name="connsiteX522" fmla="*/ 2708685 w 3689114"/>
              <a:gd name="connsiteY522" fmla="*/ 2305475 h 2607908"/>
              <a:gd name="connsiteX523" fmla="*/ 2699440 w 3689114"/>
              <a:gd name="connsiteY523" fmla="*/ 2296229 h 2607908"/>
              <a:gd name="connsiteX524" fmla="*/ 2708685 w 3689114"/>
              <a:gd name="connsiteY524" fmla="*/ 2286984 h 2607908"/>
              <a:gd name="connsiteX525" fmla="*/ 980430 w 3689114"/>
              <a:gd name="connsiteY525" fmla="*/ 2286984 h 2607908"/>
              <a:gd name="connsiteX526" fmla="*/ 989675 w 3689114"/>
              <a:gd name="connsiteY526" fmla="*/ 2296229 h 2607908"/>
              <a:gd name="connsiteX527" fmla="*/ 980430 w 3689114"/>
              <a:gd name="connsiteY527" fmla="*/ 2305475 h 2607908"/>
              <a:gd name="connsiteX528" fmla="*/ 971185 w 3689114"/>
              <a:gd name="connsiteY528" fmla="*/ 2296229 h 2607908"/>
              <a:gd name="connsiteX529" fmla="*/ 980430 w 3689114"/>
              <a:gd name="connsiteY529" fmla="*/ 2286984 h 2607908"/>
              <a:gd name="connsiteX530" fmla="*/ 2593467 w 3689114"/>
              <a:gd name="connsiteY530" fmla="*/ 2285493 h 2607908"/>
              <a:gd name="connsiteX531" fmla="*/ 2604204 w 3689114"/>
              <a:gd name="connsiteY531" fmla="*/ 2296229 h 2607908"/>
              <a:gd name="connsiteX532" fmla="*/ 2593467 w 3689114"/>
              <a:gd name="connsiteY532" fmla="*/ 2306965 h 2607908"/>
              <a:gd name="connsiteX533" fmla="*/ 2582731 w 3689114"/>
              <a:gd name="connsiteY533" fmla="*/ 2296229 h 2607908"/>
              <a:gd name="connsiteX534" fmla="*/ 2593467 w 3689114"/>
              <a:gd name="connsiteY534" fmla="*/ 2285493 h 2607908"/>
              <a:gd name="connsiteX535" fmla="*/ 1095647 w 3689114"/>
              <a:gd name="connsiteY535" fmla="*/ 2285493 h 2607908"/>
              <a:gd name="connsiteX536" fmla="*/ 1106383 w 3689114"/>
              <a:gd name="connsiteY536" fmla="*/ 2296229 h 2607908"/>
              <a:gd name="connsiteX537" fmla="*/ 1095647 w 3689114"/>
              <a:gd name="connsiteY537" fmla="*/ 2306965 h 2607908"/>
              <a:gd name="connsiteX538" fmla="*/ 1084910 w 3689114"/>
              <a:gd name="connsiteY538" fmla="*/ 2296229 h 2607908"/>
              <a:gd name="connsiteX539" fmla="*/ 1095647 w 3689114"/>
              <a:gd name="connsiteY539" fmla="*/ 2285493 h 2607908"/>
              <a:gd name="connsiteX540" fmla="*/ 2478251 w 3689114"/>
              <a:gd name="connsiteY540" fmla="*/ 2284043 h 2607908"/>
              <a:gd name="connsiteX541" fmla="*/ 2490437 w 3689114"/>
              <a:gd name="connsiteY541" fmla="*/ 2296229 h 2607908"/>
              <a:gd name="connsiteX542" fmla="*/ 2478251 w 3689114"/>
              <a:gd name="connsiteY542" fmla="*/ 2308415 h 2607908"/>
              <a:gd name="connsiteX543" fmla="*/ 2466065 w 3689114"/>
              <a:gd name="connsiteY543" fmla="*/ 2296229 h 2607908"/>
              <a:gd name="connsiteX544" fmla="*/ 2478251 w 3689114"/>
              <a:gd name="connsiteY544" fmla="*/ 2284043 h 2607908"/>
              <a:gd name="connsiteX545" fmla="*/ 1210864 w 3689114"/>
              <a:gd name="connsiteY545" fmla="*/ 2284043 h 2607908"/>
              <a:gd name="connsiteX546" fmla="*/ 1223050 w 3689114"/>
              <a:gd name="connsiteY546" fmla="*/ 2296229 h 2607908"/>
              <a:gd name="connsiteX547" fmla="*/ 1210864 w 3689114"/>
              <a:gd name="connsiteY547" fmla="*/ 2308415 h 2607908"/>
              <a:gd name="connsiteX548" fmla="*/ 1198678 w 3689114"/>
              <a:gd name="connsiteY548" fmla="*/ 2296229 h 2607908"/>
              <a:gd name="connsiteX549" fmla="*/ 1210864 w 3689114"/>
              <a:gd name="connsiteY549" fmla="*/ 2284043 h 2607908"/>
              <a:gd name="connsiteX550" fmla="*/ 2363033 w 3689114"/>
              <a:gd name="connsiteY550" fmla="*/ 2282662 h 2607908"/>
              <a:gd name="connsiteX551" fmla="*/ 2376601 w 3689114"/>
              <a:gd name="connsiteY551" fmla="*/ 2296229 h 2607908"/>
              <a:gd name="connsiteX552" fmla="*/ 2363033 w 3689114"/>
              <a:gd name="connsiteY552" fmla="*/ 2309796 h 2607908"/>
              <a:gd name="connsiteX553" fmla="*/ 2349466 w 3689114"/>
              <a:gd name="connsiteY553" fmla="*/ 2296229 h 2607908"/>
              <a:gd name="connsiteX554" fmla="*/ 2363033 w 3689114"/>
              <a:gd name="connsiteY554" fmla="*/ 2282662 h 2607908"/>
              <a:gd name="connsiteX555" fmla="*/ 1326081 w 3689114"/>
              <a:gd name="connsiteY555" fmla="*/ 2282662 h 2607908"/>
              <a:gd name="connsiteX556" fmla="*/ 1339648 w 3689114"/>
              <a:gd name="connsiteY556" fmla="*/ 2296229 h 2607908"/>
              <a:gd name="connsiteX557" fmla="*/ 1326081 w 3689114"/>
              <a:gd name="connsiteY557" fmla="*/ 2309796 h 2607908"/>
              <a:gd name="connsiteX558" fmla="*/ 1312513 w 3689114"/>
              <a:gd name="connsiteY558" fmla="*/ 2296229 h 2607908"/>
              <a:gd name="connsiteX559" fmla="*/ 1326081 w 3689114"/>
              <a:gd name="connsiteY559" fmla="*/ 2282662 h 2607908"/>
              <a:gd name="connsiteX560" fmla="*/ 2247817 w 3689114"/>
              <a:gd name="connsiteY560" fmla="*/ 2281374 h 2607908"/>
              <a:gd name="connsiteX561" fmla="*/ 2262672 w 3689114"/>
              <a:gd name="connsiteY561" fmla="*/ 2296229 h 2607908"/>
              <a:gd name="connsiteX562" fmla="*/ 2247817 w 3689114"/>
              <a:gd name="connsiteY562" fmla="*/ 2311085 h 2607908"/>
              <a:gd name="connsiteX563" fmla="*/ 2232961 w 3689114"/>
              <a:gd name="connsiteY563" fmla="*/ 2296229 h 2607908"/>
              <a:gd name="connsiteX564" fmla="*/ 2247817 w 3689114"/>
              <a:gd name="connsiteY564" fmla="*/ 2281374 h 2607908"/>
              <a:gd name="connsiteX565" fmla="*/ 1441297 w 3689114"/>
              <a:gd name="connsiteY565" fmla="*/ 2281374 h 2607908"/>
              <a:gd name="connsiteX566" fmla="*/ 1456153 w 3689114"/>
              <a:gd name="connsiteY566" fmla="*/ 2296229 h 2607908"/>
              <a:gd name="connsiteX567" fmla="*/ 1441297 w 3689114"/>
              <a:gd name="connsiteY567" fmla="*/ 2311085 h 2607908"/>
              <a:gd name="connsiteX568" fmla="*/ 1426442 w 3689114"/>
              <a:gd name="connsiteY568" fmla="*/ 2296229 h 2607908"/>
              <a:gd name="connsiteX569" fmla="*/ 1441297 w 3689114"/>
              <a:gd name="connsiteY569" fmla="*/ 2281374 h 2607908"/>
              <a:gd name="connsiteX570" fmla="*/ 2132600 w 3689114"/>
              <a:gd name="connsiteY570" fmla="*/ 2280370 h 2607908"/>
              <a:gd name="connsiteX571" fmla="*/ 2148459 w 3689114"/>
              <a:gd name="connsiteY571" fmla="*/ 2296229 h 2607908"/>
              <a:gd name="connsiteX572" fmla="*/ 2132600 w 3689114"/>
              <a:gd name="connsiteY572" fmla="*/ 2312089 h 2607908"/>
              <a:gd name="connsiteX573" fmla="*/ 2116741 w 3689114"/>
              <a:gd name="connsiteY573" fmla="*/ 2296229 h 2607908"/>
              <a:gd name="connsiteX574" fmla="*/ 2132600 w 3689114"/>
              <a:gd name="connsiteY574" fmla="*/ 2280370 h 2607908"/>
              <a:gd name="connsiteX575" fmla="*/ 1556514 w 3689114"/>
              <a:gd name="connsiteY575" fmla="*/ 2280370 h 2607908"/>
              <a:gd name="connsiteX576" fmla="*/ 1572374 w 3689114"/>
              <a:gd name="connsiteY576" fmla="*/ 2296229 h 2607908"/>
              <a:gd name="connsiteX577" fmla="*/ 1556514 w 3689114"/>
              <a:gd name="connsiteY577" fmla="*/ 2312089 h 2607908"/>
              <a:gd name="connsiteX578" fmla="*/ 1540655 w 3689114"/>
              <a:gd name="connsiteY578" fmla="*/ 2296229 h 2607908"/>
              <a:gd name="connsiteX579" fmla="*/ 1556514 w 3689114"/>
              <a:gd name="connsiteY579" fmla="*/ 2280370 h 2607908"/>
              <a:gd name="connsiteX580" fmla="*/ 2017383 w 3689114"/>
              <a:gd name="connsiteY580" fmla="*/ 2279510 h 2607908"/>
              <a:gd name="connsiteX581" fmla="*/ 2034103 w 3689114"/>
              <a:gd name="connsiteY581" fmla="*/ 2296229 h 2607908"/>
              <a:gd name="connsiteX582" fmla="*/ 2017383 w 3689114"/>
              <a:gd name="connsiteY582" fmla="*/ 2312949 h 2607908"/>
              <a:gd name="connsiteX583" fmla="*/ 2000663 w 3689114"/>
              <a:gd name="connsiteY583" fmla="*/ 2296229 h 2607908"/>
              <a:gd name="connsiteX584" fmla="*/ 2017383 w 3689114"/>
              <a:gd name="connsiteY584" fmla="*/ 2279510 h 2607908"/>
              <a:gd name="connsiteX585" fmla="*/ 1671732 w 3689114"/>
              <a:gd name="connsiteY585" fmla="*/ 2279510 h 2607908"/>
              <a:gd name="connsiteX586" fmla="*/ 1688451 w 3689114"/>
              <a:gd name="connsiteY586" fmla="*/ 2296229 h 2607908"/>
              <a:gd name="connsiteX587" fmla="*/ 1671732 w 3689114"/>
              <a:gd name="connsiteY587" fmla="*/ 2312949 h 2607908"/>
              <a:gd name="connsiteX588" fmla="*/ 1655012 w 3689114"/>
              <a:gd name="connsiteY588" fmla="*/ 2296229 h 2607908"/>
              <a:gd name="connsiteX589" fmla="*/ 1671732 w 3689114"/>
              <a:gd name="connsiteY589" fmla="*/ 2279510 h 2607908"/>
              <a:gd name="connsiteX590" fmla="*/ 1902166 w 3689114"/>
              <a:gd name="connsiteY590" fmla="*/ 2279159 h 2607908"/>
              <a:gd name="connsiteX591" fmla="*/ 1919235 w 3689114"/>
              <a:gd name="connsiteY591" fmla="*/ 2296229 h 2607908"/>
              <a:gd name="connsiteX592" fmla="*/ 1902166 w 3689114"/>
              <a:gd name="connsiteY592" fmla="*/ 2313299 h 2607908"/>
              <a:gd name="connsiteX593" fmla="*/ 1885095 w 3689114"/>
              <a:gd name="connsiteY593" fmla="*/ 2296229 h 2607908"/>
              <a:gd name="connsiteX594" fmla="*/ 1902166 w 3689114"/>
              <a:gd name="connsiteY594" fmla="*/ 2279159 h 2607908"/>
              <a:gd name="connsiteX595" fmla="*/ 1786949 w 3689114"/>
              <a:gd name="connsiteY595" fmla="*/ 2279159 h 2607908"/>
              <a:gd name="connsiteX596" fmla="*/ 1804019 w 3689114"/>
              <a:gd name="connsiteY596" fmla="*/ 2296229 h 2607908"/>
              <a:gd name="connsiteX597" fmla="*/ 1786949 w 3689114"/>
              <a:gd name="connsiteY597" fmla="*/ 2313299 h 2607908"/>
              <a:gd name="connsiteX598" fmla="*/ 1769878 w 3689114"/>
              <a:gd name="connsiteY598" fmla="*/ 2296229 h 2607908"/>
              <a:gd name="connsiteX599" fmla="*/ 1786949 w 3689114"/>
              <a:gd name="connsiteY599" fmla="*/ 2279159 h 2607908"/>
              <a:gd name="connsiteX600" fmla="*/ 3572813 w 3689114"/>
              <a:gd name="connsiteY600" fmla="*/ 2195018 h 2607908"/>
              <a:gd name="connsiteX601" fmla="*/ 3574243 w 3689114"/>
              <a:gd name="connsiteY601" fmla="*/ 2196449 h 2607908"/>
              <a:gd name="connsiteX602" fmla="*/ 3572813 w 3689114"/>
              <a:gd name="connsiteY602" fmla="*/ 2197879 h 2607908"/>
              <a:gd name="connsiteX603" fmla="*/ 3571382 w 3689114"/>
              <a:gd name="connsiteY603" fmla="*/ 2196449 h 2607908"/>
              <a:gd name="connsiteX604" fmla="*/ 3572813 w 3689114"/>
              <a:gd name="connsiteY604" fmla="*/ 2195018 h 2607908"/>
              <a:gd name="connsiteX605" fmla="*/ 116302 w 3689114"/>
              <a:gd name="connsiteY605" fmla="*/ 2195018 h 2607908"/>
              <a:gd name="connsiteX606" fmla="*/ 117733 w 3689114"/>
              <a:gd name="connsiteY606" fmla="*/ 2196449 h 2607908"/>
              <a:gd name="connsiteX607" fmla="*/ 116302 w 3689114"/>
              <a:gd name="connsiteY607" fmla="*/ 2197879 h 2607908"/>
              <a:gd name="connsiteX608" fmla="*/ 114871 w 3689114"/>
              <a:gd name="connsiteY608" fmla="*/ 2196449 h 2607908"/>
              <a:gd name="connsiteX609" fmla="*/ 116302 w 3689114"/>
              <a:gd name="connsiteY609" fmla="*/ 2195018 h 2607908"/>
              <a:gd name="connsiteX610" fmla="*/ 3457596 w 3689114"/>
              <a:gd name="connsiteY610" fmla="*/ 2194318 h 2607908"/>
              <a:gd name="connsiteX611" fmla="*/ 3459725 w 3689114"/>
              <a:gd name="connsiteY611" fmla="*/ 2196448 h 2607908"/>
              <a:gd name="connsiteX612" fmla="*/ 3457596 w 3689114"/>
              <a:gd name="connsiteY612" fmla="*/ 2198578 h 2607908"/>
              <a:gd name="connsiteX613" fmla="*/ 3455466 w 3689114"/>
              <a:gd name="connsiteY613" fmla="*/ 2196448 h 2607908"/>
              <a:gd name="connsiteX614" fmla="*/ 3457596 w 3689114"/>
              <a:gd name="connsiteY614" fmla="*/ 2194318 h 2607908"/>
              <a:gd name="connsiteX615" fmla="*/ 231519 w 3689114"/>
              <a:gd name="connsiteY615" fmla="*/ 2194318 h 2607908"/>
              <a:gd name="connsiteX616" fmla="*/ 233649 w 3689114"/>
              <a:gd name="connsiteY616" fmla="*/ 2196448 h 2607908"/>
              <a:gd name="connsiteX617" fmla="*/ 231519 w 3689114"/>
              <a:gd name="connsiteY617" fmla="*/ 2198578 h 2607908"/>
              <a:gd name="connsiteX618" fmla="*/ 229389 w 3689114"/>
              <a:gd name="connsiteY618" fmla="*/ 2196448 h 2607908"/>
              <a:gd name="connsiteX619" fmla="*/ 231519 w 3689114"/>
              <a:gd name="connsiteY619" fmla="*/ 2194318 h 2607908"/>
              <a:gd name="connsiteX620" fmla="*/ 3342379 w 3689114"/>
              <a:gd name="connsiteY620" fmla="*/ 2193410 h 2607908"/>
              <a:gd name="connsiteX621" fmla="*/ 3345418 w 3689114"/>
              <a:gd name="connsiteY621" fmla="*/ 2196449 h 2607908"/>
              <a:gd name="connsiteX622" fmla="*/ 3342379 w 3689114"/>
              <a:gd name="connsiteY622" fmla="*/ 2199488 h 2607908"/>
              <a:gd name="connsiteX623" fmla="*/ 3339340 w 3689114"/>
              <a:gd name="connsiteY623" fmla="*/ 2196449 h 2607908"/>
              <a:gd name="connsiteX624" fmla="*/ 3342379 w 3689114"/>
              <a:gd name="connsiteY624" fmla="*/ 2193410 h 2607908"/>
              <a:gd name="connsiteX625" fmla="*/ 346736 w 3689114"/>
              <a:gd name="connsiteY625" fmla="*/ 2193410 h 2607908"/>
              <a:gd name="connsiteX626" fmla="*/ 349775 w 3689114"/>
              <a:gd name="connsiteY626" fmla="*/ 2196449 h 2607908"/>
              <a:gd name="connsiteX627" fmla="*/ 346736 w 3689114"/>
              <a:gd name="connsiteY627" fmla="*/ 2199488 h 2607908"/>
              <a:gd name="connsiteX628" fmla="*/ 343697 w 3689114"/>
              <a:gd name="connsiteY628" fmla="*/ 2196449 h 2607908"/>
              <a:gd name="connsiteX629" fmla="*/ 346736 w 3689114"/>
              <a:gd name="connsiteY629" fmla="*/ 2193410 h 2607908"/>
              <a:gd name="connsiteX630" fmla="*/ 3227161 w 3689114"/>
              <a:gd name="connsiteY630" fmla="*/ 2192431 h 2607908"/>
              <a:gd name="connsiteX631" fmla="*/ 3231178 w 3689114"/>
              <a:gd name="connsiteY631" fmla="*/ 2196448 h 2607908"/>
              <a:gd name="connsiteX632" fmla="*/ 3227161 w 3689114"/>
              <a:gd name="connsiteY632" fmla="*/ 2200466 h 2607908"/>
              <a:gd name="connsiteX633" fmla="*/ 3223144 w 3689114"/>
              <a:gd name="connsiteY633" fmla="*/ 2196448 h 2607908"/>
              <a:gd name="connsiteX634" fmla="*/ 3227161 w 3689114"/>
              <a:gd name="connsiteY634" fmla="*/ 2192431 h 2607908"/>
              <a:gd name="connsiteX635" fmla="*/ 461953 w 3689114"/>
              <a:gd name="connsiteY635" fmla="*/ 2192431 h 2607908"/>
              <a:gd name="connsiteX636" fmla="*/ 465971 w 3689114"/>
              <a:gd name="connsiteY636" fmla="*/ 2196448 h 2607908"/>
              <a:gd name="connsiteX637" fmla="*/ 461953 w 3689114"/>
              <a:gd name="connsiteY637" fmla="*/ 2200466 h 2607908"/>
              <a:gd name="connsiteX638" fmla="*/ 457937 w 3689114"/>
              <a:gd name="connsiteY638" fmla="*/ 2196448 h 2607908"/>
              <a:gd name="connsiteX639" fmla="*/ 461953 w 3689114"/>
              <a:gd name="connsiteY639" fmla="*/ 2192431 h 2607908"/>
              <a:gd name="connsiteX640" fmla="*/ 3111944 w 3689114"/>
              <a:gd name="connsiteY640" fmla="*/ 2191321 h 2607908"/>
              <a:gd name="connsiteX641" fmla="*/ 3117072 w 3689114"/>
              <a:gd name="connsiteY641" fmla="*/ 2196449 h 2607908"/>
              <a:gd name="connsiteX642" fmla="*/ 3111944 w 3689114"/>
              <a:gd name="connsiteY642" fmla="*/ 2201576 h 2607908"/>
              <a:gd name="connsiteX643" fmla="*/ 3106816 w 3689114"/>
              <a:gd name="connsiteY643" fmla="*/ 2196449 h 2607908"/>
              <a:gd name="connsiteX644" fmla="*/ 3111944 w 3689114"/>
              <a:gd name="connsiteY644" fmla="*/ 2191321 h 2607908"/>
              <a:gd name="connsiteX645" fmla="*/ 577170 w 3689114"/>
              <a:gd name="connsiteY645" fmla="*/ 2191321 h 2607908"/>
              <a:gd name="connsiteX646" fmla="*/ 582298 w 3689114"/>
              <a:gd name="connsiteY646" fmla="*/ 2196449 h 2607908"/>
              <a:gd name="connsiteX647" fmla="*/ 577170 w 3689114"/>
              <a:gd name="connsiteY647" fmla="*/ 2201576 h 2607908"/>
              <a:gd name="connsiteX648" fmla="*/ 572044 w 3689114"/>
              <a:gd name="connsiteY648" fmla="*/ 2196449 h 2607908"/>
              <a:gd name="connsiteX649" fmla="*/ 577170 w 3689114"/>
              <a:gd name="connsiteY649" fmla="*/ 2191321 h 2607908"/>
              <a:gd name="connsiteX650" fmla="*/ 2996727 w 3689114"/>
              <a:gd name="connsiteY650" fmla="*/ 2190079 h 2607908"/>
              <a:gd name="connsiteX651" fmla="*/ 3003097 w 3689114"/>
              <a:gd name="connsiteY651" fmla="*/ 2196448 h 2607908"/>
              <a:gd name="connsiteX652" fmla="*/ 2996727 w 3689114"/>
              <a:gd name="connsiteY652" fmla="*/ 2202818 h 2607908"/>
              <a:gd name="connsiteX653" fmla="*/ 2990358 w 3689114"/>
              <a:gd name="connsiteY653" fmla="*/ 2196448 h 2607908"/>
              <a:gd name="connsiteX654" fmla="*/ 2996727 w 3689114"/>
              <a:gd name="connsiteY654" fmla="*/ 2190079 h 2607908"/>
              <a:gd name="connsiteX655" fmla="*/ 692388 w 3689114"/>
              <a:gd name="connsiteY655" fmla="*/ 2190079 h 2607908"/>
              <a:gd name="connsiteX656" fmla="*/ 698757 w 3689114"/>
              <a:gd name="connsiteY656" fmla="*/ 2196448 h 2607908"/>
              <a:gd name="connsiteX657" fmla="*/ 692388 w 3689114"/>
              <a:gd name="connsiteY657" fmla="*/ 2202818 h 2607908"/>
              <a:gd name="connsiteX658" fmla="*/ 686019 w 3689114"/>
              <a:gd name="connsiteY658" fmla="*/ 2196448 h 2607908"/>
              <a:gd name="connsiteX659" fmla="*/ 692388 w 3689114"/>
              <a:gd name="connsiteY659" fmla="*/ 2190079 h 2607908"/>
              <a:gd name="connsiteX660" fmla="*/ 2881510 w 3689114"/>
              <a:gd name="connsiteY660" fmla="*/ 2188706 h 2607908"/>
              <a:gd name="connsiteX661" fmla="*/ 2889252 w 3689114"/>
              <a:gd name="connsiteY661" fmla="*/ 2196449 h 2607908"/>
              <a:gd name="connsiteX662" fmla="*/ 2881510 w 3689114"/>
              <a:gd name="connsiteY662" fmla="*/ 2204190 h 2607908"/>
              <a:gd name="connsiteX663" fmla="*/ 2873768 w 3689114"/>
              <a:gd name="connsiteY663" fmla="*/ 2196449 h 2607908"/>
              <a:gd name="connsiteX664" fmla="*/ 2881510 w 3689114"/>
              <a:gd name="connsiteY664" fmla="*/ 2188706 h 2607908"/>
              <a:gd name="connsiteX665" fmla="*/ 807604 w 3689114"/>
              <a:gd name="connsiteY665" fmla="*/ 2188706 h 2607908"/>
              <a:gd name="connsiteX666" fmla="*/ 815346 w 3689114"/>
              <a:gd name="connsiteY666" fmla="*/ 2196449 h 2607908"/>
              <a:gd name="connsiteX667" fmla="*/ 807604 w 3689114"/>
              <a:gd name="connsiteY667" fmla="*/ 2204190 h 2607908"/>
              <a:gd name="connsiteX668" fmla="*/ 799861 w 3689114"/>
              <a:gd name="connsiteY668" fmla="*/ 2196449 h 2607908"/>
              <a:gd name="connsiteX669" fmla="*/ 807604 w 3689114"/>
              <a:gd name="connsiteY669" fmla="*/ 2188706 h 2607908"/>
              <a:gd name="connsiteX670" fmla="*/ 2766293 w 3689114"/>
              <a:gd name="connsiteY670" fmla="*/ 2187204 h 2607908"/>
              <a:gd name="connsiteX671" fmla="*/ 2775538 w 3689114"/>
              <a:gd name="connsiteY671" fmla="*/ 2196449 h 2607908"/>
              <a:gd name="connsiteX672" fmla="*/ 2766293 w 3689114"/>
              <a:gd name="connsiteY672" fmla="*/ 2205694 h 2607908"/>
              <a:gd name="connsiteX673" fmla="*/ 2757048 w 3689114"/>
              <a:gd name="connsiteY673" fmla="*/ 2196449 h 2607908"/>
              <a:gd name="connsiteX674" fmla="*/ 2766293 w 3689114"/>
              <a:gd name="connsiteY674" fmla="*/ 2187204 h 2607908"/>
              <a:gd name="connsiteX675" fmla="*/ 922821 w 3689114"/>
              <a:gd name="connsiteY675" fmla="*/ 2187204 h 2607908"/>
              <a:gd name="connsiteX676" fmla="*/ 932066 w 3689114"/>
              <a:gd name="connsiteY676" fmla="*/ 2196449 h 2607908"/>
              <a:gd name="connsiteX677" fmla="*/ 922821 w 3689114"/>
              <a:gd name="connsiteY677" fmla="*/ 2205694 h 2607908"/>
              <a:gd name="connsiteX678" fmla="*/ 913576 w 3689114"/>
              <a:gd name="connsiteY678" fmla="*/ 2196449 h 2607908"/>
              <a:gd name="connsiteX679" fmla="*/ 922821 w 3689114"/>
              <a:gd name="connsiteY679" fmla="*/ 2187204 h 2607908"/>
              <a:gd name="connsiteX680" fmla="*/ 2651076 w 3689114"/>
              <a:gd name="connsiteY680" fmla="*/ 2185712 h 2607908"/>
              <a:gd name="connsiteX681" fmla="*/ 2661813 w 3689114"/>
              <a:gd name="connsiteY681" fmla="*/ 2196448 h 2607908"/>
              <a:gd name="connsiteX682" fmla="*/ 2651076 w 3689114"/>
              <a:gd name="connsiteY682" fmla="*/ 2207185 h 2607908"/>
              <a:gd name="connsiteX683" fmla="*/ 2640340 w 3689114"/>
              <a:gd name="connsiteY683" fmla="*/ 2196448 h 2607908"/>
              <a:gd name="connsiteX684" fmla="*/ 2651076 w 3689114"/>
              <a:gd name="connsiteY684" fmla="*/ 2185712 h 2607908"/>
              <a:gd name="connsiteX685" fmla="*/ 1038037 w 3689114"/>
              <a:gd name="connsiteY685" fmla="*/ 2185712 h 2607908"/>
              <a:gd name="connsiteX686" fmla="*/ 1048774 w 3689114"/>
              <a:gd name="connsiteY686" fmla="*/ 2196448 h 2607908"/>
              <a:gd name="connsiteX687" fmla="*/ 1038037 w 3689114"/>
              <a:gd name="connsiteY687" fmla="*/ 2207185 h 2607908"/>
              <a:gd name="connsiteX688" fmla="*/ 1027301 w 3689114"/>
              <a:gd name="connsiteY688" fmla="*/ 2196448 h 2607908"/>
              <a:gd name="connsiteX689" fmla="*/ 1038037 w 3689114"/>
              <a:gd name="connsiteY689" fmla="*/ 2185712 h 2607908"/>
              <a:gd name="connsiteX690" fmla="*/ 2535860 w 3689114"/>
              <a:gd name="connsiteY690" fmla="*/ 2184112 h 2607908"/>
              <a:gd name="connsiteX691" fmla="*/ 2548195 w 3689114"/>
              <a:gd name="connsiteY691" fmla="*/ 2196449 h 2607908"/>
              <a:gd name="connsiteX692" fmla="*/ 2535860 w 3689114"/>
              <a:gd name="connsiteY692" fmla="*/ 2208784 h 2607908"/>
              <a:gd name="connsiteX693" fmla="*/ 2523524 w 3689114"/>
              <a:gd name="connsiteY693" fmla="*/ 2196449 h 2607908"/>
              <a:gd name="connsiteX694" fmla="*/ 2535860 w 3689114"/>
              <a:gd name="connsiteY694" fmla="*/ 2184112 h 2607908"/>
              <a:gd name="connsiteX695" fmla="*/ 1153255 w 3689114"/>
              <a:gd name="connsiteY695" fmla="*/ 2184112 h 2607908"/>
              <a:gd name="connsiteX696" fmla="*/ 1165591 w 3689114"/>
              <a:gd name="connsiteY696" fmla="*/ 2196449 h 2607908"/>
              <a:gd name="connsiteX697" fmla="*/ 1153255 w 3689114"/>
              <a:gd name="connsiteY697" fmla="*/ 2208784 h 2607908"/>
              <a:gd name="connsiteX698" fmla="*/ 1140919 w 3689114"/>
              <a:gd name="connsiteY698" fmla="*/ 2196449 h 2607908"/>
              <a:gd name="connsiteX699" fmla="*/ 1153255 w 3689114"/>
              <a:gd name="connsiteY699" fmla="*/ 2184112 h 2607908"/>
              <a:gd name="connsiteX700" fmla="*/ 2420643 w 3689114"/>
              <a:gd name="connsiteY700" fmla="*/ 2182564 h 2607908"/>
              <a:gd name="connsiteX701" fmla="*/ 2434527 w 3689114"/>
              <a:gd name="connsiteY701" fmla="*/ 2196448 h 2607908"/>
              <a:gd name="connsiteX702" fmla="*/ 2420643 w 3689114"/>
              <a:gd name="connsiteY702" fmla="*/ 2210333 h 2607908"/>
              <a:gd name="connsiteX703" fmla="*/ 2406758 w 3689114"/>
              <a:gd name="connsiteY703" fmla="*/ 2196448 h 2607908"/>
              <a:gd name="connsiteX704" fmla="*/ 2420643 w 3689114"/>
              <a:gd name="connsiteY704" fmla="*/ 2182564 h 2607908"/>
              <a:gd name="connsiteX705" fmla="*/ 1268472 w 3689114"/>
              <a:gd name="connsiteY705" fmla="*/ 2182564 h 2607908"/>
              <a:gd name="connsiteX706" fmla="*/ 1282356 w 3689114"/>
              <a:gd name="connsiteY706" fmla="*/ 2196448 h 2607908"/>
              <a:gd name="connsiteX707" fmla="*/ 1268472 w 3689114"/>
              <a:gd name="connsiteY707" fmla="*/ 2210333 h 2607908"/>
              <a:gd name="connsiteX708" fmla="*/ 1254588 w 3689114"/>
              <a:gd name="connsiteY708" fmla="*/ 2196448 h 2607908"/>
              <a:gd name="connsiteX709" fmla="*/ 1268472 w 3689114"/>
              <a:gd name="connsiteY709" fmla="*/ 2182564 h 2607908"/>
              <a:gd name="connsiteX710" fmla="*/ 2305425 w 3689114"/>
              <a:gd name="connsiteY710" fmla="*/ 2181095 h 2607908"/>
              <a:gd name="connsiteX711" fmla="*/ 2320778 w 3689114"/>
              <a:gd name="connsiteY711" fmla="*/ 2196448 h 2607908"/>
              <a:gd name="connsiteX712" fmla="*/ 2305425 w 3689114"/>
              <a:gd name="connsiteY712" fmla="*/ 2211801 h 2607908"/>
              <a:gd name="connsiteX713" fmla="*/ 2290072 w 3689114"/>
              <a:gd name="connsiteY713" fmla="*/ 2196448 h 2607908"/>
              <a:gd name="connsiteX714" fmla="*/ 2305425 w 3689114"/>
              <a:gd name="connsiteY714" fmla="*/ 2181095 h 2607908"/>
              <a:gd name="connsiteX715" fmla="*/ 1383689 w 3689114"/>
              <a:gd name="connsiteY715" fmla="*/ 2181095 h 2607908"/>
              <a:gd name="connsiteX716" fmla="*/ 1399043 w 3689114"/>
              <a:gd name="connsiteY716" fmla="*/ 2196448 h 2607908"/>
              <a:gd name="connsiteX717" fmla="*/ 1383689 w 3689114"/>
              <a:gd name="connsiteY717" fmla="*/ 2211801 h 2607908"/>
              <a:gd name="connsiteX718" fmla="*/ 1368336 w 3689114"/>
              <a:gd name="connsiteY718" fmla="*/ 2196448 h 2607908"/>
              <a:gd name="connsiteX719" fmla="*/ 1383689 w 3689114"/>
              <a:gd name="connsiteY719" fmla="*/ 2181095 h 2607908"/>
              <a:gd name="connsiteX720" fmla="*/ 2190208 w 3689114"/>
              <a:gd name="connsiteY720" fmla="*/ 2179729 h 2607908"/>
              <a:gd name="connsiteX721" fmla="*/ 2206928 w 3689114"/>
              <a:gd name="connsiteY721" fmla="*/ 2196449 h 2607908"/>
              <a:gd name="connsiteX722" fmla="*/ 2190208 w 3689114"/>
              <a:gd name="connsiteY722" fmla="*/ 2213169 h 2607908"/>
              <a:gd name="connsiteX723" fmla="*/ 2173488 w 3689114"/>
              <a:gd name="connsiteY723" fmla="*/ 2196449 h 2607908"/>
              <a:gd name="connsiteX724" fmla="*/ 2190208 w 3689114"/>
              <a:gd name="connsiteY724" fmla="*/ 2179729 h 2607908"/>
              <a:gd name="connsiteX725" fmla="*/ 1498906 w 3689114"/>
              <a:gd name="connsiteY725" fmla="*/ 2179729 h 2607908"/>
              <a:gd name="connsiteX726" fmla="*/ 1515626 w 3689114"/>
              <a:gd name="connsiteY726" fmla="*/ 2196449 h 2607908"/>
              <a:gd name="connsiteX727" fmla="*/ 1498906 w 3689114"/>
              <a:gd name="connsiteY727" fmla="*/ 2213169 h 2607908"/>
              <a:gd name="connsiteX728" fmla="*/ 1482186 w 3689114"/>
              <a:gd name="connsiteY728" fmla="*/ 2196449 h 2607908"/>
              <a:gd name="connsiteX729" fmla="*/ 1498906 w 3689114"/>
              <a:gd name="connsiteY729" fmla="*/ 2179729 h 2607908"/>
              <a:gd name="connsiteX730" fmla="*/ 2074992 w 3689114"/>
              <a:gd name="connsiteY730" fmla="*/ 2178667 h 2607908"/>
              <a:gd name="connsiteX731" fmla="*/ 2092773 w 3689114"/>
              <a:gd name="connsiteY731" fmla="*/ 2196449 h 2607908"/>
              <a:gd name="connsiteX732" fmla="*/ 2074992 w 3689114"/>
              <a:gd name="connsiteY732" fmla="*/ 2214230 h 2607908"/>
              <a:gd name="connsiteX733" fmla="*/ 2057209 w 3689114"/>
              <a:gd name="connsiteY733" fmla="*/ 2196449 h 2607908"/>
              <a:gd name="connsiteX734" fmla="*/ 2074992 w 3689114"/>
              <a:gd name="connsiteY734" fmla="*/ 2178667 h 2607908"/>
              <a:gd name="connsiteX735" fmla="*/ 1614123 w 3689114"/>
              <a:gd name="connsiteY735" fmla="*/ 2178667 h 2607908"/>
              <a:gd name="connsiteX736" fmla="*/ 1631905 w 3689114"/>
              <a:gd name="connsiteY736" fmla="*/ 2196449 h 2607908"/>
              <a:gd name="connsiteX737" fmla="*/ 1614123 w 3689114"/>
              <a:gd name="connsiteY737" fmla="*/ 2214230 h 2607908"/>
              <a:gd name="connsiteX738" fmla="*/ 1596341 w 3689114"/>
              <a:gd name="connsiteY738" fmla="*/ 2196449 h 2607908"/>
              <a:gd name="connsiteX739" fmla="*/ 1614123 w 3689114"/>
              <a:gd name="connsiteY739" fmla="*/ 2178667 h 2607908"/>
              <a:gd name="connsiteX740" fmla="*/ 1959774 w 3689114"/>
              <a:gd name="connsiteY740" fmla="*/ 2178123 h 2607908"/>
              <a:gd name="connsiteX741" fmla="*/ 1978099 w 3689114"/>
              <a:gd name="connsiteY741" fmla="*/ 2196448 h 2607908"/>
              <a:gd name="connsiteX742" fmla="*/ 1959774 w 3689114"/>
              <a:gd name="connsiteY742" fmla="*/ 2214773 h 2607908"/>
              <a:gd name="connsiteX743" fmla="*/ 1941449 w 3689114"/>
              <a:gd name="connsiteY743" fmla="*/ 2196448 h 2607908"/>
              <a:gd name="connsiteX744" fmla="*/ 1959774 w 3689114"/>
              <a:gd name="connsiteY744" fmla="*/ 2178123 h 2607908"/>
              <a:gd name="connsiteX745" fmla="*/ 1729340 w 3689114"/>
              <a:gd name="connsiteY745" fmla="*/ 2178123 h 2607908"/>
              <a:gd name="connsiteX746" fmla="*/ 1747664 w 3689114"/>
              <a:gd name="connsiteY746" fmla="*/ 2196448 h 2607908"/>
              <a:gd name="connsiteX747" fmla="*/ 1729340 w 3689114"/>
              <a:gd name="connsiteY747" fmla="*/ 2214773 h 2607908"/>
              <a:gd name="connsiteX748" fmla="*/ 1711015 w 3689114"/>
              <a:gd name="connsiteY748" fmla="*/ 2196448 h 2607908"/>
              <a:gd name="connsiteX749" fmla="*/ 1729340 w 3689114"/>
              <a:gd name="connsiteY749" fmla="*/ 2178123 h 2607908"/>
              <a:gd name="connsiteX750" fmla="*/ 1844558 w 3689114"/>
              <a:gd name="connsiteY750" fmla="*/ 2177757 h 2607908"/>
              <a:gd name="connsiteX751" fmla="*/ 1863248 w 3689114"/>
              <a:gd name="connsiteY751" fmla="*/ 2196449 h 2607908"/>
              <a:gd name="connsiteX752" fmla="*/ 1844558 w 3689114"/>
              <a:gd name="connsiteY752" fmla="*/ 2215140 h 2607908"/>
              <a:gd name="connsiteX753" fmla="*/ 1825866 w 3689114"/>
              <a:gd name="connsiteY753" fmla="*/ 2196449 h 2607908"/>
              <a:gd name="connsiteX754" fmla="*/ 1844558 w 3689114"/>
              <a:gd name="connsiteY754" fmla="*/ 2177757 h 2607908"/>
              <a:gd name="connsiteX755" fmla="*/ 3630421 w 3689114"/>
              <a:gd name="connsiteY755" fmla="*/ 2095440 h 2607908"/>
              <a:gd name="connsiteX756" fmla="*/ 3631649 w 3689114"/>
              <a:gd name="connsiteY756" fmla="*/ 2096667 h 2607908"/>
              <a:gd name="connsiteX757" fmla="*/ 3630421 w 3689114"/>
              <a:gd name="connsiteY757" fmla="*/ 2097894 h 2607908"/>
              <a:gd name="connsiteX758" fmla="*/ 3629193 w 3689114"/>
              <a:gd name="connsiteY758" fmla="*/ 2096667 h 2607908"/>
              <a:gd name="connsiteX759" fmla="*/ 3630421 w 3689114"/>
              <a:gd name="connsiteY759" fmla="*/ 2095440 h 2607908"/>
              <a:gd name="connsiteX760" fmla="*/ 58694 w 3689114"/>
              <a:gd name="connsiteY760" fmla="*/ 2095440 h 2607908"/>
              <a:gd name="connsiteX761" fmla="*/ 59922 w 3689114"/>
              <a:gd name="connsiteY761" fmla="*/ 2096667 h 2607908"/>
              <a:gd name="connsiteX762" fmla="*/ 58694 w 3689114"/>
              <a:gd name="connsiteY762" fmla="*/ 2097894 h 2607908"/>
              <a:gd name="connsiteX763" fmla="*/ 57466 w 3689114"/>
              <a:gd name="connsiteY763" fmla="*/ 2096667 h 2607908"/>
              <a:gd name="connsiteX764" fmla="*/ 58694 w 3689114"/>
              <a:gd name="connsiteY764" fmla="*/ 2095440 h 2607908"/>
              <a:gd name="connsiteX765" fmla="*/ 3515204 w 3689114"/>
              <a:gd name="connsiteY765" fmla="*/ 2094786 h 2607908"/>
              <a:gd name="connsiteX766" fmla="*/ 3517086 w 3689114"/>
              <a:gd name="connsiteY766" fmla="*/ 2096668 h 2607908"/>
              <a:gd name="connsiteX767" fmla="*/ 3515204 w 3689114"/>
              <a:gd name="connsiteY767" fmla="*/ 2098549 h 2607908"/>
              <a:gd name="connsiteX768" fmla="*/ 3513323 w 3689114"/>
              <a:gd name="connsiteY768" fmla="*/ 2096668 h 2607908"/>
              <a:gd name="connsiteX769" fmla="*/ 3515204 w 3689114"/>
              <a:gd name="connsiteY769" fmla="*/ 2094786 h 2607908"/>
              <a:gd name="connsiteX770" fmla="*/ 173910 w 3689114"/>
              <a:gd name="connsiteY770" fmla="*/ 2094786 h 2607908"/>
              <a:gd name="connsiteX771" fmla="*/ 175792 w 3689114"/>
              <a:gd name="connsiteY771" fmla="*/ 2096668 h 2607908"/>
              <a:gd name="connsiteX772" fmla="*/ 173910 w 3689114"/>
              <a:gd name="connsiteY772" fmla="*/ 2098549 h 2607908"/>
              <a:gd name="connsiteX773" fmla="*/ 172029 w 3689114"/>
              <a:gd name="connsiteY773" fmla="*/ 2096668 h 2607908"/>
              <a:gd name="connsiteX774" fmla="*/ 173910 w 3689114"/>
              <a:gd name="connsiteY774" fmla="*/ 2094786 h 2607908"/>
              <a:gd name="connsiteX775" fmla="*/ 3399987 w 3689114"/>
              <a:gd name="connsiteY775" fmla="*/ 2093925 h 2607908"/>
              <a:gd name="connsiteX776" fmla="*/ 3402730 w 3689114"/>
              <a:gd name="connsiteY776" fmla="*/ 2096668 h 2607908"/>
              <a:gd name="connsiteX777" fmla="*/ 3399987 w 3689114"/>
              <a:gd name="connsiteY777" fmla="*/ 2099410 h 2607908"/>
              <a:gd name="connsiteX778" fmla="*/ 3397245 w 3689114"/>
              <a:gd name="connsiteY778" fmla="*/ 2096668 h 2607908"/>
              <a:gd name="connsiteX779" fmla="*/ 3399987 w 3689114"/>
              <a:gd name="connsiteY779" fmla="*/ 2093925 h 2607908"/>
              <a:gd name="connsiteX780" fmla="*/ 289128 w 3689114"/>
              <a:gd name="connsiteY780" fmla="*/ 2093925 h 2607908"/>
              <a:gd name="connsiteX781" fmla="*/ 291870 w 3689114"/>
              <a:gd name="connsiteY781" fmla="*/ 2096668 h 2607908"/>
              <a:gd name="connsiteX782" fmla="*/ 289128 w 3689114"/>
              <a:gd name="connsiteY782" fmla="*/ 2099410 h 2607908"/>
              <a:gd name="connsiteX783" fmla="*/ 286385 w 3689114"/>
              <a:gd name="connsiteY783" fmla="*/ 2096668 h 2607908"/>
              <a:gd name="connsiteX784" fmla="*/ 289128 w 3689114"/>
              <a:gd name="connsiteY784" fmla="*/ 2093925 h 2607908"/>
              <a:gd name="connsiteX785" fmla="*/ 3284770 w 3689114"/>
              <a:gd name="connsiteY785" fmla="*/ 2092907 h 2607908"/>
              <a:gd name="connsiteX786" fmla="*/ 3288530 w 3689114"/>
              <a:gd name="connsiteY786" fmla="*/ 2096667 h 2607908"/>
              <a:gd name="connsiteX787" fmla="*/ 3284770 w 3689114"/>
              <a:gd name="connsiteY787" fmla="*/ 2100428 h 2607908"/>
              <a:gd name="connsiteX788" fmla="*/ 3281009 w 3689114"/>
              <a:gd name="connsiteY788" fmla="*/ 2096667 h 2607908"/>
              <a:gd name="connsiteX789" fmla="*/ 3284770 w 3689114"/>
              <a:gd name="connsiteY789" fmla="*/ 2092907 h 2607908"/>
              <a:gd name="connsiteX790" fmla="*/ 404345 w 3689114"/>
              <a:gd name="connsiteY790" fmla="*/ 2092907 h 2607908"/>
              <a:gd name="connsiteX791" fmla="*/ 408105 w 3689114"/>
              <a:gd name="connsiteY791" fmla="*/ 2096667 h 2607908"/>
              <a:gd name="connsiteX792" fmla="*/ 404345 w 3689114"/>
              <a:gd name="connsiteY792" fmla="*/ 2100428 h 2607908"/>
              <a:gd name="connsiteX793" fmla="*/ 400585 w 3689114"/>
              <a:gd name="connsiteY793" fmla="*/ 2096667 h 2607908"/>
              <a:gd name="connsiteX794" fmla="*/ 404345 w 3689114"/>
              <a:gd name="connsiteY794" fmla="*/ 2092907 h 2607908"/>
              <a:gd name="connsiteX795" fmla="*/ 3169553 w 3689114"/>
              <a:gd name="connsiteY795" fmla="*/ 2091830 h 2607908"/>
              <a:gd name="connsiteX796" fmla="*/ 3174391 w 3689114"/>
              <a:gd name="connsiteY796" fmla="*/ 2096668 h 2607908"/>
              <a:gd name="connsiteX797" fmla="*/ 3169553 w 3689114"/>
              <a:gd name="connsiteY797" fmla="*/ 2101505 h 2607908"/>
              <a:gd name="connsiteX798" fmla="*/ 3164715 w 3689114"/>
              <a:gd name="connsiteY798" fmla="*/ 2096668 h 2607908"/>
              <a:gd name="connsiteX799" fmla="*/ 3169553 w 3689114"/>
              <a:gd name="connsiteY799" fmla="*/ 2091830 h 2607908"/>
              <a:gd name="connsiteX800" fmla="*/ 519562 w 3689114"/>
              <a:gd name="connsiteY800" fmla="*/ 2091830 h 2607908"/>
              <a:gd name="connsiteX801" fmla="*/ 524400 w 3689114"/>
              <a:gd name="connsiteY801" fmla="*/ 2096668 h 2607908"/>
              <a:gd name="connsiteX802" fmla="*/ 519562 w 3689114"/>
              <a:gd name="connsiteY802" fmla="*/ 2101505 h 2607908"/>
              <a:gd name="connsiteX803" fmla="*/ 514725 w 3689114"/>
              <a:gd name="connsiteY803" fmla="*/ 2096668 h 2607908"/>
              <a:gd name="connsiteX804" fmla="*/ 519562 w 3689114"/>
              <a:gd name="connsiteY804" fmla="*/ 2091830 h 2607908"/>
              <a:gd name="connsiteX805" fmla="*/ 3054336 w 3689114"/>
              <a:gd name="connsiteY805" fmla="*/ 2090514 h 2607908"/>
              <a:gd name="connsiteX806" fmla="*/ 3060489 w 3689114"/>
              <a:gd name="connsiteY806" fmla="*/ 2096667 h 2607908"/>
              <a:gd name="connsiteX807" fmla="*/ 3054336 w 3689114"/>
              <a:gd name="connsiteY807" fmla="*/ 2102821 h 2607908"/>
              <a:gd name="connsiteX808" fmla="*/ 3048182 w 3689114"/>
              <a:gd name="connsiteY808" fmla="*/ 2096667 h 2607908"/>
              <a:gd name="connsiteX809" fmla="*/ 3054336 w 3689114"/>
              <a:gd name="connsiteY809" fmla="*/ 2090514 h 2607908"/>
              <a:gd name="connsiteX810" fmla="*/ 634779 w 3689114"/>
              <a:gd name="connsiteY810" fmla="*/ 2090514 h 2607908"/>
              <a:gd name="connsiteX811" fmla="*/ 640932 w 3689114"/>
              <a:gd name="connsiteY811" fmla="*/ 2096667 h 2607908"/>
              <a:gd name="connsiteX812" fmla="*/ 634779 w 3689114"/>
              <a:gd name="connsiteY812" fmla="*/ 2102821 h 2607908"/>
              <a:gd name="connsiteX813" fmla="*/ 628626 w 3689114"/>
              <a:gd name="connsiteY813" fmla="*/ 2096667 h 2607908"/>
              <a:gd name="connsiteX814" fmla="*/ 634779 w 3689114"/>
              <a:gd name="connsiteY814" fmla="*/ 2090514 h 2607908"/>
              <a:gd name="connsiteX815" fmla="*/ 2939119 w 3689114"/>
              <a:gd name="connsiteY815" fmla="*/ 2089163 h 2607908"/>
              <a:gd name="connsiteX816" fmla="*/ 2946623 w 3689114"/>
              <a:gd name="connsiteY816" fmla="*/ 2096667 h 2607908"/>
              <a:gd name="connsiteX817" fmla="*/ 2939119 w 3689114"/>
              <a:gd name="connsiteY817" fmla="*/ 2104172 h 2607908"/>
              <a:gd name="connsiteX818" fmla="*/ 2931614 w 3689114"/>
              <a:gd name="connsiteY818" fmla="*/ 2096667 h 2607908"/>
              <a:gd name="connsiteX819" fmla="*/ 2939119 w 3689114"/>
              <a:gd name="connsiteY819" fmla="*/ 2089163 h 2607908"/>
              <a:gd name="connsiteX820" fmla="*/ 749995 w 3689114"/>
              <a:gd name="connsiteY820" fmla="*/ 2089163 h 2607908"/>
              <a:gd name="connsiteX821" fmla="*/ 757499 w 3689114"/>
              <a:gd name="connsiteY821" fmla="*/ 2096667 h 2607908"/>
              <a:gd name="connsiteX822" fmla="*/ 749995 w 3689114"/>
              <a:gd name="connsiteY822" fmla="*/ 2104172 h 2607908"/>
              <a:gd name="connsiteX823" fmla="*/ 742491 w 3689114"/>
              <a:gd name="connsiteY823" fmla="*/ 2096667 h 2607908"/>
              <a:gd name="connsiteX824" fmla="*/ 749995 w 3689114"/>
              <a:gd name="connsiteY824" fmla="*/ 2089163 h 2607908"/>
              <a:gd name="connsiteX825" fmla="*/ 2823902 w 3689114"/>
              <a:gd name="connsiteY825" fmla="*/ 2087682 h 2607908"/>
              <a:gd name="connsiteX826" fmla="*/ 2832888 w 3689114"/>
              <a:gd name="connsiteY826" fmla="*/ 2096667 h 2607908"/>
              <a:gd name="connsiteX827" fmla="*/ 2823902 w 3689114"/>
              <a:gd name="connsiteY827" fmla="*/ 2105653 h 2607908"/>
              <a:gd name="connsiteX828" fmla="*/ 2814917 w 3689114"/>
              <a:gd name="connsiteY828" fmla="*/ 2096667 h 2607908"/>
              <a:gd name="connsiteX829" fmla="*/ 2823902 w 3689114"/>
              <a:gd name="connsiteY829" fmla="*/ 2087682 h 2607908"/>
              <a:gd name="connsiteX830" fmla="*/ 865213 w 3689114"/>
              <a:gd name="connsiteY830" fmla="*/ 2087682 h 2607908"/>
              <a:gd name="connsiteX831" fmla="*/ 874198 w 3689114"/>
              <a:gd name="connsiteY831" fmla="*/ 2096667 h 2607908"/>
              <a:gd name="connsiteX832" fmla="*/ 865213 w 3689114"/>
              <a:gd name="connsiteY832" fmla="*/ 2105653 h 2607908"/>
              <a:gd name="connsiteX833" fmla="*/ 856227 w 3689114"/>
              <a:gd name="connsiteY833" fmla="*/ 2096667 h 2607908"/>
              <a:gd name="connsiteX834" fmla="*/ 865213 w 3689114"/>
              <a:gd name="connsiteY834" fmla="*/ 2087682 h 2607908"/>
              <a:gd name="connsiteX835" fmla="*/ 2708685 w 3689114"/>
              <a:gd name="connsiteY835" fmla="*/ 2086071 h 2607908"/>
              <a:gd name="connsiteX836" fmla="*/ 2719281 w 3689114"/>
              <a:gd name="connsiteY836" fmla="*/ 2096667 h 2607908"/>
              <a:gd name="connsiteX837" fmla="*/ 2708685 w 3689114"/>
              <a:gd name="connsiteY837" fmla="*/ 2107264 h 2607908"/>
              <a:gd name="connsiteX838" fmla="*/ 2698089 w 3689114"/>
              <a:gd name="connsiteY838" fmla="*/ 2096667 h 2607908"/>
              <a:gd name="connsiteX839" fmla="*/ 2708685 w 3689114"/>
              <a:gd name="connsiteY839" fmla="*/ 2086071 h 2607908"/>
              <a:gd name="connsiteX840" fmla="*/ 980429 w 3689114"/>
              <a:gd name="connsiteY840" fmla="*/ 2086071 h 2607908"/>
              <a:gd name="connsiteX841" fmla="*/ 991025 w 3689114"/>
              <a:gd name="connsiteY841" fmla="*/ 2096667 h 2607908"/>
              <a:gd name="connsiteX842" fmla="*/ 980429 w 3689114"/>
              <a:gd name="connsiteY842" fmla="*/ 2107264 h 2607908"/>
              <a:gd name="connsiteX843" fmla="*/ 969833 w 3689114"/>
              <a:gd name="connsiteY843" fmla="*/ 2096667 h 2607908"/>
              <a:gd name="connsiteX844" fmla="*/ 980429 w 3689114"/>
              <a:gd name="connsiteY844" fmla="*/ 2086071 h 2607908"/>
              <a:gd name="connsiteX845" fmla="*/ 2593468 w 3689114"/>
              <a:gd name="connsiteY845" fmla="*/ 2084482 h 2607908"/>
              <a:gd name="connsiteX846" fmla="*/ 2605654 w 3689114"/>
              <a:gd name="connsiteY846" fmla="*/ 2096668 h 2607908"/>
              <a:gd name="connsiteX847" fmla="*/ 2593468 w 3689114"/>
              <a:gd name="connsiteY847" fmla="*/ 2108854 h 2607908"/>
              <a:gd name="connsiteX848" fmla="*/ 2581282 w 3689114"/>
              <a:gd name="connsiteY848" fmla="*/ 2096668 h 2607908"/>
              <a:gd name="connsiteX849" fmla="*/ 2593468 w 3689114"/>
              <a:gd name="connsiteY849" fmla="*/ 2084482 h 2607908"/>
              <a:gd name="connsiteX850" fmla="*/ 1095647 w 3689114"/>
              <a:gd name="connsiteY850" fmla="*/ 2084482 h 2607908"/>
              <a:gd name="connsiteX851" fmla="*/ 1107832 w 3689114"/>
              <a:gd name="connsiteY851" fmla="*/ 2096668 h 2607908"/>
              <a:gd name="connsiteX852" fmla="*/ 1095647 w 3689114"/>
              <a:gd name="connsiteY852" fmla="*/ 2108854 h 2607908"/>
              <a:gd name="connsiteX853" fmla="*/ 1083461 w 3689114"/>
              <a:gd name="connsiteY853" fmla="*/ 2096668 h 2607908"/>
              <a:gd name="connsiteX854" fmla="*/ 1095647 w 3689114"/>
              <a:gd name="connsiteY854" fmla="*/ 2084482 h 2607908"/>
              <a:gd name="connsiteX855" fmla="*/ 2478250 w 3689114"/>
              <a:gd name="connsiteY855" fmla="*/ 2082784 h 2607908"/>
              <a:gd name="connsiteX856" fmla="*/ 2492135 w 3689114"/>
              <a:gd name="connsiteY856" fmla="*/ 2096667 h 2607908"/>
              <a:gd name="connsiteX857" fmla="*/ 2478250 w 3689114"/>
              <a:gd name="connsiteY857" fmla="*/ 2110552 h 2607908"/>
              <a:gd name="connsiteX858" fmla="*/ 2464366 w 3689114"/>
              <a:gd name="connsiteY858" fmla="*/ 2096667 h 2607908"/>
              <a:gd name="connsiteX859" fmla="*/ 2478250 w 3689114"/>
              <a:gd name="connsiteY859" fmla="*/ 2082784 h 2607908"/>
              <a:gd name="connsiteX860" fmla="*/ 1210863 w 3689114"/>
              <a:gd name="connsiteY860" fmla="*/ 2082784 h 2607908"/>
              <a:gd name="connsiteX861" fmla="*/ 1224748 w 3689114"/>
              <a:gd name="connsiteY861" fmla="*/ 2096667 h 2607908"/>
              <a:gd name="connsiteX862" fmla="*/ 1210863 w 3689114"/>
              <a:gd name="connsiteY862" fmla="*/ 2110552 h 2607908"/>
              <a:gd name="connsiteX863" fmla="*/ 1196980 w 3689114"/>
              <a:gd name="connsiteY863" fmla="*/ 2096667 h 2607908"/>
              <a:gd name="connsiteX864" fmla="*/ 1210863 w 3689114"/>
              <a:gd name="connsiteY864" fmla="*/ 2082784 h 2607908"/>
              <a:gd name="connsiteX865" fmla="*/ 2363034 w 3689114"/>
              <a:gd name="connsiteY865" fmla="*/ 2081146 h 2607908"/>
              <a:gd name="connsiteX866" fmla="*/ 2378555 w 3689114"/>
              <a:gd name="connsiteY866" fmla="*/ 2096667 h 2607908"/>
              <a:gd name="connsiteX867" fmla="*/ 2363034 w 3689114"/>
              <a:gd name="connsiteY867" fmla="*/ 2112188 h 2607908"/>
              <a:gd name="connsiteX868" fmla="*/ 2347513 w 3689114"/>
              <a:gd name="connsiteY868" fmla="*/ 2096667 h 2607908"/>
              <a:gd name="connsiteX869" fmla="*/ 2363034 w 3689114"/>
              <a:gd name="connsiteY869" fmla="*/ 2081146 h 2607908"/>
              <a:gd name="connsiteX870" fmla="*/ 1326080 w 3689114"/>
              <a:gd name="connsiteY870" fmla="*/ 2081146 h 2607908"/>
              <a:gd name="connsiteX871" fmla="*/ 1341602 w 3689114"/>
              <a:gd name="connsiteY871" fmla="*/ 2096667 h 2607908"/>
              <a:gd name="connsiteX872" fmla="*/ 1326080 w 3689114"/>
              <a:gd name="connsiteY872" fmla="*/ 2112188 h 2607908"/>
              <a:gd name="connsiteX873" fmla="*/ 1310559 w 3689114"/>
              <a:gd name="connsiteY873" fmla="*/ 2096667 h 2607908"/>
              <a:gd name="connsiteX874" fmla="*/ 1326080 w 3689114"/>
              <a:gd name="connsiteY874" fmla="*/ 2081146 h 2607908"/>
              <a:gd name="connsiteX875" fmla="*/ 2247817 w 3689114"/>
              <a:gd name="connsiteY875" fmla="*/ 2079597 h 2607908"/>
              <a:gd name="connsiteX876" fmla="*/ 2264887 w 3689114"/>
              <a:gd name="connsiteY876" fmla="*/ 2096668 h 2607908"/>
              <a:gd name="connsiteX877" fmla="*/ 2247817 w 3689114"/>
              <a:gd name="connsiteY877" fmla="*/ 2113738 h 2607908"/>
              <a:gd name="connsiteX878" fmla="*/ 2230746 w 3689114"/>
              <a:gd name="connsiteY878" fmla="*/ 2096668 h 2607908"/>
              <a:gd name="connsiteX879" fmla="*/ 2247817 w 3689114"/>
              <a:gd name="connsiteY879" fmla="*/ 2079597 h 2607908"/>
              <a:gd name="connsiteX880" fmla="*/ 1441298 w 3689114"/>
              <a:gd name="connsiteY880" fmla="*/ 2079597 h 2607908"/>
              <a:gd name="connsiteX881" fmla="*/ 1458368 w 3689114"/>
              <a:gd name="connsiteY881" fmla="*/ 2096668 h 2607908"/>
              <a:gd name="connsiteX882" fmla="*/ 1441298 w 3689114"/>
              <a:gd name="connsiteY882" fmla="*/ 2113738 h 2607908"/>
              <a:gd name="connsiteX883" fmla="*/ 1424228 w 3689114"/>
              <a:gd name="connsiteY883" fmla="*/ 2096668 h 2607908"/>
              <a:gd name="connsiteX884" fmla="*/ 1441298 w 3689114"/>
              <a:gd name="connsiteY884" fmla="*/ 2079597 h 2607908"/>
              <a:gd name="connsiteX885" fmla="*/ 2132600 w 3689114"/>
              <a:gd name="connsiteY885" fmla="*/ 2078160 h 2607908"/>
              <a:gd name="connsiteX886" fmla="*/ 2151107 w 3689114"/>
              <a:gd name="connsiteY886" fmla="*/ 2096668 h 2607908"/>
              <a:gd name="connsiteX887" fmla="*/ 2132600 w 3689114"/>
              <a:gd name="connsiteY887" fmla="*/ 2115176 h 2607908"/>
              <a:gd name="connsiteX888" fmla="*/ 2114092 w 3689114"/>
              <a:gd name="connsiteY888" fmla="*/ 2096668 h 2607908"/>
              <a:gd name="connsiteX889" fmla="*/ 2132600 w 3689114"/>
              <a:gd name="connsiteY889" fmla="*/ 2078160 h 2607908"/>
              <a:gd name="connsiteX890" fmla="*/ 1556514 w 3689114"/>
              <a:gd name="connsiteY890" fmla="*/ 2078160 h 2607908"/>
              <a:gd name="connsiteX891" fmla="*/ 1575022 w 3689114"/>
              <a:gd name="connsiteY891" fmla="*/ 2096668 h 2607908"/>
              <a:gd name="connsiteX892" fmla="*/ 1556514 w 3689114"/>
              <a:gd name="connsiteY892" fmla="*/ 2115176 h 2607908"/>
              <a:gd name="connsiteX893" fmla="*/ 1538007 w 3689114"/>
              <a:gd name="connsiteY893" fmla="*/ 2096668 h 2607908"/>
              <a:gd name="connsiteX894" fmla="*/ 1556514 w 3689114"/>
              <a:gd name="connsiteY894" fmla="*/ 2078160 h 2607908"/>
              <a:gd name="connsiteX895" fmla="*/ 2017383 w 3689114"/>
              <a:gd name="connsiteY895" fmla="*/ 2077233 h 2607908"/>
              <a:gd name="connsiteX896" fmla="*/ 2036817 w 3689114"/>
              <a:gd name="connsiteY896" fmla="*/ 2096667 h 2607908"/>
              <a:gd name="connsiteX897" fmla="*/ 2017383 w 3689114"/>
              <a:gd name="connsiteY897" fmla="*/ 2116102 h 2607908"/>
              <a:gd name="connsiteX898" fmla="*/ 1997948 w 3689114"/>
              <a:gd name="connsiteY898" fmla="*/ 2096667 h 2607908"/>
              <a:gd name="connsiteX899" fmla="*/ 2017383 w 3689114"/>
              <a:gd name="connsiteY899" fmla="*/ 2077233 h 2607908"/>
              <a:gd name="connsiteX900" fmla="*/ 1671732 w 3689114"/>
              <a:gd name="connsiteY900" fmla="*/ 2077233 h 2607908"/>
              <a:gd name="connsiteX901" fmla="*/ 1691166 w 3689114"/>
              <a:gd name="connsiteY901" fmla="*/ 2096667 h 2607908"/>
              <a:gd name="connsiteX902" fmla="*/ 1671732 w 3689114"/>
              <a:gd name="connsiteY902" fmla="*/ 2116102 h 2607908"/>
              <a:gd name="connsiteX903" fmla="*/ 1652297 w 3689114"/>
              <a:gd name="connsiteY903" fmla="*/ 2096667 h 2607908"/>
              <a:gd name="connsiteX904" fmla="*/ 1671732 w 3689114"/>
              <a:gd name="connsiteY904" fmla="*/ 2077233 h 2607908"/>
              <a:gd name="connsiteX905" fmla="*/ 1902166 w 3689114"/>
              <a:gd name="connsiteY905" fmla="*/ 2076666 h 2607908"/>
              <a:gd name="connsiteX906" fmla="*/ 1922167 w 3689114"/>
              <a:gd name="connsiteY906" fmla="*/ 2096667 h 2607908"/>
              <a:gd name="connsiteX907" fmla="*/ 1902166 w 3689114"/>
              <a:gd name="connsiteY907" fmla="*/ 2116669 h 2607908"/>
              <a:gd name="connsiteX908" fmla="*/ 1882164 w 3689114"/>
              <a:gd name="connsiteY908" fmla="*/ 2096667 h 2607908"/>
              <a:gd name="connsiteX909" fmla="*/ 1902166 w 3689114"/>
              <a:gd name="connsiteY909" fmla="*/ 2076666 h 2607908"/>
              <a:gd name="connsiteX910" fmla="*/ 1786949 w 3689114"/>
              <a:gd name="connsiteY910" fmla="*/ 2076666 h 2607908"/>
              <a:gd name="connsiteX911" fmla="*/ 1806950 w 3689114"/>
              <a:gd name="connsiteY911" fmla="*/ 2096667 h 2607908"/>
              <a:gd name="connsiteX912" fmla="*/ 1786949 w 3689114"/>
              <a:gd name="connsiteY912" fmla="*/ 2116669 h 2607908"/>
              <a:gd name="connsiteX913" fmla="*/ 1766947 w 3689114"/>
              <a:gd name="connsiteY913" fmla="*/ 2096667 h 2607908"/>
              <a:gd name="connsiteX914" fmla="*/ 1786949 w 3689114"/>
              <a:gd name="connsiteY914" fmla="*/ 2076666 h 2607908"/>
              <a:gd name="connsiteX915" fmla="*/ 3572813 w 3689114"/>
              <a:gd name="connsiteY915" fmla="*/ 1995238 h 2607908"/>
              <a:gd name="connsiteX916" fmla="*/ 3574461 w 3689114"/>
              <a:gd name="connsiteY916" fmla="*/ 1996887 h 2607908"/>
              <a:gd name="connsiteX917" fmla="*/ 3572813 w 3689114"/>
              <a:gd name="connsiteY917" fmla="*/ 1998536 h 2607908"/>
              <a:gd name="connsiteX918" fmla="*/ 3571164 w 3689114"/>
              <a:gd name="connsiteY918" fmla="*/ 1996887 h 2607908"/>
              <a:gd name="connsiteX919" fmla="*/ 3572813 w 3689114"/>
              <a:gd name="connsiteY919" fmla="*/ 1995238 h 2607908"/>
              <a:gd name="connsiteX920" fmla="*/ 116302 w 3689114"/>
              <a:gd name="connsiteY920" fmla="*/ 1995238 h 2607908"/>
              <a:gd name="connsiteX921" fmla="*/ 117951 w 3689114"/>
              <a:gd name="connsiteY921" fmla="*/ 1996887 h 2607908"/>
              <a:gd name="connsiteX922" fmla="*/ 116302 w 3689114"/>
              <a:gd name="connsiteY922" fmla="*/ 1998536 h 2607908"/>
              <a:gd name="connsiteX923" fmla="*/ 114654 w 3689114"/>
              <a:gd name="connsiteY923" fmla="*/ 1996887 h 2607908"/>
              <a:gd name="connsiteX924" fmla="*/ 116302 w 3689114"/>
              <a:gd name="connsiteY924" fmla="*/ 1995238 h 2607908"/>
              <a:gd name="connsiteX925" fmla="*/ 3457596 w 3689114"/>
              <a:gd name="connsiteY925" fmla="*/ 1994494 h 2607908"/>
              <a:gd name="connsiteX926" fmla="*/ 3459989 w 3689114"/>
              <a:gd name="connsiteY926" fmla="*/ 1996887 h 2607908"/>
              <a:gd name="connsiteX927" fmla="*/ 3457596 w 3689114"/>
              <a:gd name="connsiteY927" fmla="*/ 1999279 h 2607908"/>
              <a:gd name="connsiteX928" fmla="*/ 3455203 w 3689114"/>
              <a:gd name="connsiteY928" fmla="*/ 1996887 h 2607908"/>
              <a:gd name="connsiteX929" fmla="*/ 3457596 w 3689114"/>
              <a:gd name="connsiteY929" fmla="*/ 1994494 h 2607908"/>
              <a:gd name="connsiteX930" fmla="*/ 231519 w 3689114"/>
              <a:gd name="connsiteY930" fmla="*/ 1994494 h 2607908"/>
              <a:gd name="connsiteX931" fmla="*/ 233912 w 3689114"/>
              <a:gd name="connsiteY931" fmla="*/ 1996887 h 2607908"/>
              <a:gd name="connsiteX932" fmla="*/ 231519 w 3689114"/>
              <a:gd name="connsiteY932" fmla="*/ 1999279 h 2607908"/>
              <a:gd name="connsiteX933" fmla="*/ 229126 w 3689114"/>
              <a:gd name="connsiteY933" fmla="*/ 1996887 h 2607908"/>
              <a:gd name="connsiteX934" fmla="*/ 231519 w 3689114"/>
              <a:gd name="connsiteY934" fmla="*/ 1994494 h 2607908"/>
              <a:gd name="connsiteX935" fmla="*/ 3342378 w 3689114"/>
              <a:gd name="connsiteY935" fmla="*/ 1993537 h 2607908"/>
              <a:gd name="connsiteX936" fmla="*/ 3345729 w 3689114"/>
              <a:gd name="connsiteY936" fmla="*/ 1996887 h 2607908"/>
              <a:gd name="connsiteX937" fmla="*/ 3342378 w 3689114"/>
              <a:gd name="connsiteY937" fmla="*/ 2000237 h 2607908"/>
              <a:gd name="connsiteX938" fmla="*/ 3339028 w 3689114"/>
              <a:gd name="connsiteY938" fmla="*/ 1996887 h 2607908"/>
              <a:gd name="connsiteX939" fmla="*/ 3342378 w 3689114"/>
              <a:gd name="connsiteY939" fmla="*/ 1993537 h 2607908"/>
              <a:gd name="connsiteX940" fmla="*/ 346736 w 3689114"/>
              <a:gd name="connsiteY940" fmla="*/ 1993537 h 2607908"/>
              <a:gd name="connsiteX941" fmla="*/ 350087 w 3689114"/>
              <a:gd name="connsiteY941" fmla="*/ 1996887 h 2607908"/>
              <a:gd name="connsiteX942" fmla="*/ 346736 w 3689114"/>
              <a:gd name="connsiteY942" fmla="*/ 2000237 h 2607908"/>
              <a:gd name="connsiteX943" fmla="*/ 343386 w 3689114"/>
              <a:gd name="connsiteY943" fmla="*/ 1996887 h 2607908"/>
              <a:gd name="connsiteX944" fmla="*/ 346736 w 3689114"/>
              <a:gd name="connsiteY944" fmla="*/ 1993537 h 2607908"/>
              <a:gd name="connsiteX945" fmla="*/ 3227161 w 3689114"/>
              <a:gd name="connsiteY945" fmla="*/ 1992423 h 2607908"/>
              <a:gd name="connsiteX946" fmla="*/ 3231625 w 3689114"/>
              <a:gd name="connsiteY946" fmla="*/ 1996887 h 2607908"/>
              <a:gd name="connsiteX947" fmla="*/ 3227161 w 3689114"/>
              <a:gd name="connsiteY947" fmla="*/ 2001350 h 2607908"/>
              <a:gd name="connsiteX948" fmla="*/ 3222697 w 3689114"/>
              <a:gd name="connsiteY948" fmla="*/ 1996887 h 2607908"/>
              <a:gd name="connsiteX949" fmla="*/ 3227161 w 3689114"/>
              <a:gd name="connsiteY949" fmla="*/ 1992423 h 2607908"/>
              <a:gd name="connsiteX950" fmla="*/ 461953 w 3689114"/>
              <a:gd name="connsiteY950" fmla="*/ 1992423 h 2607908"/>
              <a:gd name="connsiteX951" fmla="*/ 466416 w 3689114"/>
              <a:gd name="connsiteY951" fmla="*/ 1996887 h 2607908"/>
              <a:gd name="connsiteX952" fmla="*/ 461953 w 3689114"/>
              <a:gd name="connsiteY952" fmla="*/ 2001350 h 2607908"/>
              <a:gd name="connsiteX953" fmla="*/ 457489 w 3689114"/>
              <a:gd name="connsiteY953" fmla="*/ 1996887 h 2607908"/>
              <a:gd name="connsiteX954" fmla="*/ 461953 w 3689114"/>
              <a:gd name="connsiteY954" fmla="*/ 1992423 h 2607908"/>
              <a:gd name="connsiteX955" fmla="*/ 3111945 w 3689114"/>
              <a:gd name="connsiteY955" fmla="*/ 1991155 h 2607908"/>
              <a:gd name="connsiteX956" fmla="*/ 3117677 w 3689114"/>
              <a:gd name="connsiteY956" fmla="*/ 1996887 h 2607908"/>
              <a:gd name="connsiteX957" fmla="*/ 3111945 w 3689114"/>
              <a:gd name="connsiteY957" fmla="*/ 2002619 h 2607908"/>
              <a:gd name="connsiteX958" fmla="*/ 3106213 w 3689114"/>
              <a:gd name="connsiteY958" fmla="*/ 1996887 h 2607908"/>
              <a:gd name="connsiteX959" fmla="*/ 3111945 w 3689114"/>
              <a:gd name="connsiteY959" fmla="*/ 1991155 h 2607908"/>
              <a:gd name="connsiteX960" fmla="*/ 577171 w 3689114"/>
              <a:gd name="connsiteY960" fmla="*/ 1991155 h 2607908"/>
              <a:gd name="connsiteX961" fmla="*/ 582903 w 3689114"/>
              <a:gd name="connsiteY961" fmla="*/ 1996887 h 2607908"/>
              <a:gd name="connsiteX962" fmla="*/ 577171 w 3689114"/>
              <a:gd name="connsiteY962" fmla="*/ 2002619 h 2607908"/>
              <a:gd name="connsiteX963" fmla="*/ 571439 w 3689114"/>
              <a:gd name="connsiteY963" fmla="*/ 1996887 h 2607908"/>
              <a:gd name="connsiteX964" fmla="*/ 577171 w 3689114"/>
              <a:gd name="connsiteY964" fmla="*/ 1991155 h 2607908"/>
              <a:gd name="connsiteX965" fmla="*/ 2996727 w 3689114"/>
              <a:gd name="connsiteY965" fmla="*/ 1989847 h 2607908"/>
              <a:gd name="connsiteX966" fmla="*/ 3003767 w 3689114"/>
              <a:gd name="connsiteY966" fmla="*/ 1996887 h 2607908"/>
              <a:gd name="connsiteX967" fmla="*/ 2996727 w 3689114"/>
              <a:gd name="connsiteY967" fmla="*/ 2003926 h 2607908"/>
              <a:gd name="connsiteX968" fmla="*/ 2989688 w 3689114"/>
              <a:gd name="connsiteY968" fmla="*/ 1996887 h 2607908"/>
              <a:gd name="connsiteX969" fmla="*/ 2996727 w 3689114"/>
              <a:gd name="connsiteY969" fmla="*/ 1989847 h 2607908"/>
              <a:gd name="connsiteX970" fmla="*/ 692388 w 3689114"/>
              <a:gd name="connsiteY970" fmla="*/ 1989847 h 2607908"/>
              <a:gd name="connsiteX971" fmla="*/ 699428 w 3689114"/>
              <a:gd name="connsiteY971" fmla="*/ 1996887 h 2607908"/>
              <a:gd name="connsiteX972" fmla="*/ 692388 w 3689114"/>
              <a:gd name="connsiteY972" fmla="*/ 2003926 h 2607908"/>
              <a:gd name="connsiteX973" fmla="*/ 685348 w 3689114"/>
              <a:gd name="connsiteY973" fmla="*/ 1996887 h 2607908"/>
              <a:gd name="connsiteX974" fmla="*/ 692388 w 3689114"/>
              <a:gd name="connsiteY974" fmla="*/ 1989847 h 2607908"/>
              <a:gd name="connsiteX975" fmla="*/ 2881510 w 3689114"/>
              <a:gd name="connsiteY975" fmla="*/ 1988409 h 2607908"/>
              <a:gd name="connsiteX976" fmla="*/ 2889987 w 3689114"/>
              <a:gd name="connsiteY976" fmla="*/ 1996887 h 2607908"/>
              <a:gd name="connsiteX977" fmla="*/ 2881510 w 3689114"/>
              <a:gd name="connsiteY977" fmla="*/ 2005363 h 2607908"/>
              <a:gd name="connsiteX978" fmla="*/ 2873033 w 3689114"/>
              <a:gd name="connsiteY978" fmla="*/ 1996887 h 2607908"/>
              <a:gd name="connsiteX979" fmla="*/ 2881510 w 3689114"/>
              <a:gd name="connsiteY979" fmla="*/ 1988409 h 2607908"/>
              <a:gd name="connsiteX980" fmla="*/ 807604 w 3689114"/>
              <a:gd name="connsiteY980" fmla="*/ 1988409 h 2607908"/>
              <a:gd name="connsiteX981" fmla="*/ 816081 w 3689114"/>
              <a:gd name="connsiteY981" fmla="*/ 1996887 h 2607908"/>
              <a:gd name="connsiteX982" fmla="*/ 807604 w 3689114"/>
              <a:gd name="connsiteY982" fmla="*/ 2005363 h 2607908"/>
              <a:gd name="connsiteX983" fmla="*/ 799126 w 3689114"/>
              <a:gd name="connsiteY983" fmla="*/ 1996887 h 2607908"/>
              <a:gd name="connsiteX984" fmla="*/ 807604 w 3689114"/>
              <a:gd name="connsiteY984" fmla="*/ 1988409 h 2607908"/>
              <a:gd name="connsiteX985" fmla="*/ 2766293 w 3689114"/>
              <a:gd name="connsiteY985" fmla="*/ 1986705 h 2607908"/>
              <a:gd name="connsiteX986" fmla="*/ 2776474 w 3689114"/>
              <a:gd name="connsiteY986" fmla="*/ 1996887 h 2607908"/>
              <a:gd name="connsiteX987" fmla="*/ 2766293 w 3689114"/>
              <a:gd name="connsiteY987" fmla="*/ 2007068 h 2607908"/>
              <a:gd name="connsiteX988" fmla="*/ 2756112 w 3689114"/>
              <a:gd name="connsiteY988" fmla="*/ 1996887 h 2607908"/>
              <a:gd name="connsiteX989" fmla="*/ 2766293 w 3689114"/>
              <a:gd name="connsiteY989" fmla="*/ 1986705 h 2607908"/>
              <a:gd name="connsiteX990" fmla="*/ 922821 w 3689114"/>
              <a:gd name="connsiteY990" fmla="*/ 1986705 h 2607908"/>
              <a:gd name="connsiteX991" fmla="*/ 933002 w 3689114"/>
              <a:gd name="connsiteY991" fmla="*/ 1996887 h 2607908"/>
              <a:gd name="connsiteX992" fmla="*/ 922821 w 3689114"/>
              <a:gd name="connsiteY992" fmla="*/ 2007068 h 2607908"/>
              <a:gd name="connsiteX993" fmla="*/ 912639 w 3689114"/>
              <a:gd name="connsiteY993" fmla="*/ 1996887 h 2607908"/>
              <a:gd name="connsiteX994" fmla="*/ 922821 w 3689114"/>
              <a:gd name="connsiteY994" fmla="*/ 1986705 h 2607908"/>
              <a:gd name="connsiteX995" fmla="*/ 2651076 w 3689114"/>
              <a:gd name="connsiteY995" fmla="*/ 1985145 h 2607908"/>
              <a:gd name="connsiteX996" fmla="*/ 2662818 w 3689114"/>
              <a:gd name="connsiteY996" fmla="*/ 1996887 h 2607908"/>
              <a:gd name="connsiteX997" fmla="*/ 2651076 w 3689114"/>
              <a:gd name="connsiteY997" fmla="*/ 2008629 h 2607908"/>
              <a:gd name="connsiteX998" fmla="*/ 2639335 w 3689114"/>
              <a:gd name="connsiteY998" fmla="*/ 1996887 h 2607908"/>
              <a:gd name="connsiteX999" fmla="*/ 2651076 w 3689114"/>
              <a:gd name="connsiteY999" fmla="*/ 1985145 h 2607908"/>
              <a:gd name="connsiteX1000" fmla="*/ 1038038 w 3689114"/>
              <a:gd name="connsiteY1000" fmla="*/ 1985145 h 2607908"/>
              <a:gd name="connsiteX1001" fmla="*/ 1049780 w 3689114"/>
              <a:gd name="connsiteY1001" fmla="*/ 1996887 h 2607908"/>
              <a:gd name="connsiteX1002" fmla="*/ 1038038 w 3689114"/>
              <a:gd name="connsiteY1002" fmla="*/ 2008629 h 2607908"/>
              <a:gd name="connsiteX1003" fmla="*/ 1026296 w 3689114"/>
              <a:gd name="connsiteY1003" fmla="*/ 1996887 h 2607908"/>
              <a:gd name="connsiteX1004" fmla="*/ 1038038 w 3689114"/>
              <a:gd name="connsiteY1004" fmla="*/ 1985145 h 2607908"/>
              <a:gd name="connsiteX1005" fmla="*/ 2535860 w 3689114"/>
              <a:gd name="connsiteY1005" fmla="*/ 1983319 h 2607908"/>
              <a:gd name="connsiteX1006" fmla="*/ 2549427 w 3689114"/>
              <a:gd name="connsiteY1006" fmla="*/ 1996887 h 2607908"/>
              <a:gd name="connsiteX1007" fmla="*/ 2535860 w 3689114"/>
              <a:gd name="connsiteY1007" fmla="*/ 2010454 h 2607908"/>
              <a:gd name="connsiteX1008" fmla="*/ 2522292 w 3689114"/>
              <a:gd name="connsiteY1008" fmla="*/ 1996887 h 2607908"/>
              <a:gd name="connsiteX1009" fmla="*/ 2535860 w 3689114"/>
              <a:gd name="connsiteY1009" fmla="*/ 1983319 h 2607908"/>
              <a:gd name="connsiteX1010" fmla="*/ 1153255 w 3689114"/>
              <a:gd name="connsiteY1010" fmla="*/ 1983319 h 2607908"/>
              <a:gd name="connsiteX1011" fmla="*/ 1166822 w 3689114"/>
              <a:gd name="connsiteY1011" fmla="*/ 1996887 h 2607908"/>
              <a:gd name="connsiteX1012" fmla="*/ 1153255 w 3689114"/>
              <a:gd name="connsiteY1012" fmla="*/ 2010454 h 2607908"/>
              <a:gd name="connsiteX1013" fmla="*/ 1139688 w 3689114"/>
              <a:gd name="connsiteY1013" fmla="*/ 1996887 h 2607908"/>
              <a:gd name="connsiteX1014" fmla="*/ 1153255 w 3689114"/>
              <a:gd name="connsiteY1014" fmla="*/ 1983319 h 2607908"/>
              <a:gd name="connsiteX1015" fmla="*/ 2420642 w 3689114"/>
              <a:gd name="connsiteY1015" fmla="*/ 1981533 h 2607908"/>
              <a:gd name="connsiteX1016" fmla="*/ 2435995 w 3689114"/>
              <a:gd name="connsiteY1016" fmla="*/ 1996887 h 2607908"/>
              <a:gd name="connsiteX1017" fmla="*/ 2420642 w 3689114"/>
              <a:gd name="connsiteY1017" fmla="*/ 2012240 h 2607908"/>
              <a:gd name="connsiteX1018" fmla="*/ 2405289 w 3689114"/>
              <a:gd name="connsiteY1018" fmla="*/ 1996887 h 2607908"/>
              <a:gd name="connsiteX1019" fmla="*/ 2420642 w 3689114"/>
              <a:gd name="connsiteY1019" fmla="*/ 1981533 h 2607908"/>
              <a:gd name="connsiteX1020" fmla="*/ 1268472 w 3689114"/>
              <a:gd name="connsiteY1020" fmla="*/ 1981533 h 2607908"/>
              <a:gd name="connsiteX1021" fmla="*/ 1283826 w 3689114"/>
              <a:gd name="connsiteY1021" fmla="*/ 1996887 h 2607908"/>
              <a:gd name="connsiteX1022" fmla="*/ 1268472 w 3689114"/>
              <a:gd name="connsiteY1022" fmla="*/ 2012240 h 2607908"/>
              <a:gd name="connsiteX1023" fmla="*/ 1253119 w 3689114"/>
              <a:gd name="connsiteY1023" fmla="*/ 1996887 h 2607908"/>
              <a:gd name="connsiteX1024" fmla="*/ 1268472 w 3689114"/>
              <a:gd name="connsiteY1024" fmla="*/ 1981533 h 2607908"/>
              <a:gd name="connsiteX1025" fmla="*/ 2305426 w 3689114"/>
              <a:gd name="connsiteY1025" fmla="*/ 1979816 h 2607908"/>
              <a:gd name="connsiteX1026" fmla="*/ 2322496 w 3689114"/>
              <a:gd name="connsiteY1026" fmla="*/ 1996887 h 2607908"/>
              <a:gd name="connsiteX1027" fmla="*/ 2305426 w 3689114"/>
              <a:gd name="connsiteY1027" fmla="*/ 2013956 h 2607908"/>
              <a:gd name="connsiteX1028" fmla="*/ 2288355 w 3689114"/>
              <a:gd name="connsiteY1028" fmla="*/ 1996887 h 2607908"/>
              <a:gd name="connsiteX1029" fmla="*/ 2305426 w 3689114"/>
              <a:gd name="connsiteY1029" fmla="*/ 1979816 h 2607908"/>
              <a:gd name="connsiteX1030" fmla="*/ 1383689 w 3689114"/>
              <a:gd name="connsiteY1030" fmla="*/ 1979816 h 2607908"/>
              <a:gd name="connsiteX1031" fmla="*/ 1400759 w 3689114"/>
              <a:gd name="connsiteY1031" fmla="*/ 1996887 h 2607908"/>
              <a:gd name="connsiteX1032" fmla="*/ 1383689 w 3689114"/>
              <a:gd name="connsiteY1032" fmla="*/ 2013956 h 2607908"/>
              <a:gd name="connsiteX1033" fmla="*/ 1366619 w 3689114"/>
              <a:gd name="connsiteY1033" fmla="*/ 1996887 h 2607908"/>
              <a:gd name="connsiteX1034" fmla="*/ 1383689 w 3689114"/>
              <a:gd name="connsiteY1034" fmla="*/ 1979816 h 2607908"/>
              <a:gd name="connsiteX1035" fmla="*/ 2190209 w 3689114"/>
              <a:gd name="connsiteY1035" fmla="*/ 1978195 h 2607908"/>
              <a:gd name="connsiteX1036" fmla="*/ 2208900 w 3689114"/>
              <a:gd name="connsiteY1036" fmla="*/ 1996887 h 2607908"/>
              <a:gd name="connsiteX1037" fmla="*/ 2190209 w 3689114"/>
              <a:gd name="connsiteY1037" fmla="*/ 2015577 h 2607908"/>
              <a:gd name="connsiteX1038" fmla="*/ 2171517 w 3689114"/>
              <a:gd name="connsiteY1038" fmla="*/ 1996887 h 2607908"/>
              <a:gd name="connsiteX1039" fmla="*/ 2190209 w 3689114"/>
              <a:gd name="connsiteY1039" fmla="*/ 1978195 h 2607908"/>
              <a:gd name="connsiteX1040" fmla="*/ 1498906 w 3689114"/>
              <a:gd name="connsiteY1040" fmla="*/ 1978195 h 2607908"/>
              <a:gd name="connsiteX1041" fmla="*/ 1517597 w 3689114"/>
              <a:gd name="connsiteY1041" fmla="*/ 1996887 h 2607908"/>
              <a:gd name="connsiteX1042" fmla="*/ 1498906 w 3689114"/>
              <a:gd name="connsiteY1042" fmla="*/ 2015577 h 2607908"/>
              <a:gd name="connsiteX1043" fmla="*/ 1480215 w 3689114"/>
              <a:gd name="connsiteY1043" fmla="*/ 1996887 h 2607908"/>
              <a:gd name="connsiteX1044" fmla="*/ 1498906 w 3689114"/>
              <a:gd name="connsiteY1044" fmla="*/ 1978195 h 2607908"/>
              <a:gd name="connsiteX1045" fmla="*/ 2074992 w 3689114"/>
              <a:gd name="connsiteY1045" fmla="*/ 1976885 h 2607908"/>
              <a:gd name="connsiteX1046" fmla="*/ 2094993 w 3689114"/>
              <a:gd name="connsiteY1046" fmla="*/ 1996887 h 2607908"/>
              <a:gd name="connsiteX1047" fmla="*/ 2074992 w 3689114"/>
              <a:gd name="connsiteY1047" fmla="*/ 2016888 h 2607908"/>
              <a:gd name="connsiteX1048" fmla="*/ 2054990 w 3689114"/>
              <a:gd name="connsiteY1048" fmla="*/ 1996887 h 2607908"/>
              <a:gd name="connsiteX1049" fmla="*/ 2074992 w 3689114"/>
              <a:gd name="connsiteY1049" fmla="*/ 1976885 h 2607908"/>
              <a:gd name="connsiteX1050" fmla="*/ 1614123 w 3689114"/>
              <a:gd name="connsiteY1050" fmla="*/ 1976885 h 2607908"/>
              <a:gd name="connsiteX1051" fmla="*/ 1634125 w 3689114"/>
              <a:gd name="connsiteY1051" fmla="*/ 1996887 h 2607908"/>
              <a:gd name="connsiteX1052" fmla="*/ 1614123 w 3689114"/>
              <a:gd name="connsiteY1052" fmla="*/ 2016888 h 2607908"/>
              <a:gd name="connsiteX1053" fmla="*/ 1594122 w 3689114"/>
              <a:gd name="connsiteY1053" fmla="*/ 1996887 h 2607908"/>
              <a:gd name="connsiteX1054" fmla="*/ 1614123 w 3689114"/>
              <a:gd name="connsiteY1054" fmla="*/ 1976885 h 2607908"/>
              <a:gd name="connsiteX1055" fmla="*/ 1959774 w 3689114"/>
              <a:gd name="connsiteY1055" fmla="*/ 1976117 h 2607908"/>
              <a:gd name="connsiteX1056" fmla="*/ 1980544 w 3689114"/>
              <a:gd name="connsiteY1056" fmla="*/ 1996887 h 2607908"/>
              <a:gd name="connsiteX1057" fmla="*/ 1959774 w 3689114"/>
              <a:gd name="connsiteY1057" fmla="*/ 2017656 h 2607908"/>
              <a:gd name="connsiteX1058" fmla="*/ 1939005 w 3689114"/>
              <a:gd name="connsiteY1058" fmla="*/ 1996887 h 2607908"/>
              <a:gd name="connsiteX1059" fmla="*/ 1959774 w 3689114"/>
              <a:gd name="connsiteY1059" fmla="*/ 1976117 h 2607908"/>
              <a:gd name="connsiteX1060" fmla="*/ 1729340 w 3689114"/>
              <a:gd name="connsiteY1060" fmla="*/ 1976117 h 2607908"/>
              <a:gd name="connsiteX1061" fmla="*/ 1750110 w 3689114"/>
              <a:gd name="connsiteY1061" fmla="*/ 1996887 h 2607908"/>
              <a:gd name="connsiteX1062" fmla="*/ 1729340 w 3689114"/>
              <a:gd name="connsiteY1062" fmla="*/ 2017656 h 2607908"/>
              <a:gd name="connsiteX1063" fmla="*/ 1708571 w 3689114"/>
              <a:gd name="connsiteY1063" fmla="*/ 1996887 h 2607908"/>
              <a:gd name="connsiteX1064" fmla="*/ 1729340 w 3689114"/>
              <a:gd name="connsiteY1064" fmla="*/ 1976117 h 2607908"/>
              <a:gd name="connsiteX1065" fmla="*/ 1844558 w 3689114"/>
              <a:gd name="connsiteY1065" fmla="*/ 1975923 h 2607908"/>
              <a:gd name="connsiteX1066" fmla="*/ 1865521 w 3689114"/>
              <a:gd name="connsiteY1066" fmla="*/ 1996887 h 2607908"/>
              <a:gd name="connsiteX1067" fmla="*/ 1844558 w 3689114"/>
              <a:gd name="connsiteY1067" fmla="*/ 2017850 h 2607908"/>
              <a:gd name="connsiteX1068" fmla="*/ 1823594 w 3689114"/>
              <a:gd name="connsiteY1068" fmla="*/ 1996887 h 2607908"/>
              <a:gd name="connsiteX1069" fmla="*/ 1844558 w 3689114"/>
              <a:gd name="connsiteY1069" fmla="*/ 1975923 h 2607908"/>
              <a:gd name="connsiteX1070" fmla="*/ 3630421 w 3689114"/>
              <a:gd name="connsiteY1070" fmla="*/ 1895779 h 2607908"/>
              <a:gd name="connsiteX1071" fmla="*/ 3631748 w 3689114"/>
              <a:gd name="connsiteY1071" fmla="*/ 1897106 h 2607908"/>
              <a:gd name="connsiteX1072" fmla="*/ 3630421 w 3689114"/>
              <a:gd name="connsiteY1072" fmla="*/ 1898433 h 2607908"/>
              <a:gd name="connsiteX1073" fmla="*/ 3629094 w 3689114"/>
              <a:gd name="connsiteY1073" fmla="*/ 1897106 h 2607908"/>
              <a:gd name="connsiteX1074" fmla="*/ 3630421 w 3689114"/>
              <a:gd name="connsiteY1074" fmla="*/ 1895779 h 2607908"/>
              <a:gd name="connsiteX1075" fmla="*/ 58694 w 3689114"/>
              <a:gd name="connsiteY1075" fmla="*/ 1895779 h 2607908"/>
              <a:gd name="connsiteX1076" fmla="*/ 60021 w 3689114"/>
              <a:gd name="connsiteY1076" fmla="*/ 1897106 h 2607908"/>
              <a:gd name="connsiteX1077" fmla="*/ 58694 w 3689114"/>
              <a:gd name="connsiteY1077" fmla="*/ 1898433 h 2607908"/>
              <a:gd name="connsiteX1078" fmla="*/ 57367 w 3689114"/>
              <a:gd name="connsiteY1078" fmla="*/ 1897106 h 2607908"/>
              <a:gd name="connsiteX1079" fmla="*/ 58694 w 3689114"/>
              <a:gd name="connsiteY1079" fmla="*/ 1895779 h 2607908"/>
              <a:gd name="connsiteX1080" fmla="*/ 3515203 w 3689114"/>
              <a:gd name="connsiteY1080" fmla="*/ 1895039 h 2607908"/>
              <a:gd name="connsiteX1081" fmla="*/ 3517270 w 3689114"/>
              <a:gd name="connsiteY1081" fmla="*/ 1897106 h 2607908"/>
              <a:gd name="connsiteX1082" fmla="*/ 3515203 w 3689114"/>
              <a:gd name="connsiteY1082" fmla="*/ 1899172 h 2607908"/>
              <a:gd name="connsiteX1083" fmla="*/ 3513137 w 3689114"/>
              <a:gd name="connsiteY1083" fmla="*/ 1897106 h 2607908"/>
              <a:gd name="connsiteX1084" fmla="*/ 3515203 w 3689114"/>
              <a:gd name="connsiteY1084" fmla="*/ 1895039 h 2607908"/>
              <a:gd name="connsiteX1085" fmla="*/ 173910 w 3689114"/>
              <a:gd name="connsiteY1085" fmla="*/ 1895039 h 2607908"/>
              <a:gd name="connsiteX1086" fmla="*/ 175978 w 3689114"/>
              <a:gd name="connsiteY1086" fmla="*/ 1897106 h 2607908"/>
              <a:gd name="connsiteX1087" fmla="*/ 173910 w 3689114"/>
              <a:gd name="connsiteY1087" fmla="*/ 1899172 h 2607908"/>
              <a:gd name="connsiteX1088" fmla="*/ 171845 w 3689114"/>
              <a:gd name="connsiteY1088" fmla="*/ 1897106 h 2607908"/>
              <a:gd name="connsiteX1089" fmla="*/ 173910 w 3689114"/>
              <a:gd name="connsiteY1089" fmla="*/ 1895039 h 2607908"/>
              <a:gd name="connsiteX1090" fmla="*/ 3399988 w 3689114"/>
              <a:gd name="connsiteY1090" fmla="*/ 1894217 h 2607908"/>
              <a:gd name="connsiteX1091" fmla="*/ 3402877 w 3689114"/>
              <a:gd name="connsiteY1091" fmla="*/ 1897106 h 2607908"/>
              <a:gd name="connsiteX1092" fmla="*/ 3399988 w 3689114"/>
              <a:gd name="connsiteY1092" fmla="*/ 1899994 h 2607908"/>
              <a:gd name="connsiteX1093" fmla="*/ 3397098 w 3689114"/>
              <a:gd name="connsiteY1093" fmla="*/ 1897106 h 2607908"/>
              <a:gd name="connsiteX1094" fmla="*/ 3399988 w 3689114"/>
              <a:gd name="connsiteY1094" fmla="*/ 1894217 h 2607908"/>
              <a:gd name="connsiteX1095" fmla="*/ 289128 w 3689114"/>
              <a:gd name="connsiteY1095" fmla="*/ 1894217 h 2607908"/>
              <a:gd name="connsiteX1096" fmla="*/ 292016 w 3689114"/>
              <a:gd name="connsiteY1096" fmla="*/ 1897106 h 2607908"/>
              <a:gd name="connsiteX1097" fmla="*/ 289128 w 3689114"/>
              <a:gd name="connsiteY1097" fmla="*/ 1899994 h 2607908"/>
              <a:gd name="connsiteX1098" fmla="*/ 286239 w 3689114"/>
              <a:gd name="connsiteY1098" fmla="*/ 1897106 h 2607908"/>
              <a:gd name="connsiteX1099" fmla="*/ 289128 w 3689114"/>
              <a:gd name="connsiteY1099" fmla="*/ 1894217 h 2607908"/>
              <a:gd name="connsiteX1100" fmla="*/ 3284770 w 3689114"/>
              <a:gd name="connsiteY1100" fmla="*/ 1893088 h 2607908"/>
              <a:gd name="connsiteX1101" fmla="*/ 3288787 w 3689114"/>
              <a:gd name="connsiteY1101" fmla="*/ 1897105 h 2607908"/>
              <a:gd name="connsiteX1102" fmla="*/ 3284770 w 3689114"/>
              <a:gd name="connsiteY1102" fmla="*/ 1901123 h 2607908"/>
              <a:gd name="connsiteX1103" fmla="*/ 3280753 w 3689114"/>
              <a:gd name="connsiteY1103" fmla="*/ 1897105 h 2607908"/>
              <a:gd name="connsiteX1104" fmla="*/ 3284770 w 3689114"/>
              <a:gd name="connsiteY1104" fmla="*/ 1893088 h 2607908"/>
              <a:gd name="connsiteX1105" fmla="*/ 404345 w 3689114"/>
              <a:gd name="connsiteY1105" fmla="*/ 1893088 h 2607908"/>
              <a:gd name="connsiteX1106" fmla="*/ 408362 w 3689114"/>
              <a:gd name="connsiteY1106" fmla="*/ 1897105 h 2607908"/>
              <a:gd name="connsiteX1107" fmla="*/ 404345 w 3689114"/>
              <a:gd name="connsiteY1107" fmla="*/ 1901123 h 2607908"/>
              <a:gd name="connsiteX1108" fmla="*/ 400328 w 3689114"/>
              <a:gd name="connsiteY1108" fmla="*/ 1897105 h 2607908"/>
              <a:gd name="connsiteX1109" fmla="*/ 404345 w 3689114"/>
              <a:gd name="connsiteY1109" fmla="*/ 1893088 h 2607908"/>
              <a:gd name="connsiteX1110" fmla="*/ 3169553 w 3689114"/>
              <a:gd name="connsiteY1110" fmla="*/ 1891978 h 2607908"/>
              <a:gd name="connsiteX1111" fmla="*/ 3174680 w 3689114"/>
              <a:gd name="connsiteY1111" fmla="*/ 1897106 h 2607908"/>
              <a:gd name="connsiteX1112" fmla="*/ 3169553 w 3689114"/>
              <a:gd name="connsiteY1112" fmla="*/ 1902233 h 2607908"/>
              <a:gd name="connsiteX1113" fmla="*/ 3164425 w 3689114"/>
              <a:gd name="connsiteY1113" fmla="*/ 1897106 h 2607908"/>
              <a:gd name="connsiteX1114" fmla="*/ 3169553 w 3689114"/>
              <a:gd name="connsiteY1114" fmla="*/ 1891978 h 2607908"/>
              <a:gd name="connsiteX1115" fmla="*/ 519562 w 3689114"/>
              <a:gd name="connsiteY1115" fmla="*/ 1891978 h 2607908"/>
              <a:gd name="connsiteX1116" fmla="*/ 524690 w 3689114"/>
              <a:gd name="connsiteY1116" fmla="*/ 1897106 h 2607908"/>
              <a:gd name="connsiteX1117" fmla="*/ 519562 w 3689114"/>
              <a:gd name="connsiteY1117" fmla="*/ 1902233 h 2607908"/>
              <a:gd name="connsiteX1118" fmla="*/ 514434 w 3689114"/>
              <a:gd name="connsiteY1118" fmla="*/ 1897106 h 2607908"/>
              <a:gd name="connsiteX1119" fmla="*/ 519562 w 3689114"/>
              <a:gd name="connsiteY1119" fmla="*/ 1891978 h 2607908"/>
              <a:gd name="connsiteX1120" fmla="*/ 3054336 w 3689114"/>
              <a:gd name="connsiteY1120" fmla="*/ 1890627 h 2607908"/>
              <a:gd name="connsiteX1121" fmla="*/ 3060814 w 3689114"/>
              <a:gd name="connsiteY1121" fmla="*/ 1897106 h 2607908"/>
              <a:gd name="connsiteX1122" fmla="*/ 3054336 w 3689114"/>
              <a:gd name="connsiteY1122" fmla="*/ 1903585 h 2607908"/>
              <a:gd name="connsiteX1123" fmla="*/ 3047856 w 3689114"/>
              <a:gd name="connsiteY1123" fmla="*/ 1897106 h 2607908"/>
              <a:gd name="connsiteX1124" fmla="*/ 3054336 w 3689114"/>
              <a:gd name="connsiteY1124" fmla="*/ 1890627 h 2607908"/>
              <a:gd name="connsiteX1125" fmla="*/ 634779 w 3689114"/>
              <a:gd name="connsiteY1125" fmla="*/ 1890627 h 2607908"/>
              <a:gd name="connsiteX1126" fmla="*/ 641257 w 3689114"/>
              <a:gd name="connsiteY1126" fmla="*/ 1897106 h 2607908"/>
              <a:gd name="connsiteX1127" fmla="*/ 634779 w 3689114"/>
              <a:gd name="connsiteY1127" fmla="*/ 1903585 h 2607908"/>
              <a:gd name="connsiteX1128" fmla="*/ 628301 w 3689114"/>
              <a:gd name="connsiteY1128" fmla="*/ 1897106 h 2607908"/>
              <a:gd name="connsiteX1129" fmla="*/ 634779 w 3689114"/>
              <a:gd name="connsiteY1129" fmla="*/ 1890627 h 2607908"/>
              <a:gd name="connsiteX1130" fmla="*/ 2939119 w 3689114"/>
              <a:gd name="connsiteY1130" fmla="*/ 1889244 h 2607908"/>
              <a:gd name="connsiteX1131" fmla="*/ 2946982 w 3689114"/>
              <a:gd name="connsiteY1131" fmla="*/ 1897106 h 2607908"/>
              <a:gd name="connsiteX1132" fmla="*/ 2939119 w 3689114"/>
              <a:gd name="connsiteY1132" fmla="*/ 1904969 h 2607908"/>
              <a:gd name="connsiteX1133" fmla="*/ 2931256 w 3689114"/>
              <a:gd name="connsiteY1133" fmla="*/ 1897106 h 2607908"/>
              <a:gd name="connsiteX1134" fmla="*/ 2939119 w 3689114"/>
              <a:gd name="connsiteY1134" fmla="*/ 1889244 h 2607908"/>
              <a:gd name="connsiteX1135" fmla="*/ 749995 w 3689114"/>
              <a:gd name="connsiteY1135" fmla="*/ 1889244 h 2607908"/>
              <a:gd name="connsiteX1136" fmla="*/ 757857 w 3689114"/>
              <a:gd name="connsiteY1136" fmla="*/ 1897106 h 2607908"/>
              <a:gd name="connsiteX1137" fmla="*/ 749995 w 3689114"/>
              <a:gd name="connsiteY1137" fmla="*/ 1904969 h 2607908"/>
              <a:gd name="connsiteX1138" fmla="*/ 742133 w 3689114"/>
              <a:gd name="connsiteY1138" fmla="*/ 1897106 h 2607908"/>
              <a:gd name="connsiteX1139" fmla="*/ 749995 w 3689114"/>
              <a:gd name="connsiteY1139" fmla="*/ 1889244 h 2607908"/>
              <a:gd name="connsiteX1140" fmla="*/ 2823902 w 3689114"/>
              <a:gd name="connsiteY1140" fmla="*/ 1887598 h 2607908"/>
              <a:gd name="connsiteX1141" fmla="*/ 2833410 w 3689114"/>
              <a:gd name="connsiteY1141" fmla="*/ 1897106 h 2607908"/>
              <a:gd name="connsiteX1142" fmla="*/ 2823902 w 3689114"/>
              <a:gd name="connsiteY1142" fmla="*/ 1906614 h 2607908"/>
              <a:gd name="connsiteX1143" fmla="*/ 2814394 w 3689114"/>
              <a:gd name="connsiteY1143" fmla="*/ 1897106 h 2607908"/>
              <a:gd name="connsiteX1144" fmla="*/ 2823902 w 3689114"/>
              <a:gd name="connsiteY1144" fmla="*/ 1887598 h 2607908"/>
              <a:gd name="connsiteX1145" fmla="*/ 865213 w 3689114"/>
              <a:gd name="connsiteY1145" fmla="*/ 1887598 h 2607908"/>
              <a:gd name="connsiteX1146" fmla="*/ 874720 w 3689114"/>
              <a:gd name="connsiteY1146" fmla="*/ 1897106 h 2607908"/>
              <a:gd name="connsiteX1147" fmla="*/ 865213 w 3689114"/>
              <a:gd name="connsiteY1147" fmla="*/ 1906614 h 2607908"/>
              <a:gd name="connsiteX1148" fmla="*/ 855705 w 3689114"/>
              <a:gd name="connsiteY1148" fmla="*/ 1897106 h 2607908"/>
              <a:gd name="connsiteX1149" fmla="*/ 865213 w 3689114"/>
              <a:gd name="connsiteY1149" fmla="*/ 1887598 h 2607908"/>
              <a:gd name="connsiteX1150" fmla="*/ 2708684 w 3689114"/>
              <a:gd name="connsiteY1150" fmla="*/ 1885944 h 2607908"/>
              <a:gd name="connsiteX1151" fmla="*/ 2719847 w 3689114"/>
              <a:gd name="connsiteY1151" fmla="*/ 1897105 h 2607908"/>
              <a:gd name="connsiteX1152" fmla="*/ 2708684 w 3689114"/>
              <a:gd name="connsiteY1152" fmla="*/ 1908267 h 2607908"/>
              <a:gd name="connsiteX1153" fmla="*/ 2697523 w 3689114"/>
              <a:gd name="connsiteY1153" fmla="*/ 1897105 h 2607908"/>
              <a:gd name="connsiteX1154" fmla="*/ 2708684 w 3689114"/>
              <a:gd name="connsiteY1154" fmla="*/ 1885944 h 2607908"/>
              <a:gd name="connsiteX1155" fmla="*/ 980429 w 3689114"/>
              <a:gd name="connsiteY1155" fmla="*/ 1885944 h 2607908"/>
              <a:gd name="connsiteX1156" fmla="*/ 991591 w 3689114"/>
              <a:gd name="connsiteY1156" fmla="*/ 1897105 h 2607908"/>
              <a:gd name="connsiteX1157" fmla="*/ 980429 w 3689114"/>
              <a:gd name="connsiteY1157" fmla="*/ 1908267 h 2607908"/>
              <a:gd name="connsiteX1158" fmla="*/ 969268 w 3689114"/>
              <a:gd name="connsiteY1158" fmla="*/ 1897105 h 2607908"/>
              <a:gd name="connsiteX1159" fmla="*/ 980429 w 3689114"/>
              <a:gd name="connsiteY1159" fmla="*/ 1885944 h 2607908"/>
              <a:gd name="connsiteX1160" fmla="*/ 2593467 w 3689114"/>
              <a:gd name="connsiteY1160" fmla="*/ 1884006 h 2607908"/>
              <a:gd name="connsiteX1161" fmla="*/ 2606567 w 3689114"/>
              <a:gd name="connsiteY1161" fmla="*/ 1897105 h 2607908"/>
              <a:gd name="connsiteX1162" fmla="*/ 2593467 w 3689114"/>
              <a:gd name="connsiteY1162" fmla="*/ 1910205 h 2607908"/>
              <a:gd name="connsiteX1163" fmla="*/ 2580369 w 3689114"/>
              <a:gd name="connsiteY1163" fmla="*/ 1897105 h 2607908"/>
              <a:gd name="connsiteX1164" fmla="*/ 2593467 w 3689114"/>
              <a:gd name="connsiteY1164" fmla="*/ 1884006 h 2607908"/>
              <a:gd name="connsiteX1165" fmla="*/ 1095646 w 3689114"/>
              <a:gd name="connsiteY1165" fmla="*/ 1884006 h 2607908"/>
              <a:gd name="connsiteX1166" fmla="*/ 1108746 w 3689114"/>
              <a:gd name="connsiteY1166" fmla="*/ 1897105 h 2607908"/>
              <a:gd name="connsiteX1167" fmla="*/ 1095646 w 3689114"/>
              <a:gd name="connsiteY1167" fmla="*/ 1910205 h 2607908"/>
              <a:gd name="connsiteX1168" fmla="*/ 1082548 w 3689114"/>
              <a:gd name="connsiteY1168" fmla="*/ 1897105 h 2607908"/>
              <a:gd name="connsiteX1169" fmla="*/ 1095646 w 3689114"/>
              <a:gd name="connsiteY1169" fmla="*/ 1884006 h 2607908"/>
              <a:gd name="connsiteX1170" fmla="*/ 2478251 w 3689114"/>
              <a:gd name="connsiteY1170" fmla="*/ 1882250 h 2607908"/>
              <a:gd name="connsiteX1171" fmla="*/ 2493107 w 3689114"/>
              <a:gd name="connsiteY1171" fmla="*/ 1897106 h 2607908"/>
              <a:gd name="connsiteX1172" fmla="*/ 2478251 w 3689114"/>
              <a:gd name="connsiteY1172" fmla="*/ 1911962 h 2607908"/>
              <a:gd name="connsiteX1173" fmla="*/ 2463395 w 3689114"/>
              <a:gd name="connsiteY1173" fmla="*/ 1897106 h 2607908"/>
              <a:gd name="connsiteX1174" fmla="*/ 2478251 w 3689114"/>
              <a:gd name="connsiteY1174" fmla="*/ 1882250 h 2607908"/>
              <a:gd name="connsiteX1175" fmla="*/ 1210863 w 3689114"/>
              <a:gd name="connsiteY1175" fmla="*/ 1882250 h 2607908"/>
              <a:gd name="connsiteX1176" fmla="*/ 1225719 w 3689114"/>
              <a:gd name="connsiteY1176" fmla="*/ 1897106 h 2607908"/>
              <a:gd name="connsiteX1177" fmla="*/ 1210863 w 3689114"/>
              <a:gd name="connsiteY1177" fmla="*/ 1911962 h 2607908"/>
              <a:gd name="connsiteX1178" fmla="*/ 1196008 w 3689114"/>
              <a:gd name="connsiteY1178" fmla="*/ 1897106 h 2607908"/>
              <a:gd name="connsiteX1179" fmla="*/ 1210863 w 3689114"/>
              <a:gd name="connsiteY1179" fmla="*/ 1882250 h 2607908"/>
              <a:gd name="connsiteX1180" fmla="*/ 2363034 w 3689114"/>
              <a:gd name="connsiteY1180" fmla="*/ 1880386 h 2607908"/>
              <a:gd name="connsiteX1181" fmla="*/ 2379754 w 3689114"/>
              <a:gd name="connsiteY1181" fmla="*/ 1897106 h 2607908"/>
              <a:gd name="connsiteX1182" fmla="*/ 2363034 w 3689114"/>
              <a:gd name="connsiteY1182" fmla="*/ 1913826 h 2607908"/>
              <a:gd name="connsiteX1183" fmla="*/ 2346314 w 3689114"/>
              <a:gd name="connsiteY1183" fmla="*/ 1897106 h 2607908"/>
              <a:gd name="connsiteX1184" fmla="*/ 2363034 w 3689114"/>
              <a:gd name="connsiteY1184" fmla="*/ 1880386 h 2607908"/>
              <a:gd name="connsiteX1185" fmla="*/ 1326080 w 3689114"/>
              <a:gd name="connsiteY1185" fmla="*/ 1880386 h 2607908"/>
              <a:gd name="connsiteX1186" fmla="*/ 1342800 w 3689114"/>
              <a:gd name="connsiteY1186" fmla="*/ 1897106 h 2607908"/>
              <a:gd name="connsiteX1187" fmla="*/ 1326080 w 3689114"/>
              <a:gd name="connsiteY1187" fmla="*/ 1913826 h 2607908"/>
              <a:gd name="connsiteX1188" fmla="*/ 1309360 w 3689114"/>
              <a:gd name="connsiteY1188" fmla="*/ 1897106 h 2607908"/>
              <a:gd name="connsiteX1189" fmla="*/ 1326080 w 3689114"/>
              <a:gd name="connsiteY1189" fmla="*/ 1880386 h 2607908"/>
              <a:gd name="connsiteX1190" fmla="*/ 2247817 w 3689114"/>
              <a:gd name="connsiteY1190" fmla="*/ 1878598 h 2607908"/>
              <a:gd name="connsiteX1191" fmla="*/ 2266325 w 3689114"/>
              <a:gd name="connsiteY1191" fmla="*/ 1897106 h 2607908"/>
              <a:gd name="connsiteX1192" fmla="*/ 2247817 w 3689114"/>
              <a:gd name="connsiteY1192" fmla="*/ 1915614 h 2607908"/>
              <a:gd name="connsiteX1193" fmla="*/ 2229309 w 3689114"/>
              <a:gd name="connsiteY1193" fmla="*/ 1897106 h 2607908"/>
              <a:gd name="connsiteX1194" fmla="*/ 2247817 w 3689114"/>
              <a:gd name="connsiteY1194" fmla="*/ 1878598 h 2607908"/>
              <a:gd name="connsiteX1195" fmla="*/ 1441297 w 3689114"/>
              <a:gd name="connsiteY1195" fmla="*/ 1878598 h 2607908"/>
              <a:gd name="connsiteX1196" fmla="*/ 1459804 w 3689114"/>
              <a:gd name="connsiteY1196" fmla="*/ 1897106 h 2607908"/>
              <a:gd name="connsiteX1197" fmla="*/ 1441297 w 3689114"/>
              <a:gd name="connsiteY1197" fmla="*/ 1915614 h 2607908"/>
              <a:gd name="connsiteX1198" fmla="*/ 1422790 w 3689114"/>
              <a:gd name="connsiteY1198" fmla="*/ 1897106 h 2607908"/>
              <a:gd name="connsiteX1199" fmla="*/ 1441297 w 3689114"/>
              <a:gd name="connsiteY1199" fmla="*/ 1878598 h 2607908"/>
              <a:gd name="connsiteX1200" fmla="*/ 2132600 w 3689114"/>
              <a:gd name="connsiteY1200" fmla="*/ 1877294 h 2607908"/>
              <a:gd name="connsiteX1201" fmla="*/ 2152411 w 3689114"/>
              <a:gd name="connsiteY1201" fmla="*/ 1897106 h 2607908"/>
              <a:gd name="connsiteX1202" fmla="*/ 2132600 w 3689114"/>
              <a:gd name="connsiteY1202" fmla="*/ 1916917 h 2607908"/>
              <a:gd name="connsiteX1203" fmla="*/ 2112788 w 3689114"/>
              <a:gd name="connsiteY1203" fmla="*/ 1897106 h 2607908"/>
              <a:gd name="connsiteX1204" fmla="*/ 2132600 w 3689114"/>
              <a:gd name="connsiteY1204" fmla="*/ 1877294 h 2607908"/>
              <a:gd name="connsiteX1205" fmla="*/ 1556515 w 3689114"/>
              <a:gd name="connsiteY1205" fmla="*/ 1877294 h 2607908"/>
              <a:gd name="connsiteX1206" fmla="*/ 1576326 w 3689114"/>
              <a:gd name="connsiteY1206" fmla="*/ 1897106 h 2607908"/>
              <a:gd name="connsiteX1207" fmla="*/ 1556515 w 3689114"/>
              <a:gd name="connsiteY1207" fmla="*/ 1916917 h 2607908"/>
              <a:gd name="connsiteX1208" fmla="*/ 1536703 w 3689114"/>
              <a:gd name="connsiteY1208" fmla="*/ 1897106 h 2607908"/>
              <a:gd name="connsiteX1209" fmla="*/ 1556515 w 3689114"/>
              <a:gd name="connsiteY1209" fmla="*/ 1877294 h 2607908"/>
              <a:gd name="connsiteX1210" fmla="*/ 2017383 w 3689114"/>
              <a:gd name="connsiteY1210" fmla="*/ 1876142 h 2607908"/>
              <a:gd name="connsiteX1211" fmla="*/ 2038347 w 3689114"/>
              <a:gd name="connsiteY1211" fmla="*/ 1897106 h 2607908"/>
              <a:gd name="connsiteX1212" fmla="*/ 2017383 w 3689114"/>
              <a:gd name="connsiteY1212" fmla="*/ 1918070 h 2607908"/>
              <a:gd name="connsiteX1213" fmla="*/ 1996419 w 3689114"/>
              <a:gd name="connsiteY1213" fmla="*/ 1897106 h 2607908"/>
              <a:gd name="connsiteX1214" fmla="*/ 2017383 w 3689114"/>
              <a:gd name="connsiteY1214" fmla="*/ 1876142 h 2607908"/>
              <a:gd name="connsiteX1215" fmla="*/ 1671732 w 3689114"/>
              <a:gd name="connsiteY1215" fmla="*/ 1876142 h 2607908"/>
              <a:gd name="connsiteX1216" fmla="*/ 1692695 w 3689114"/>
              <a:gd name="connsiteY1216" fmla="*/ 1897106 h 2607908"/>
              <a:gd name="connsiteX1217" fmla="*/ 1671732 w 3689114"/>
              <a:gd name="connsiteY1217" fmla="*/ 1918070 h 2607908"/>
              <a:gd name="connsiteX1218" fmla="*/ 1650768 w 3689114"/>
              <a:gd name="connsiteY1218" fmla="*/ 1897106 h 2607908"/>
              <a:gd name="connsiteX1219" fmla="*/ 1671732 w 3689114"/>
              <a:gd name="connsiteY1219" fmla="*/ 1876142 h 2607908"/>
              <a:gd name="connsiteX1220" fmla="*/ 1902166 w 3689114"/>
              <a:gd name="connsiteY1220" fmla="*/ 1875554 h 2607908"/>
              <a:gd name="connsiteX1221" fmla="*/ 1923717 w 3689114"/>
              <a:gd name="connsiteY1221" fmla="*/ 1897106 h 2607908"/>
              <a:gd name="connsiteX1222" fmla="*/ 1902166 w 3689114"/>
              <a:gd name="connsiteY1222" fmla="*/ 1918657 h 2607908"/>
              <a:gd name="connsiteX1223" fmla="*/ 1880614 w 3689114"/>
              <a:gd name="connsiteY1223" fmla="*/ 1897106 h 2607908"/>
              <a:gd name="connsiteX1224" fmla="*/ 1902166 w 3689114"/>
              <a:gd name="connsiteY1224" fmla="*/ 1875554 h 2607908"/>
              <a:gd name="connsiteX1225" fmla="*/ 1786949 w 3689114"/>
              <a:gd name="connsiteY1225" fmla="*/ 1875554 h 2607908"/>
              <a:gd name="connsiteX1226" fmla="*/ 1808500 w 3689114"/>
              <a:gd name="connsiteY1226" fmla="*/ 1897106 h 2607908"/>
              <a:gd name="connsiteX1227" fmla="*/ 1786949 w 3689114"/>
              <a:gd name="connsiteY1227" fmla="*/ 1918657 h 2607908"/>
              <a:gd name="connsiteX1228" fmla="*/ 1765397 w 3689114"/>
              <a:gd name="connsiteY1228" fmla="*/ 1897106 h 2607908"/>
              <a:gd name="connsiteX1229" fmla="*/ 1786949 w 3689114"/>
              <a:gd name="connsiteY1229" fmla="*/ 1875554 h 2607908"/>
              <a:gd name="connsiteX1230" fmla="*/ 3688029 w 3689114"/>
              <a:gd name="connsiteY1230" fmla="*/ 1796248 h 2607908"/>
              <a:gd name="connsiteX1231" fmla="*/ 3689114 w 3689114"/>
              <a:gd name="connsiteY1231" fmla="*/ 1797333 h 2607908"/>
              <a:gd name="connsiteX1232" fmla="*/ 3688029 w 3689114"/>
              <a:gd name="connsiteY1232" fmla="*/ 1798416 h 2607908"/>
              <a:gd name="connsiteX1233" fmla="*/ 3686944 w 3689114"/>
              <a:gd name="connsiteY1233" fmla="*/ 1797333 h 2607908"/>
              <a:gd name="connsiteX1234" fmla="*/ 3688029 w 3689114"/>
              <a:gd name="connsiteY1234" fmla="*/ 1796248 h 2607908"/>
              <a:gd name="connsiteX1235" fmla="*/ 1085 w 3689114"/>
              <a:gd name="connsiteY1235" fmla="*/ 1796248 h 2607908"/>
              <a:gd name="connsiteX1236" fmla="*/ 2170 w 3689114"/>
              <a:gd name="connsiteY1236" fmla="*/ 1797333 h 2607908"/>
              <a:gd name="connsiteX1237" fmla="*/ 1085 w 3689114"/>
              <a:gd name="connsiteY1237" fmla="*/ 1798416 h 2607908"/>
              <a:gd name="connsiteX1238" fmla="*/ 0 w 3689114"/>
              <a:gd name="connsiteY1238" fmla="*/ 1797333 h 2607908"/>
              <a:gd name="connsiteX1239" fmla="*/ 1085 w 3689114"/>
              <a:gd name="connsiteY1239" fmla="*/ 1796248 h 2607908"/>
              <a:gd name="connsiteX1240" fmla="*/ 3572813 w 3689114"/>
              <a:gd name="connsiteY1240" fmla="*/ 1795630 h 2607908"/>
              <a:gd name="connsiteX1241" fmla="*/ 3574518 w 3689114"/>
              <a:gd name="connsiteY1241" fmla="*/ 1797333 h 2607908"/>
              <a:gd name="connsiteX1242" fmla="*/ 3572813 w 3689114"/>
              <a:gd name="connsiteY1242" fmla="*/ 1799035 h 2607908"/>
              <a:gd name="connsiteX1243" fmla="*/ 3571107 w 3689114"/>
              <a:gd name="connsiteY1243" fmla="*/ 1797333 h 2607908"/>
              <a:gd name="connsiteX1244" fmla="*/ 3572813 w 3689114"/>
              <a:gd name="connsiteY1244" fmla="*/ 1795630 h 2607908"/>
              <a:gd name="connsiteX1245" fmla="*/ 116302 w 3689114"/>
              <a:gd name="connsiteY1245" fmla="*/ 1795630 h 2607908"/>
              <a:gd name="connsiteX1246" fmla="*/ 118008 w 3689114"/>
              <a:gd name="connsiteY1246" fmla="*/ 1797333 h 2607908"/>
              <a:gd name="connsiteX1247" fmla="*/ 116302 w 3689114"/>
              <a:gd name="connsiteY1247" fmla="*/ 1799035 h 2607908"/>
              <a:gd name="connsiteX1248" fmla="*/ 114597 w 3689114"/>
              <a:gd name="connsiteY1248" fmla="*/ 1797333 h 2607908"/>
              <a:gd name="connsiteX1249" fmla="*/ 116302 w 3689114"/>
              <a:gd name="connsiteY1249" fmla="*/ 1795630 h 2607908"/>
              <a:gd name="connsiteX1250" fmla="*/ 3457595 w 3689114"/>
              <a:gd name="connsiteY1250" fmla="*/ 1794876 h 2607908"/>
              <a:gd name="connsiteX1251" fmla="*/ 3460056 w 3689114"/>
              <a:gd name="connsiteY1251" fmla="*/ 1797333 h 2607908"/>
              <a:gd name="connsiteX1252" fmla="*/ 3457595 w 3689114"/>
              <a:gd name="connsiteY1252" fmla="*/ 1799793 h 2607908"/>
              <a:gd name="connsiteX1253" fmla="*/ 3455134 w 3689114"/>
              <a:gd name="connsiteY1253" fmla="*/ 1797333 h 2607908"/>
              <a:gd name="connsiteX1254" fmla="*/ 3457595 w 3689114"/>
              <a:gd name="connsiteY1254" fmla="*/ 1794876 h 2607908"/>
              <a:gd name="connsiteX1255" fmla="*/ 231519 w 3689114"/>
              <a:gd name="connsiteY1255" fmla="*/ 1794876 h 2607908"/>
              <a:gd name="connsiteX1256" fmla="*/ 233981 w 3689114"/>
              <a:gd name="connsiteY1256" fmla="*/ 1797333 h 2607908"/>
              <a:gd name="connsiteX1257" fmla="*/ 231519 w 3689114"/>
              <a:gd name="connsiteY1257" fmla="*/ 1799793 h 2607908"/>
              <a:gd name="connsiteX1258" fmla="*/ 229059 w 3689114"/>
              <a:gd name="connsiteY1258" fmla="*/ 1797333 h 2607908"/>
              <a:gd name="connsiteX1259" fmla="*/ 231519 w 3689114"/>
              <a:gd name="connsiteY1259" fmla="*/ 1794876 h 2607908"/>
              <a:gd name="connsiteX1260" fmla="*/ 3342378 w 3689114"/>
              <a:gd name="connsiteY1260" fmla="*/ 1793826 h 2607908"/>
              <a:gd name="connsiteX1261" fmla="*/ 3345890 w 3689114"/>
              <a:gd name="connsiteY1261" fmla="*/ 1797333 h 2607908"/>
              <a:gd name="connsiteX1262" fmla="*/ 3342378 w 3689114"/>
              <a:gd name="connsiteY1262" fmla="*/ 1800840 h 2607908"/>
              <a:gd name="connsiteX1263" fmla="*/ 3338867 w 3689114"/>
              <a:gd name="connsiteY1263" fmla="*/ 1797333 h 2607908"/>
              <a:gd name="connsiteX1264" fmla="*/ 3342378 w 3689114"/>
              <a:gd name="connsiteY1264" fmla="*/ 1793826 h 2607908"/>
              <a:gd name="connsiteX1265" fmla="*/ 346737 w 3689114"/>
              <a:gd name="connsiteY1265" fmla="*/ 1793826 h 2607908"/>
              <a:gd name="connsiteX1266" fmla="*/ 350248 w 3689114"/>
              <a:gd name="connsiteY1266" fmla="*/ 1797333 h 2607908"/>
              <a:gd name="connsiteX1267" fmla="*/ 346737 w 3689114"/>
              <a:gd name="connsiteY1267" fmla="*/ 1800840 h 2607908"/>
              <a:gd name="connsiteX1268" fmla="*/ 343225 w 3689114"/>
              <a:gd name="connsiteY1268" fmla="*/ 1797333 h 2607908"/>
              <a:gd name="connsiteX1269" fmla="*/ 346737 w 3689114"/>
              <a:gd name="connsiteY1269" fmla="*/ 1793826 h 2607908"/>
              <a:gd name="connsiteX1270" fmla="*/ 3227162 w 3689114"/>
              <a:gd name="connsiteY1270" fmla="*/ 1792778 h 2607908"/>
              <a:gd name="connsiteX1271" fmla="*/ 3231718 w 3689114"/>
              <a:gd name="connsiteY1271" fmla="*/ 1797333 h 2607908"/>
              <a:gd name="connsiteX1272" fmla="*/ 3227162 w 3689114"/>
              <a:gd name="connsiteY1272" fmla="*/ 1801887 h 2607908"/>
              <a:gd name="connsiteX1273" fmla="*/ 3222606 w 3689114"/>
              <a:gd name="connsiteY1273" fmla="*/ 1797333 h 2607908"/>
              <a:gd name="connsiteX1274" fmla="*/ 3227162 w 3689114"/>
              <a:gd name="connsiteY1274" fmla="*/ 1792778 h 2607908"/>
              <a:gd name="connsiteX1275" fmla="*/ 461953 w 3689114"/>
              <a:gd name="connsiteY1275" fmla="*/ 1792778 h 2607908"/>
              <a:gd name="connsiteX1276" fmla="*/ 466510 w 3689114"/>
              <a:gd name="connsiteY1276" fmla="*/ 1797333 h 2607908"/>
              <a:gd name="connsiteX1277" fmla="*/ 461953 w 3689114"/>
              <a:gd name="connsiteY1277" fmla="*/ 1801887 h 2607908"/>
              <a:gd name="connsiteX1278" fmla="*/ 457398 w 3689114"/>
              <a:gd name="connsiteY1278" fmla="*/ 1797333 h 2607908"/>
              <a:gd name="connsiteX1279" fmla="*/ 461953 w 3689114"/>
              <a:gd name="connsiteY1279" fmla="*/ 1792778 h 2607908"/>
              <a:gd name="connsiteX1280" fmla="*/ 3111944 w 3689114"/>
              <a:gd name="connsiteY1280" fmla="*/ 1791500 h 2607908"/>
              <a:gd name="connsiteX1281" fmla="*/ 3117780 w 3689114"/>
              <a:gd name="connsiteY1281" fmla="*/ 1797333 h 2607908"/>
              <a:gd name="connsiteX1282" fmla="*/ 3111944 w 3689114"/>
              <a:gd name="connsiteY1282" fmla="*/ 1803166 h 2607908"/>
              <a:gd name="connsiteX1283" fmla="*/ 3106107 w 3689114"/>
              <a:gd name="connsiteY1283" fmla="*/ 1797333 h 2607908"/>
              <a:gd name="connsiteX1284" fmla="*/ 3111944 w 3689114"/>
              <a:gd name="connsiteY1284" fmla="*/ 1791500 h 2607908"/>
              <a:gd name="connsiteX1285" fmla="*/ 577170 w 3689114"/>
              <a:gd name="connsiteY1285" fmla="*/ 1791500 h 2607908"/>
              <a:gd name="connsiteX1286" fmla="*/ 583007 w 3689114"/>
              <a:gd name="connsiteY1286" fmla="*/ 1797333 h 2607908"/>
              <a:gd name="connsiteX1287" fmla="*/ 577170 w 3689114"/>
              <a:gd name="connsiteY1287" fmla="*/ 1803166 h 2607908"/>
              <a:gd name="connsiteX1288" fmla="*/ 571334 w 3689114"/>
              <a:gd name="connsiteY1288" fmla="*/ 1797333 h 2607908"/>
              <a:gd name="connsiteX1289" fmla="*/ 577170 w 3689114"/>
              <a:gd name="connsiteY1289" fmla="*/ 1791500 h 2607908"/>
              <a:gd name="connsiteX1290" fmla="*/ 2996727 w 3689114"/>
              <a:gd name="connsiteY1290" fmla="*/ 1790066 h 2607908"/>
              <a:gd name="connsiteX1291" fmla="*/ 3003997 w 3689114"/>
              <a:gd name="connsiteY1291" fmla="*/ 1797333 h 2607908"/>
              <a:gd name="connsiteX1292" fmla="*/ 2996727 w 3689114"/>
              <a:gd name="connsiteY1292" fmla="*/ 1804599 h 2607908"/>
              <a:gd name="connsiteX1293" fmla="*/ 2989457 w 3689114"/>
              <a:gd name="connsiteY1293" fmla="*/ 1797333 h 2607908"/>
              <a:gd name="connsiteX1294" fmla="*/ 2996727 w 3689114"/>
              <a:gd name="connsiteY1294" fmla="*/ 1790066 h 2607908"/>
              <a:gd name="connsiteX1295" fmla="*/ 692388 w 3689114"/>
              <a:gd name="connsiteY1295" fmla="*/ 1790066 h 2607908"/>
              <a:gd name="connsiteX1296" fmla="*/ 699657 w 3689114"/>
              <a:gd name="connsiteY1296" fmla="*/ 1797333 h 2607908"/>
              <a:gd name="connsiteX1297" fmla="*/ 692388 w 3689114"/>
              <a:gd name="connsiteY1297" fmla="*/ 1804599 h 2607908"/>
              <a:gd name="connsiteX1298" fmla="*/ 685118 w 3689114"/>
              <a:gd name="connsiteY1298" fmla="*/ 1797333 h 2607908"/>
              <a:gd name="connsiteX1299" fmla="*/ 692388 w 3689114"/>
              <a:gd name="connsiteY1299" fmla="*/ 1790066 h 2607908"/>
              <a:gd name="connsiteX1300" fmla="*/ 2881510 w 3689114"/>
              <a:gd name="connsiteY1300" fmla="*/ 1788607 h 2607908"/>
              <a:gd name="connsiteX1301" fmla="*/ 2890240 w 3689114"/>
              <a:gd name="connsiteY1301" fmla="*/ 1797333 h 2607908"/>
              <a:gd name="connsiteX1302" fmla="*/ 2881510 w 3689114"/>
              <a:gd name="connsiteY1302" fmla="*/ 1806058 h 2607908"/>
              <a:gd name="connsiteX1303" fmla="*/ 2872781 w 3689114"/>
              <a:gd name="connsiteY1303" fmla="*/ 1797333 h 2607908"/>
              <a:gd name="connsiteX1304" fmla="*/ 2881510 w 3689114"/>
              <a:gd name="connsiteY1304" fmla="*/ 1788607 h 2607908"/>
              <a:gd name="connsiteX1305" fmla="*/ 807604 w 3689114"/>
              <a:gd name="connsiteY1305" fmla="*/ 1788607 h 2607908"/>
              <a:gd name="connsiteX1306" fmla="*/ 816334 w 3689114"/>
              <a:gd name="connsiteY1306" fmla="*/ 1797333 h 2607908"/>
              <a:gd name="connsiteX1307" fmla="*/ 807604 w 3689114"/>
              <a:gd name="connsiteY1307" fmla="*/ 1806058 h 2607908"/>
              <a:gd name="connsiteX1308" fmla="*/ 798874 w 3689114"/>
              <a:gd name="connsiteY1308" fmla="*/ 1797333 h 2607908"/>
              <a:gd name="connsiteX1309" fmla="*/ 807604 w 3689114"/>
              <a:gd name="connsiteY1309" fmla="*/ 1788607 h 2607908"/>
              <a:gd name="connsiteX1310" fmla="*/ 2766293 w 3689114"/>
              <a:gd name="connsiteY1310" fmla="*/ 1786880 h 2607908"/>
              <a:gd name="connsiteX1311" fmla="*/ 2776750 w 3689114"/>
              <a:gd name="connsiteY1311" fmla="*/ 1797333 h 2607908"/>
              <a:gd name="connsiteX1312" fmla="*/ 2766293 w 3689114"/>
              <a:gd name="connsiteY1312" fmla="*/ 1807785 h 2607908"/>
              <a:gd name="connsiteX1313" fmla="*/ 2755836 w 3689114"/>
              <a:gd name="connsiteY1313" fmla="*/ 1797333 h 2607908"/>
              <a:gd name="connsiteX1314" fmla="*/ 2766293 w 3689114"/>
              <a:gd name="connsiteY1314" fmla="*/ 1786880 h 2607908"/>
              <a:gd name="connsiteX1315" fmla="*/ 922821 w 3689114"/>
              <a:gd name="connsiteY1315" fmla="*/ 1786880 h 2607908"/>
              <a:gd name="connsiteX1316" fmla="*/ 933278 w 3689114"/>
              <a:gd name="connsiteY1316" fmla="*/ 1797333 h 2607908"/>
              <a:gd name="connsiteX1317" fmla="*/ 922821 w 3689114"/>
              <a:gd name="connsiteY1317" fmla="*/ 1807785 h 2607908"/>
              <a:gd name="connsiteX1318" fmla="*/ 912364 w 3689114"/>
              <a:gd name="connsiteY1318" fmla="*/ 1797333 h 2607908"/>
              <a:gd name="connsiteX1319" fmla="*/ 922821 w 3689114"/>
              <a:gd name="connsiteY1319" fmla="*/ 1786880 h 2607908"/>
              <a:gd name="connsiteX1320" fmla="*/ 2651076 w 3689114"/>
              <a:gd name="connsiteY1320" fmla="*/ 1785151 h 2607908"/>
              <a:gd name="connsiteX1321" fmla="*/ 2663262 w 3689114"/>
              <a:gd name="connsiteY1321" fmla="*/ 1797333 h 2607908"/>
              <a:gd name="connsiteX1322" fmla="*/ 2651076 w 3689114"/>
              <a:gd name="connsiteY1322" fmla="*/ 1809515 h 2607908"/>
              <a:gd name="connsiteX1323" fmla="*/ 2638890 w 3689114"/>
              <a:gd name="connsiteY1323" fmla="*/ 1797333 h 2607908"/>
              <a:gd name="connsiteX1324" fmla="*/ 2651076 w 3689114"/>
              <a:gd name="connsiteY1324" fmla="*/ 1785151 h 2607908"/>
              <a:gd name="connsiteX1325" fmla="*/ 1038038 w 3689114"/>
              <a:gd name="connsiteY1325" fmla="*/ 1785151 h 2607908"/>
              <a:gd name="connsiteX1326" fmla="*/ 1050224 w 3689114"/>
              <a:gd name="connsiteY1326" fmla="*/ 1797333 h 2607908"/>
              <a:gd name="connsiteX1327" fmla="*/ 1038038 w 3689114"/>
              <a:gd name="connsiteY1327" fmla="*/ 1809515 h 2607908"/>
              <a:gd name="connsiteX1328" fmla="*/ 1025852 w 3689114"/>
              <a:gd name="connsiteY1328" fmla="*/ 1797333 h 2607908"/>
              <a:gd name="connsiteX1329" fmla="*/ 1038038 w 3689114"/>
              <a:gd name="connsiteY1329" fmla="*/ 1785151 h 2607908"/>
              <a:gd name="connsiteX1330" fmla="*/ 2535860 w 3689114"/>
              <a:gd name="connsiteY1330" fmla="*/ 1783294 h 2607908"/>
              <a:gd name="connsiteX1331" fmla="*/ 2549903 w 3689114"/>
              <a:gd name="connsiteY1331" fmla="*/ 1797333 h 2607908"/>
              <a:gd name="connsiteX1332" fmla="*/ 2535860 w 3689114"/>
              <a:gd name="connsiteY1332" fmla="*/ 1811373 h 2607908"/>
              <a:gd name="connsiteX1333" fmla="*/ 2521816 w 3689114"/>
              <a:gd name="connsiteY1333" fmla="*/ 1797333 h 2607908"/>
              <a:gd name="connsiteX1334" fmla="*/ 2535860 w 3689114"/>
              <a:gd name="connsiteY1334" fmla="*/ 1783294 h 2607908"/>
              <a:gd name="connsiteX1335" fmla="*/ 1153255 w 3689114"/>
              <a:gd name="connsiteY1335" fmla="*/ 1783294 h 2607908"/>
              <a:gd name="connsiteX1336" fmla="*/ 1167298 w 3689114"/>
              <a:gd name="connsiteY1336" fmla="*/ 1797333 h 2607908"/>
              <a:gd name="connsiteX1337" fmla="*/ 1153255 w 3689114"/>
              <a:gd name="connsiteY1337" fmla="*/ 1811373 h 2607908"/>
              <a:gd name="connsiteX1338" fmla="*/ 1139211 w 3689114"/>
              <a:gd name="connsiteY1338" fmla="*/ 1797333 h 2607908"/>
              <a:gd name="connsiteX1339" fmla="*/ 1153255 w 3689114"/>
              <a:gd name="connsiteY1339" fmla="*/ 1783294 h 2607908"/>
              <a:gd name="connsiteX1340" fmla="*/ 2420642 w 3689114"/>
              <a:gd name="connsiteY1340" fmla="*/ 1781476 h 2607908"/>
              <a:gd name="connsiteX1341" fmla="*/ 2436501 w 3689114"/>
              <a:gd name="connsiteY1341" fmla="*/ 1797333 h 2607908"/>
              <a:gd name="connsiteX1342" fmla="*/ 2420642 w 3689114"/>
              <a:gd name="connsiteY1342" fmla="*/ 1813189 h 2607908"/>
              <a:gd name="connsiteX1343" fmla="*/ 2404783 w 3689114"/>
              <a:gd name="connsiteY1343" fmla="*/ 1797333 h 2607908"/>
              <a:gd name="connsiteX1344" fmla="*/ 2420642 w 3689114"/>
              <a:gd name="connsiteY1344" fmla="*/ 1781476 h 2607908"/>
              <a:gd name="connsiteX1345" fmla="*/ 1268472 w 3689114"/>
              <a:gd name="connsiteY1345" fmla="*/ 1781476 h 2607908"/>
              <a:gd name="connsiteX1346" fmla="*/ 1284331 w 3689114"/>
              <a:gd name="connsiteY1346" fmla="*/ 1797333 h 2607908"/>
              <a:gd name="connsiteX1347" fmla="*/ 1268472 w 3689114"/>
              <a:gd name="connsiteY1347" fmla="*/ 1813189 h 2607908"/>
              <a:gd name="connsiteX1348" fmla="*/ 1252613 w 3689114"/>
              <a:gd name="connsiteY1348" fmla="*/ 1797333 h 2607908"/>
              <a:gd name="connsiteX1349" fmla="*/ 1268472 w 3689114"/>
              <a:gd name="connsiteY1349" fmla="*/ 1781476 h 2607908"/>
              <a:gd name="connsiteX1350" fmla="*/ 2305426 w 3689114"/>
              <a:gd name="connsiteY1350" fmla="*/ 1779554 h 2607908"/>
              <a:gd name="connsiteX1351" fmla="*/ 2323207 w 3689114"/>
              <a:gd name="connsiteY1351" fmla="*/ 1797333 h 2607908"/>
              <a:gd name="connsiteX1352" fmla="*/ 2305426 w 3689114"/>
              <a:gd name="connsiteY1352" fmla="*/ 1815110 h 2607908"/>
              <a:gd name="connsiteX1353" fmla="*/ 2287644 w 3689114"/>
              <a:gd name="connsiteY1353" fmla="*/ 1797333 h 2607908"/>
              <a:gd name="connsiteX1354" fmla="*/ 2305426 w 3689114"/>
              <a:gd name="connsiteY1354" fmla="*/ 1779554 h 2607908"/>
              <a:gd name="connsiteX1355" fmla="*/ 1383689 w 3689114"/>
              <a:gd name="connsiteY1355" fmla="*/ 1779554 h 2607908"/>
              <a:gd name="connsiteX1356" fmla="*/ 1401471 w 3689114"/>
              <a:gd name="connsiteY1356" fmla="*/ 1797333 h 2607908"/>
              <a:gd name="connsiteX1357" fmla="*/ 1383689 w 3689114"/>
              <a:gd name="connsiteY1357" fmla="*/ 1815110 h 2607908"/>
              <a:gd name="connsiteX1358" fmla="*/ 1365907 w 3689114"/>
              <a:gd name="connsiteY1358" fmla="*/ 1797333 h 2607908"/>
              <a:gd name="connsiteX1359" fmla="*/ 1383689 w 3689114"/>
              <a:gd name="connsiteY1359" fmla="*/ 1779554 h 2607908"/>
              <a:gd name="connsiteX1360" fmla="*/ 2190209 w 3689114"/>
              <a:gd name="connsiteY1360" fmla="*/ 1777904 h 2607908"/>
              <a:gd name="connsiteX1361" fmla="*/ 2209643 w 3689114"/>
              <a:gd name="connsiteY1361" fmla="*/ 1797333 h 2607908"/>
              <a:gd name="connsiteX1362" fmla="*/ 2190209 w 3689114"/>
              <a:gd name="connsiteY1362" fmla="*/ 1816766 h 2607908"/>
              <a:gd name="connsiteX1363" fmla="*/ 2170774 w 3689114"/>
              <a:gd name="connsiteY1363" fmla="*/ 1797333 h 2607908"/>
              <a:gd name="connsiteX1364" fmla="*/ 2190209 w 3689114"/>
              <a:gd name="connsiteY1364" fmla="*/ 1777904 h 2607908"/>
              <a:gd name="connsiteX1365" fmla="*/ 1498906 w 3689114"/>
              <a:gd name="connsiteY1365" fmla="*/ 1777904 h 2607908"/>
              <a:gd name="connsiteX1366" fmla="*/ 1518341 w 3689114"/>
              <a:gd name="connsiteY1366" fmla="*/ 1797333 h 2607908"/>
              <a:gd name="connsiteX1367" fmla="*/ 1498906 w 3689114"/>
              <a:gd name="connsiteY1367" fmla="*/ 1816766 h 2607908"/>
              <a:gd name="connsiteX1368" fmla="*/ 1479472 w 3689114"/>
              <a:gd name="connsiteY1368" fmla="*/ 1797333 h 2607908"/>
              <a:gd name="connsiteX1369" fmla="*/ 1498906 w 3689114"/>
              <a:gd name="connsiteY1369" fmla="*/ 1777904 h 2607908"/>
              <a:gd name="connsiteX1370" fmla="*/ 2074992 w 3689114"/>
              <a:gd name="connsiteY1370" fmla="*/ 1776569 h 2607908"/>
              <a:gd name="connsiteX1371" fmla="*/ 2095761 w 3689114"/>
              <a:gd name="connsiteY1371" fmla="*/ 1797333 h 2607908"/>
              <a:gd name="connsiteX1372" fmla="*/ 2074992 w 3689114"/>
              <a:gd name="connsiteY1372" fmla="*/ 1818098 h 2607908"/>
              <a:gd name="connsiteX1373" fmla="*/ 2054222 w 3689114"/>
              <a:gd name="connsiteY1373" fmla="*/ 1797333 h 2607908"/>
              <a:gd name="connsiteX1374" fmla="*/ 2074992 w 3689114"/>
              <a:gd name="connsiteY1374" fmla="*/ 1776569 h 2607908"/>
              <a:gd name="connsiteX1375" fmla="*/ 1614123 w 3689114"/>
              <a:gd name="connsiteY1375" fmla="*/ 1776569 h 2607908"/>
              <a:gd name="connsiteX1376" fmla="*/ 1634892 w 3689114"/>
              <a:gd name="connsiteY1376" fmla="*/ 1797333 h 2607908"/>
              <a:gd name="connsiteX1377" fmla="*/ 1614123 w 3689114"/>
              <a:gd name="connsiteY1377" fmla="*/ 1818098 h 2607908"/>
              <a:gd name="connsiteX1378" fmla="*/ 1593354 w 3689114"/>
              <a:gd name="connsiteY1378" fmla="*/ 1797333 h 2607908"/>
              <a:gd name="connsiteX1379" fmla="*/ 1614123 w 3689114"/>
              <a:gd name="connsiteY1379" fmla="*/ 1776569 h 2607908"/>
              <a:gd name="connsiteX1380" fmla="*/ 1959774 w 3689114"/>
              <a:gd name="connsiteY1380" fmla="*/ 1775787 h 2607908"/>
              <a:gd name="connsiteX1381" fmla="*/ 1981326 w 3689114"/>
              <a:gd name="connsiteY1381" fmla="*/ 1797333 h 2607908"/>
              <a:gd name="connsiteX1382" fmla="*/ 1959774 w 3689114"/>
              <a:gd name="connsiteY1382" fmla="*/ 1818880 h 2607908"/>
              <a:gd name="connsiteX1383" fmla="*/ 1938223 w 3689114"/>
              <a:gd name="connsiteY1383" fmla="*/ 1797333 h 2607908"/>
              <a:gd name="connsiteX1384" fmla="*/ 1959774 w 3689114"/>
              <a:gd name="connsiteY1384" fmla="*/ 1775787 h 2607908"/>
              <a:gd name="connsiteX1385" fmla="*/ 1729340 w 3689114"/>
              <a:gd name="connsiteY1385" fmla="*/ 1775787 h 2607908"/>
              <a:gd name="connsiteX1386" fmla="*/ 1750892 w 3689114"/>
              <a:gd name="connsiteY1386" fmla="*/ 1797333 h 2607908"/>
              <a:gd name="connsiteX1387" fmla="*/ 1729340 w 3689114"/>
              <a:gd name="connsiteY1387" fmla="*/ 1818880 h 2607908"/>
              <a:gd name="connsiteX1388" fmla="*/ 1707788 w 3689114"/>
              <a:gd name="connsiteY1388" fmla="*/ 1797333 h 2607908"/>
              <a:gd name="connsiteX1389" fmla="*/ 1729340 w 3689114"/>
              <a:gd name="connsiteY1389" fmla="*/ 1775787 h 2607908"/>
              <a:gd name="connsiteX1390" fmla="*/ 1844558 w 3689114"/>
              <a:gd name="connsiteY1390" fmla="*/ 1775392 h 2607908"/>
              <a:gd name="connsiteX1391" fmla="*/ 1866506 w 3689114"/>
              <a:gd name="connsiteY1391" fmla="*/ 1797333 h 2607908"/>
              <a:gd name="connsiteX1392" fmla="*/ 1844558 w 3689114"/>
              <a:gd name="connsiteY1392" fmla="*/ 1819279 h 2607908"/>
              <a:gd name="connsiteX1393" fmla="*/ 1822609 w 3689114"/>
              <a:gd name="connsiteY1393" fmla="*/ 1797333 h 2607908"/>
              <a:gd name="connsiteX1394" fmla="*/ 1844558 w 3689114"/>
              <a:gd name="connsiteY1394" fmla="*/ 1775392 h 2607908"/>
              <a:gd name="connsiteX1395" fmla="*/ 3630421 w 3689114"/>
              <a:gd name="connsiteY1395" fmla="*/ 1696240 h 2607908"/>
              <a:gd name="connsiteX1396" fmla="*/ 3631748 w 3689114"/>
              <a:gd name="connsiteY1396" fmla="*/ 1697568 h 2607908"/>
              <a:gd name="connsiteX1397" fmla="*/ 3630421 w 3689114"/>
              <a:gd name="connsiteY1397" fmla="*/ 1698895 h 2607908"/>
              <a:gd name="connsiteX1398" fmla="*/ 3629094 w 3689114"/>
              <a:gd name="connsiteY1398" fmla="*/ 1697568 h 2607908"/>
              <a:gd name="connsiteX1399" fmla="*/ 3630421 w 3689114"/>
              <a:gd name="connsiteY1399" fmla="*/ 1696240 h 2607908"/>
              <a:gd name="connsiteX1400" fmla="*/ 58694 w 3689114"/>
              <a:gd name="connsiteY1400" fmla="*/ 1696240 h 2607908"/>
              <a:gd name="connsiteX1401" fmla="*/ 60021 w 3689114"/>
              <a:gd name="connsiteY1401" fmla="*/ 1697568 h 2607908"/>
              <a:gd name="connsiteX1402" fmla="*/ 58694 w 3689114"/>
              <a:gd name="connsiteY1402" fmla="*/ 1698895 h 2607908"/>
              <a:gd name="connsiteX1403" fmla="*/ 57367 w 3689114"/>
              <a:gd name="connsiteY1403" fmla="*/ 1697568 h 2607908"/>
              <a:gd name="connsiteX1404" fmla="*/ 58694 w 3689114"/>
              <a:gd name="connsiteY1404" fmla="*/ 1696240 h 2607908"/>
              <a:gd name="connsiteX1405" fmla="*/ 3515203 w 3689114"/>
              <a:gd name="connsiteY1405" fmla="*/ 1695499 h 2607908"/>
              <a:gd name="connsiteX1406" fmla="*/ 3517270 w 3689114"/>
              <a:gd name="connsiteY1406" fmla="*/ 1697568 h 2607908"/>
              <a:gd name="connsiteX1407" fmla="*/ 3515203 w 3689114"/>
              <a:gd name="connsiteY1407" fmla="*/ 1699633 h 2607908"/>
              <a:gd name="connsiteX1408" fmla="*/ 3513137 w 3689114"/>
              <a:gd name="connsiteY1408" fmla="*/ 1697568 h 2607908"/>
              <a:gd name="connsiteX1409" fmla="*/ 3515203 w 3689114"/>
              <a:gd name="connsiteY1409" fmla="*/ 1695499 h 2607908"/>
              <a:gd name="connsiteX1410" fmla="*/ 173910 w 3689114"/>
              <a:gd name="connsiteY1410" fmla="*/ 1695499 h 2607908"/>
              <a:gd name="connsiteX1411" fmla="*/ 175978 w 3689114"/>
              <a:gd name="connsiteY1411" fmla="*/ 1697568 h 2607908"/>
              <a:gd name="connsiteX1412" fmla="*/ 173910 w 3689114"/>
              <a:gd name="connsiteY1412" fmla="*/ 1699633 h 2607908"/>
              <a:gd name="connsiteX1413" fmla="*/ 171845 w 3689114"/>
              <a:gd name="connsiteY1413" fmla="*/ 1697568 h 2607908"/>
              <a:gd name="connsiteX1414" fmla="*/ 173910 w 3689114"/>
              <a:gd name="connsiteY1414" fmla="*/ 1695499 h 2607908"/>
              <a:gd name="connsiteX1415" fmla="*/ 3399988 w 3689114"/>
              <a:gd name="connsiteY1415" fmla="*/ 1694680 h 2607908"/>
              <a:gd name="connsiteX1416" fmla="*/ 3402877 w 3689114"/>
              <a:gd name="connsiteY1416" fmla="*/ 1697568 h 2607908"/>
              <a:gd name="connsiteX1417" fmla="*/ 3399988 w 3689114"/>
              <a:gd name="connsiteY1417" fmla="*/ 1700456 h 2607908"/>
              <a:gd name="connsiteX1418" fmla="*/ 3397098 w 3689114"/>
              <a:gd name="connsiteY1418" fmla="*/ 1697568 h 2607908"/>
              <a:gd name="connsiteX1419" fmla="*/ 3399988 w 3689114"/>
              <a:gd name="connsiteY1419" fmla="*/ 1694680 h 2607908"/>
              <a:gd name="connsiteX1420" fmla="*/ 289128 w 3689114"/>
              <a:gd name="connsiteY1420" fmla="*/ 1694680 h 2607908"/>
              <a:gd name="connsiteX1421" fmla="*/ 292016 w 3689114"/>
              <a:gd name="connsiteY1421" fmla="*/ 1697568 h 2607908"/>
              <a:gd name="connsiteX1422" fmla="*/ 289128 w 3689114"/>
              <a:gd name="connsiteY1422" fmla="*/ 1700456 h 2607908"/>
              <a:gd name="connsiteX1423" fmla="*/ 286239 w 3689114"/>
              <a:gd name="connsiteY1423" fmla="*/ 1697568 h 2607908"/>
              <a:gd name="connsiteX1424" fmla="*/ 289128 w 3689114"/>
              <a:gd name="connsiteY1424" fmla="*/ 1694680 h 2607908"/>
              <a:gd name="connsiteX1425" fmla="*/ 3284770 w 3689114"/>
              <a:gd name="connsiteY1425" fmla="*/ 1693550 h 2607908"/>
              <a:gd name="connsiteX1426" fmla="*/ 3288787 w 3689114"/>
              <a:gd name="connsiteY1426" fmla="*/ 1697568 h 2607908"/>
              <a:gd name="connsiteX1427" fmla="*/ 3284770 w 3689114"/>
              <a:gd name="connsiteY1427" fmla="*/ 1701585 h 2607908"/>
              <a:gd name="connsiteX1428" fmla="*/ 3280753 w 3689114"/>
              <a:gd name="connsiteY1428" fmla="*/ 1697568 h 2607908"/>
              <a:gd name="connsiteX1429" fmla="*/ 3284770 w 3689114"/>
              <a:gd name="connsiteY1429" fmla="*/ 1693550 h 2607908"/>
              <a:gd name="connsiteX1430" fmla="*/ 404345 w 3689114"/>
              <a:gd name="connsiteY1430" fmla="*/ 1693550 h 2607908"/>
              <a:gd name="connsiteX1431" fmla="*/ 408362 w 3689114"/>
              <a:gd name="connsiteY1431" fmla="*/ 1697568 h 2607908"/>
              <a:gd name="connsiteX1432" fmla="*/ 404345 w 3689114"/>
              <a:gd name="connsiteY1432" fmla="*/ 1701585 h 2607908"/>
              <a:gd name="connsiteX1433" fmla="*/ 400328 w 3689114"/>
              <a:gd name="connsiteY1433" fmla="*/ 1697568 h 2607908"/>
              <a:gd name="connsiteX1434" fmla="*/ 404345 w 3689114"/>
              <a:gd name="connsiteY1434" fmla="*/ 1693550 h 2607908"/>
              <a:gd name="connsiteX1435" fmla="*/ 3169553 w 3689114"/>
              <a:gd name="connsiteY1435" fmla="*/ 1692439 h 2607908"/>
              <a:gd name="connsiteX1436" fmla="*/ 3174680 w 3689114"/>
              <a:gd name="connsiteY1436" fmla="*/ 1697568 h 2607908"/>
              <a:gd name="connsiteX1437" fmla="*/ 3169553 w 3689114"/>
              <a:gd name="connsiteY1437" fmla="*/ 1702695 h 2607908"/>
              <a:gd name="connsiteX1438" fmla="*/ 3164425 w 3689114"/>
              <a:gd name="connsiteY1438" fmla="*/ 1697568 h 2607908"/>
              <a:gd name="connsiteX1439" fmla="*/ 3169553 w 3689114"/>
              <a:gd name="connsiteY1439" fmla="*/ 1692439 h 2607908"/>
              <a:gd name="connsiteX1440" fmla="*/ 519562 w 3689114"/>
              <a:gd name="connsiteY1440" fmla="*/ 1692439 h 2607908"/>
              <a:gd name="connsiteX1441" fmla="*/ 524690 w 3689114"/>
              <a:gd name="connsiteY1441" fmla="*/ 1697568 h 2607908"/>
              <a:gd name="connsiteX1442" fmla="*/ 519562 w 3689114"/>
              <a:gd name="connsiteY1442" fmla="*/ 1702695 h 2607908"/>
              <a:gd name="connsiteX1443" fmla="*/ 514434 w 3689114"/>
              <a:gd name="connsiteY1443" fmla="*/ 1697568 h 2607908"/>
              <a:gd name="connsiteX1444" fmla="*/ 519562 w 3689114"/>
              <a:gd name="connsiteY1444" fmla="*/ 1692439 h 2607908"/>
              <a:gd name="connsiteX1445" fmla="*/ 3054336 w 3689114"/>
              <a:gd name="connsiteY1445" fmla="*/ 1691089 h 2607908"/>
              <a:gd name="connsiteX1446" fmla="*/ 3060814 w 3689114"/>
              <a:gd name="connsiteY1446" fmla="*/ 1697568 h 2607908"/>
              <a:gd name="connsiteX1447" fmla="*/ 3054336 w 3689114"/>
              <a:gd name="connsiteY1447" fmla="*/ 1704044 h 2607908"/>
              <a:gd name="connsiteX1448" fmla="*/ 3047856 w 3689114"/>
              <a:gd name="connsiteY1448" fmla="*/ 1697568 h 2607908"/>
              <a:gd name="connsiteX1449" fmla="*/ 3054336 w 3689114"/>
              <a:gd name="connsiteY1449" fmla="*/ 1691089 h 2607908"/>
              <a:gd name="connsiteX1450" fmla="*/ 634779 w 3689114"/>
              <a:gd name="connsiteY1450" fmla="*/ 1691089 h 2607908"/>
              <a:gd name="connsiteX1451" fmla="*/ 641257 w 3689114"/>
              <a:gd name="connsiteY1451" fmla="*/ 1697568 h 2607908"/>
              <a:gd name="connsiteX1452" fmla="*/ 634779 w 3689114"/>
              <a:gd name="connsiteY1452" fmla="*/ 1704044 h 2607908"/>
              <a:gd name="connsiteX1453" fmla="*/ 628301 w 3689114"/>
              <a:gd name="connsiteY1453" fmla="*/ 1697568 h 2607908"/>
              <a:gd name="connsiteX1454" fmla="*/ 634779 w 3689114"/>
              <a:gd name="connsiteY1454" fmla="*/ 1691089 h 2607908"/>
              <a:gd name="connsiteX1455" fmla="*/ 2939119 w 3689114"/>
              <a:gd name="connsiteY1455" fmla="*/ 1689706 h 2607908"/>
              <a:gd name="connsiteX1456" fmla="*/ 2946982 w 3689114"/>
              <a:gd name="connsiteY1456" fmla="*/ 1697568 h 2607908"/>
              <a:gd name="connsiteX1457" fmla="*/ 2939119 w 3689114"/>
              <a:gd name="connsiteY1457" fmla="*/ 1705428 h 2607908"/>
              <a:gd name="connsiteX1458" fmla="*/ 2931256 w 3689114"/>
              <a:gd name="connsiteY1458" fmla="*/ 1697568 h 2607908"/>
              <a:gd name="connsiteX1459" fmla="*/ 2939119 w 3689114"/>
              <a:gd name="connsiteY1459" fmla="*/ 1689706 h 2607908"/>
              <a:gd name="connsiteX1460" fmla="*/ 749995 w 3689114"/>
              <a:gd name="connsiteY1460" fmla="*/ 1689706 h 2607908"/>
              <a:gd name="connsiteX1461" fmla="*/ 757857 w 3689114"/>
              <a:gd name="connsiteY1461" fmla="*/ 1697568 h 2607908"/>
              <a:gd name="connsiteX1462" fmla="*/ 749995 w 3689114"/>
              <a:gd name="connsiteY1462" fmla="*/ 1705428 h 2607908"/>
              <a:gd name="connsiteX1463" fmla="*/ 742133 w 3689114"/>
              <a:gd name="connsiteY1463" fmla="*/ 1697568 h 2607908"/>
              <a:gd name="connsiteX1464" fmla="*/ 749995 w 3689114"/>
              <a:gd name="connsiteY1464" fmla="*/ 1689706 h 2607908"/>
              <a:gd name="connsiteX1465" fmla="*/ 2823902 w 3689114"/>
              <a:gd name="connsiteY1465" fmla="*/ 1688060 h 2607908"/>
              <a:gd name="connsiteX1466" fmla="*/ 2833410 w 3689114"/>
              <a:gd name="connsiteY1466" fmla="*/ 1697568 h 2607908"/>
              <a:gd name="connsiteX1467" fmla="*/ 2823902 w 3689114"/>
              <a:gd name="connsiteY1467" fmla="*/ 1707075 h 2607908"/>
              <a:gd name="connsiteX1468" fmla="*/ 2814394 w 3689114"/>
              <a:gd name="connsiteY1468" fmla="*/ 1697568 h 2607908"/>
              <a:gd name="connsiteX1469" fmla="*/ 2823902 w 3689114"/>
              <a:gd name="connsiteY1469" fmla="*/ 1688060 h 2607908"/>
              <a:gd name="connsiteX1470" fmla="*/ 865213 w 3689114"/>
              <a:gd name="connsiteY1470" fmla="*/ 1688060 h 2607908"/>
              <a:gd name="connsiteX1471" fmla="*/ 874720 w 3689114"/>
              <a:gd name="connsiteY1471" fmla="*/ 1697568 h 2607908"/>
              <a:gd name="connsiteX1472" fmla="*/ 865213 w 3689114"/>
              <a:gd name="connsiteY1472" fmla="*/ 1707075 h 2607908"/>
              <a:gd name="connsiteX1473" fmla="*/ 855705 w 3689114"/>
              <a:gd name="connsiteY1473" fmla="*/ 1697568 h 2607908"/>
              <a:gd name="connsiteX1474" fmla="*/ 865213 w 3689114"/>
              <a:gd name="connsiteY1474" fmla="*/ 1688060 h 2607908"/>
              <a:gd name="connsiteX1475" fmla="*/ 2708684 w 3689114"/>
              <a:gd name="connsiteY1475" fmla="*/ 1686406 h 2607908"/>
              <a:gd name="connsiteX1476" fmla="*/ 2719847 w 3689114"/>
              <a:gd name="connsiteY1476" fmla="*/ 1697568 h 2607908"/>
              <a:gd name="connsiteX1477" fmla="*/ 2708684 w 3689114"/>
              <a:gd name="connsiteY1477" fmla="*/ 1708729 h 2607908"/>
              <a:gd name="connsiteX1478" fmla="*/ 2697523 w 3689114"/>
              <a:gd name="connsiteY1478" fmla="*/ 1697568 h 2607908"/>
              <a:gd name="connsiteX1479" fmla="*/ 2708684 w 3689114"/>
              <a:gd name="connsiteY1479" fmla="*/ 1686406 h 2607908"/>
              <a:gd name="connsiteX1480" fmla="*/ 980429 w 3689114"/>
              <a:gd name="connsiteY1480" fmla="*/ 1686406 h 2607908"/>
              <a:gd name="connsiteX1481" fmla="*/ 991591 w 3689114"/>
              <a:gd name="connsiteY1481" fmla="*/ 1697568 h 2607908"/>
              <a:gd name="connsiteX1482" fmla="*/ 980429 w 3689114"/>
              <a:gd name="connsiteY1482" fmla="*/ 1708729 h 2607908"/>
              <a:gd name="connsiteX1483" fmla="*/ 969268 w 3689114"/>
              <a:gd name="connsiteY1483" fmla="*/ 1697568 h 2607908"/>
              <a:gd name="connsiteX1484" fmla="*/ 980429 w 3689114"/>
              <a:gd name="connsiteY1484" fmla="*/ 1686406 h 2607908"/>
              <a:gd name="connsiteX1485" fmla="*/ 2593467 w 3689114"/>
              <a:gd name="connsiteY1485" fmla="*/ 1684472 h 2607908"/>
              <a:gd name="connsiteX1486" fmla="*/ 2606567 w 3689114"/>
              <a:gd name="connsiteY1486" fmla="*/ 1697568 h 2607908"/>
              <a:gd name="connsiteX1487" fmla="*/ 2593467 w 3689114"/>
              <a:gd name="connsiteY1487" fmla="*/ 1710663 h 2607908"/>
              <a:gd name="connsiteX1488" fmla="*/ 2580369 w 3689114"/>
              <a:gd name="connsiteY1488" fmla="*/ 1697568 h 2607908"/>
              <a:gd name="connsiteX1489" fmla="*/ 2593467 w 3689114"/>
              <a:gd name="connsiteY1489" fmla="*/ 1684472 h 2607908"/>
              <a:gd name="connsiteX1490" fmla="*/ 1095646 w 3689114"/>
              <a:gd name="connsiteY1490" fmla="*/ 1684472 h 2607908"/>
              <a:gd name="connsiteX1491" fmla="*/ 1108746 w 3689114"/>
              <a:gd name="connsiteY1491" fmla="*/ 1697568 h 2607908"/>
              <a:gd name="connsiteX1492" fmla="*/ 1095646 w 3689114"/>
              <a:gd name="connsiteY1492" fmla="*/ 1710663 h 2607908"/>
              <a:gd name="connsiteX1493" fmla="*/ 1082548 w 3689114"/>
              <a:gd name="connsiteY1493" fmla="*/ 1697568 h 2607908"/>
              <a:gd name="connsiteX1494" fmla="*/ 1095646 w 3689114"/>
              <a:gd name="connsiteY1494" fmla="*/ 1684472 h 2607908"/>
              <a:gd name="connsiteX1495" fmla="*/ 2478251 w 3689114"/>
              <a:gd name="connsiteY1495" fmla="*/ 1682713 h 2607908"/>
              <a:gd name="connsiteX1496" fmla="*/ 2493107 w 3689114"/>
              <a:gd name="connsiteY1496" fmla="*/ 1697568 h 2607908"/>
              <a:gd name="connsiteX1497" fmla="*/ 2478251 w 3689114"/>
              <a:gd name="connsiteY1497" fmla="*/ 1712418 h 2607908"/>
              <a:gd name="connsiteX1498" fmla="*/ 2463395 w 3689114"/>
              <a:gd name="connsiteY1498" fmla="*/ 1697568 h 2607908"/>
              <a:gd name="connsiteX1499" fmla="*/ 2478251 w 3689114"/>
              <a:gd name="connsiteY1499" fmla="*/ 1682713 h 2607908"/>
              <a:gd name="connsiteX1500" fmla="*/ 1210863 w 3689114"/>
              <a:gd name="connsiteY1500" fmla="*/ 1682713 h 2607908"/>
              <a:gd name="connsiteX1501" fmla="*/ 1225719 w 3689114"/>
              <a:gd name="connsiteY1501" fmla="*/ 1697568 h 2607908"/>
              <a:gd name="connsiteX1502" fmla="*/ 1210863 w 3689114"/>
              <a:gd name="connsiteY1502" fmla="*/ 1712418 h 2607908"/>
              <a:gd name="connsiteX1503" fmla="*/ 1196008 w 3689114"/>
              <a:gd name="connsiteY1503" fmla="*/ 1697568 h 2607908"/>
              <a:gd name="connsiteX1504" fmla="*/ 1210863 w 3689114"/>
              <a:gd name="connsiteY1504" fmla="*/ 1682713 h 2607908"/>
              <a:gd name="connsiteX1505" fmla="*/ 2363034 w 3689114"/>
              <a:gd name="connsiteY1505" fmla="*/ 1680847 h 2607908"/>
              <a:gd name="connsiteX1506" fmla="*/ 2379754 w 3689114"/>
              <a:gd name="connsiteY1506" fmla="*/ 1697568 h 2607908"/>
              <a:gd name="connsiteX1507" fmla="*/ 2363034 w 3689114"/>
              <a:gd name="connsiteY1507" fmla="*/ 1714285 h 2607908"/>
              <a:gd name="connsiteX1508" fmla="*/ 2346314 w 3689114"/>
              <a:gd name="connsiteY1508" fmla="*/ 1697568 h 2607908"/>
              <a:gd name="connsiteX1509" fmla="*/ 2363034 w 3689114"/>
              <a:gd name="connsiteY1509" fmla="*/ 1680847 h 2607908"/>
              <a:gd name="connsiteX1510" fmla="*/ 1326080 w 3689114"/>
              <a:gd name="connsiteY1510" fmla="*/ 1680847 h 2607908"/>
              <a:gd name="connsiteX1511" fmla="*/ 1342800 w 3689114"/>
              <a:gd name="connsiteY1511" fmla="*/ 1697568 h 2607908"/>
              <a:gd name="connsiteX1512" fmla="*/ 1326080 w 3689114"/>
              <a:gd name="connsiteY1512" fmla="*/ 1714285 h 2607908"/>
              <a:gd name="connsiteX1513" fmla="*/ 1309360 w 3689114"/>
              <a:gd name="connsiteY1513" fmla="*/ 1697568 h 2607908"/>
              <a:gd name="connsiteX1514" fmla="*/ 1326080 w 3689114"/>
              <a:gd name="connsiteY1514" fmla="*/ 1680847 h 2607908"/>
              <a:gd name="connsiteX1515" fmla="*/ 2247817 w 3689114"/>
              <a:gd name="connsiteY1515" fmla="*/ 1679059 h 2607908"/>
              <a:gd name="connsiteX1516" fmla="*/ 2266325 w 3689114"/>
              <a:gd name="connsiteY1516" fmla="*/ 1697568 h 2607908"/>
              <a:gd name="connsiteX1517" fmla="*/ 2247817 w 3689114"/>
              <a:gd name="connsiteY1517" fmla="*/ 1716071 h 2607908"/>
              <a:gd name="connsiteX1518" fmla="*/ 2229309 w 3689114"/>
              <a:gd name="connsiteY1518" fmla="*/ 1697568 h 2607908"/>
              <a:gd name="connsiteX1519" fmla="*/ 2247817 w 3689114"/>
              <a:gd name="connsiteY1519" fmla="*/ 1679059 h 2607908"/>
              <a:gd name="connsiteX1520" fmla="*/ 1441297 w 3689114"/>
              <a:gd name="connsiteY1520" fmla="*/ 1679059 h 2607908"/>
              <a:gd name="connsiteX1521" fmla="*/ 1459804 w 3689114"/>
              <a:gd name="connsiteY1521" fmla="*/ 1697568 h 2607908"/>
              <a:gd name="connsiteX1522" fmla="*/ 1441297 w 3689114"/>
              <a:gd name="connsiteY1522" fmla="*/ 1716071 h 2607908"/>
              <a:gd name="connsiteX1523" fmla="*/ 1422790 w 3689114"/>
              <a:gd name="connsiteY1523" fmla="*/ 1697568 h 2607908"/>
              <a:gd name="connsiteX1524" fmla="*/ 1441297 w 3689114"/>
              <a:gd name="connsiteY1524" fmla="*/ 1679059 h 2607908"/>
              <a:gd name="connsiteX1525" fmla="*/ 2132600 w 3689114"/>
              <a:gd name="connsiteY1525" fmla="*/ 1677755 h 2607908"/>
              <a:gd name="connsiteX1526" fmla="*/ 2152411 w 3689114"/>
              <a:gd name="connsiteY1526" fmla="*/ 1697568 h 2607908"/>
              <a:gd name="connsiteX1527" fmla="*/ 2132600 w 3689114"/>
              <a:gd name="connsiteY1527" fmla="*/ 1717375 h 2607908"/>
              <a:gd name="connsiteX1528" fmla="*/ 2112788 w 3689114"/>
              <a:gd name="connsiteY1528" fmla="*/ 1697568 h 2607908"/>
              <a:gd name="connsiteX1529" fmla="*/ 2132600 w 3689114"/>
              <a:gd name="connsiteY1529" fmla="*/ 1677755 h 2607908"/>
              <a:gd name="connsiteX1530" fmla="*/ 1556515 w 3689114"/>
              <a:gd name="connsiteY1530" fmla="*/ 1677755 h 2607908"/>
              <a:gd name="connsiteX1531" fmla="*/ 1576326 w 3689114"/>
              <a:gd name="connsiteY1531" fmla="*/ 1697568 h 2607908"/>
              <a:gd name="connsiteX1532" fmla="*/ 1556515 w 3689114"/>
              <a:gd name="connsiteY1532" fmla="*/ 1717375 h 2607908"/>
              <a:gd name="connsiteX1533" fmla="*/ 1536703 w 3689114"/>
              <a:gd name="connsiteY1533" fmla="*/ 1697568 h 2607908"/>
              <a:gd name="connsiteX1534" fmla="*/ 1556515 w 3689114"/>
              <a:gd name="connsiteY1534" fmla="*/ 1677755 h 2607908"/>
              <a:gd name="connsiteX1535" fmla="*/ 2017383 w 3689114"/>
              <a:gd name="connsiteY1535" fmla="*/ 1676602 h 2607908"/>
              <a:gd name="connsiteX1536" fmla="*/ 2038347 w 3689114"/>
              <a:gd name="connsiteY1536" fmla="*/ 1697568 h 2607908"/>
              <a:gd name="connsiteX1537" fmla="*/ 2017383 w 3689114"/>
              <a:gd name="connsiteY1537" fmla="*/ 1718530 h 2607908"/>
              <a:gd name="connsiteX1538" fmla="*/ 1996419 w 3689114"/>
              <a:gd name="connsiteY1538" fmla="*/ 1697568 h 2607908"/>
              <a:gd name="connsiteX1539" fmla="*/ 2017383 w 3689114"/>
              <a:gd name="connsiteY1539" fmla="*/ 1676602 h 2607908"/>
              <a:gd name="connsiteX1540" fmla="*/ 1671732 w 3689114"/>
              <a:gd name="connsiteY1540" fmla="*/ 1676602 h 2607908"/>
              <a:gd name="connsiteX1541" fmla="*/ 1692695 w 3689114"/>
              <a:gd name="connsiteY1541" fmla="*/ 1697568 h 2607908"/>
              <a:gd name="connsiteX1542" fmla="*/ 1671732 w 3689114"/>
              <a:gd name="connsiteY1542" fmla="*/ 1718530 h 2607908"/>
              <a:gd name="connsiteX1543" fmla="*/ 1650768 w 3689114"/>
              <a:gd name="connsiteY1543" fmla="*/ 1697568 h 2607908"/>
              <a:gd name="connsiteX1544" fmla="*/ 1671732 w 3689114"/>
              <a:gd name="connsiteY1544" fmla="*/ 1676602 h 2607908"/>
              <a:gd name="connsiteX1545" fmla="*/ 1902166 w 3689114"/>
              <a:gd name="connsiteY1545" fmla="*/ 1676016 h 2607908"/>
              <a:gd name="connsiteX1546" fmla="*/ 1923717 w 3689114"/>
              <a:gd name="connsiteY1546" fmla="*/ 1697568 h 2607908"/>
              <a:gd name="connsiteX1547" fmla="*/ 1902166 w 3689114"/>
              <a:gd name="connsiteY1547" fmla="*/ 1719116 h 2607908"/>
              <a:gd name="connsiteX1548" fmla="*/ 1880614 w 3689114"/>
              <a:gd name="connsiteY1548" fmla="*/ 1697568 h 2607908"/>
              <a:gd name="connsiteX1549" fmla="*/ 1902166 w 3689114"/>
              <a:gd name="connsiteY1549" fmla="*/ 1676016 h 2607908"/>
              <a:gd name="connsiteX1550" fmla="*/ 1786949 w 3689114"/>
              <a:gd name="connsiteY1550" fmla="*/ 1676016 h 2607908"/>
              <a:gd name="connsiteX1551" fmla="*/ 1808500 w 3689114"/>
              <a:gd name="connsiteY1551" fmla="*/ 1697568 h 2607908"/>
              <a:gd name="connsiteX1552" fmla="*/ 1786949 w 3689114"/>
              <a:gd name="connsiteY1552" fmla="*/ 1719116 h 2607908"/>
              <a:gd name="connsiteX1553" fmla="*/ 1765397 w 3689114"/>
              <a:gd name="connsiteY1553" fmla="*/ 1697568 h 2607908"/>
              <a:gd name="connsiteX1554" fmla="*/ 1786949 w 3689114"/>
              <a:gd name="connsiteY1554" fmla="*/ 1676016 h 2607908"/>
              <a:gd name="connsiteX1555" fmla="*/ 3572813 w 3689114"/>
              <a:gd name="connsiteY1555" fmla="*/ 1596141 h 2607908"/>
              <a:gd name="connsiteX1556" fmla="*/ 3574461 w 3689114"/>
              <a:gd name="connsiteY1556" fmla="*/ 1597789 h 2607908"/>
              <a:gd name="connsiteX1557" fmla="*/ 3572813 w 3689114"/>
              <a:gd name="connsiteY1557" fmla="*/ 1599438 h 2607908"/>
              <a:gd name="connsiteX1558" fmla="*/ 3571164 w 3689114"/>
              <a:gd name="connsiteY1558" fmla="*/ 1597789 h 2607908"/>
              <a:gd name="connsiteX1559" fmla="*/ 3572813 w 3689114"/>
              <a:gd name="connsiteY1559" fmla="*/ 1596141 h 2607908"/>
              <a:gd name="connsiteX1560" fmla="*/ 116302 w 3689114"/>
              <a:gd name="connsiteY1560" fmla="*/ 1596141 h 2607908"/>
              <a:gd name="connsiteX1561" fmla="*/ 117951 w 3689114"/>
              <a:gd name="connsiteY1561" fmla="*/ 1597789 h 2607908"/>
              <a:gd name="connsiteX1562" fmla="*/ 116302 w 3689114"/>
              <a:gd name="connsiteY1562" fmla="*/ 1599438 h 2607908"/>
              <a:gd name="connsiteX1563" fmla="*/ 114654 w 3689114"/>
              <a:gd name="connsiteY1563" fmla="*/ 1597789 h 2607908"/>
              <a:gd name="connsiteX1564" fmla="*/ 116302 w 3689114"/>
              <a:gd name="connsiteY1564" fmla="*/ 1596141 h 2607908"/>
              <a:gd name="connsiteX1565" fmla="*/ 3457596 w 3689114"/>
              <a:gd name="connsiteY1565" fmla="*/ 1595395 h 2607908"/>
              <a:gd name="connsiteX1566" fmla="*/ 3459989 w 3689114"/>
              <a:gd name="connsiteY1566" fmla="*/ 1597789 h 2607908"/>
              <a:gd name="connsiteX1567" fmla="*/ 3457596 w 3689114"/>
              <a:gd name="connsiteY1567" fmla="*/ 1600183 h 2607908"/>
              <a:gd name="connsiteX1568" fmla="*/ 3455203 w 3689114"/>
              <a:gd name="connsiteY1568" fmla="*/ 1597789 h 2607908"/>
              <a:gd name="connsiteX1569" fmla="*/ 3457596 w 3689114"/>
              <a:gd name="connsiteY1569" fmla="*/ 1595395 h 2607908"/>
              <a:gd name="connsiteX1570" fmla="*/ 231519 w 3689114"/>
              <a:gd name="connsiteY1570" fmla="*/ 1595395 h 2607908"/>
              <a:gd name="connsiteX1571" fmla="*/ 233912 w 3689114"/>
              <a:gd name="connsiteY1571" fmla="*/ 1597789 h 2607908"/>
              <a:gd name="connsiteX1572" fmla="*/ 231519 w 3689114"/>
              <a:gd name="connsiteY1572" fmla="*/ 1600183 h 2607908"/>
              <a:gd name="connsiteX1573" fmla="*/ 229126 w 3689114"/>
              <a:gd name="connsiteY1573" fmla="*/ 1597789 h 2607908"/>
              <a:gd name="connsiteX1574" fmla="*/ 231519 w 3689114"/>
              <a:gd name="connsiteY1574" fmla="*/ 1595395 h 2607908"/>
              <a:gd name="connsiteX1575" fmla="*/ 3342378 w 3689114"/>
              <a:gd name="connsiteY1575" fmla="*/ 1594439 h 2607908"/>
              <a:gd name="connsiteX1576" fmla="*/ 3345729 w 3689114"/>
              <a:gd name="connsiteY1576" fmla="*/ 1597789 h 2607908"/>
              <a:gd name="connsiteX1577" fmla="*/ 3342378 w 3689114"/>
              <a:gd name="connsiteY1577" fmla="*/ 1601142 h 2607908"/>
              <a:gd name="connsiteX1578" fmla="*/ 3339028 w 3689114"/>
              <a:gd name="connsiteY1578" fmla="*/ 1597789 h 2607908"/>
              <a:gd name="connsiteX1579" fmla="*/ 3342378 w 3689114"/>
              <a:gd name="connsiteY1579" fmla="*/ 1594439 h 2607908"/>
              <a:gd name="connsiteX1580" fmla="*/ 346736 w 3689114"/>
              <a:gd name="connsiteY1580" fmla="*/ 1594439 h 2607908"/>
              <a:gd name="connsiteX1581" fmla="*/ 350087 w 3689114"/>
              <a:gd name="connsiteY1581" fmla="*/ 1597789 h 2607908"/>
              <a:gd name="connsiteX1582" fmla="*/ 346736 w 3689114"/>
              <a:gd name="connsiteY1582" fmla="*/ 1601142 h 2607908"/>
              <a:gd name="connsiteX1583" fmla="*/ 343386 w 3689114"/>
              <a:gd name="connsiteY1583" fmla="*/ 1597789 h 2607908"/>
              <a:gd name="connsiteX1584" fmla="*/ 346736 w 3689114"/>
              <a:gd name="connsiteY1584" fmla="*/ 1594439 h 2607908"/>
              <a:gd name="connsiteX1585" fmla="*/ 3227161 w 3689114"/>
              <a:gd name="connsiteY1585" fmla="*/ 1593326 h 2607908"/>
              <a:gd name="connsiteX1586" fmla="*/ 3231625 w 3689114"/>
              <a:gd name="connsiteY1586" fmla="*/ 1597789 h 2607908"/>
              <a:gd name="connsiteX1587" fmla="*/ 3227161 w 3689114"/>
              <a:gd name="connsiteY1587" fmla="*/ 1602253 h 2607908"/>
              <a:gd name="connsiteX1588" fmla="*/ 3222697 w 3689114"/>
              <a:gd name="connsiteY1588" fmla="*/ 1597789 h 2607908"/>
              <a:gd name="connsiteX1589" fmla="*/ 3227161 w 3689114"/>
              <a:gd name="connsiteY1589" fmla="*/ 1593326 h 2607908"/>
              <a:gd name="connsiteX1590" fmla="*/ 461953 w 3689114"/>
              <a:gd name="connsiteY1590" fmla="*/ 1593326 h 2607908"/>
              <a:gd name="connsiteX1591" fmla="*/ 466416 w 3689114"/>
              <a:gd name="connsiteY1591" fmla="*/ 1597789 h 2607908"/>
              <a:gd name="connsiteX1592" fmla="*/ 461953 w 3689114"/>
              <a:gd name="connsiteY1592" fmla="*/ 1602253 h 2607908"/>
              <a:gd name="connsiteX1593" fmla="*/ 457489 w 3689114"/>
              <a:gd name="connsiteY1593" fmla="*/ 1597789 h 2607908"/>
              <a:gd name="connsiteX1594" fmla="*/ 461953 w 3689114"/>
              <a:gd name="connsiteY1594" fmla="*/ 1593326 h 2607908"/>
              <a:gd name="connsiteX1595" fmla="*/ 3111945 w 3689114"/>
              <a:gd name="connsiteY1595" fmla="*/ 1592058 h 2607908"/>
              <a:gd name="connsiteX1596" fmla="*/ 3117677 w 3689114"/>
              <a:gd name="connsiteY1596" fmla="*/ 1597789 h 2607908"/>
              <a:gd name="connsiteX1597" fmla="*/ 3111945 w 3689114"/>
              <a:gd name="connsiteY1597" fmla="*/ 1603523 h 2607908"/>
              <a:gd name="connsiteX1598" fmla="*/ 3106213 w 3689114"/>
              <a:gd name="connsiteY1598" fmla="*/ 1597789 h 2607908"/>
              <a:gd name="connsiteX1599" fmla="*/ 3111945 w 3689114"/>
              <a:gd name="connsiteY1599" fmla="*/ 1592058 h 2607908"/>
              <a:gd name="connsiteX1600" fmla="*/ 577171 w 3689114"/>
              <a:gd name="connsiteY1600" fmla="*/ 1592058 h 2607908"/>
              <a:gd name="connsiteX1601" fmla="*/ 582903 w 3689114"/>
              <a:gd name="connsiteY1601" fmla="*/ 1597789 h 2607908"/>
              <a:gd name="connsiteX1602" fmla="*/ 577171 w 3689114"/>
              <a:gd name="connsiteY1602" fmla="*/ 1603523 h 2607908"/>
              <a:gd name="connsiteX1603" fmla="*/ 571439 w 3689114"/>
              <a:gd name="connsiteY1603" fmla="*/ 1597789 h 2607908"/>
              <a:gd name="connsiteX1604" fmla="*/ 577171 w 3689114"/>
              <a:gd name="connsiteY1604" fmla="*/ 1592058 h 2607908"/>
              <a:gd name="connsiteX1605" fmla="*/ 2996727 w 3689114"/>
              <a:gd name="connsiteY1605" fmla="*/ 1590750 h 2607908"/>
              <a:gd name="connsiteX1606" fmla="*/ 3003767 w 3689114"/>
              <a:gd name="connsiteY1606" fmla="*/ 1597789 h 2607908"/>
              <a:gd name="connsiteX1607" fmla="*/ 2996727 w 3689114"/>
              <a:gd name="connsiteY1607" fmla="*/ 1604827 h 2607908"/>
              <a:gd name="connsiteX1608" fmla="*/ 2989688 w 3689114"/>
              <a:gd name="connsiteY1608" fmla="*/ 1597789 h 2607908"/>
              <a:gd name="connsiteX1609" fmla="*/ 2996727 w 3689114"/>
              <a:gd name="connsiteY1609" fmla="*/ 1590750 h 2607908"/>
              <a:gd name="connsiteX1610" fmla="*/ 692388 w 3689114"/>
              <a:gd name="connsiteY1610" fmla="*/ 1590750 h 2607908"/>
              <a:gd name="connsiteX1611" fmla="*/ 699428 w 3689114"/>
              <a:gd name="connsiteY1611" fmla="*/ 1597789 h 2607908"/>
              <a:gd name="connsiteX1612" fmla="*/ 692388 w 3689114"/>
              <a:gd name="connsiteY1612" fmla="*/ 1604827 h 2607908"/>
              <a:gd name="connsiteX1613" fmla="*/ 685348 w 3689114"/>
              <a:gd name="connsiteY1613" fmla="*/ 1597789 h 2607908"/>
              <a:gd name="connsiteX1614" fmla="*/ 692388 w 3689114"/>
              <a:gd name="connsiteY1614" fmla="*/ 1590750 h 2607908"/>
              <a:gd name="connsiteX1615" fmla="*/ 2881510 w 3689114"/>
              <a:gd name="connsiteY1615" fmla="*/ 1589313 h 2607908"/>
              <a:gd name="connsiteX1616" fmla="*/ 2889987 w 3689114"/>
              <a:gd name="connsiteY1616" fmla="*/ 1597789 h 2607908"/>
              <a:gd name="connsiteX1617" fmla="*/ 2881510 w 3689114"/>
              <a:gd name="connsiteY1617" fmla="*/ 1606266 h 2607908"/>
              <a:gd name="connsiteX1618" fmla="*/ 2873033 w 3689114"/>
              <a:gd name="connsiteY1618" fmla="*/ 1597789 h 2607908"/>
              <a:gd name="connsiteX1619" fmla="*/ 2881510 w 3689114"/>
              <a:gd name="connsiteY1619" fmla="*/ 1589313 h 2607908"/>
              <a:gd name="connsiteX1620" fmla="*/ 807604 w 3689114"/>
              <a:gd name="connsiteY1620" fmla="*/ 1589313 h 2607908"/>
              <a:gd name="connsiteX1621" fmla="*/ 816081 w 3689114"/>
              <a:gd name="connsiteY1621" fmla="*/ 1597789 h 2607908"/>
              <a:gd name="connsiteX1622" fmla="*/ 807604 w 3689114"/>
              <a:gd name="connsiteY1622" fmla="*/ 1606266 h 2607908"/>
              <a:gd name="connsiteX1623" fmla="*/ 799126 w 3689114"/>
              <a:gd name="connsiteY1623" fmla="*/ 1597789 h 2607908"/>
              <a:gd name="connsiteX1624" fmla="*/ 807604 w 3689114"/>
              <a:gd name="connsiteY1624" fmla="*/ 1589313 h 2607908"/>
              <a:gd name="connsiteX1625" fmla="*/ 2766293 w 3689114"/>
              <a:gd name="connsiteY1625" fmla="*/ 1587609 h 2607908"/>
              <a:gd name="connsiteX1626" fmla="*/ 2776474 w 3689114"/>
              <a:gd name="connsiteY1626" fmla="*/ 1597789 h 2607908"/>
              <a:gd name="connsiteX1627" fmla="*/ 2766293 w 3689114"/>
              <a:gd name="connsiteY1627" fmla="*/ 1607969 h 2607908"/>
              <a:gd name="connsiteX1628" fmla="*/ 2756112 w 3689114"/>
              <a:gd name="connsiteY1628" fmla="*/ 1597789 h 2607908"/>
              <a:gd name="connsiteX1629" fmla="*/ 2766293 w 3689114"/>
              <a:gd name="connsiteY1629" fmla="*/ 1587609 h 2607908"/>
              <a:gd name="connsiteX1630" fmla="*/ 922821 w 3689114"/>
              <a:gd name="connsiteY1630" fmla="*/ 1587609 h 2607908"/>
              <a:gd name="connsiteX1631" fmla="*/ 933002 w 3689114"/>
              <a:gd name="connsiteY1631" fmla="*/ 1597789 h 2607908"/>
              <a:gd name="connsiteX1632" fmla="*/ 922821 w 3689114"/>
              <a:gd name="connsiteY1632" fmla="*/ 1607969 h 2607908"/>
              <a:gd name="connsiteX1633" fmla="*/ 912639 w 3689114"/>
              <a:gd name="connsiteY1633" fmla="*/ 1597789 h 2607908"/>
              <a:gd name="connsiteX1634" fmla="*/ 922821 w 3689114"/>
              <a:gd name="connsiteY1634" fmla="*/ 1587609 h 2607908"/>
              <a:gd name="connsiteX1635" fmla="*/ 2651076 w 3689114"/>
              <a:gd name="connsiteY1635" fmla="*/ 1586049 h 2607908"/>
              <a:gd name="connsiteX1636" fmla="*/ 2662818 w 3689114"/>
              <a:gd name="connsiteY1636" fmla="*/ 1597789 h 2607908"/>
              <a:gd name="connsiteX1637" fmla="*/ 2651076 w 3689114"/>
              <a:gd name="connsiteY1637" fmla="*/ 1609530 h 2607908"/>
              <a:gd name="connsiteX1638" fmla="*/ 2639335 w 3689114"/>
              <a:gd name="connsiteY1638" fmla="*/ 1597789 h 2607908"/>
              <a:gd name="connsiteX1639" fmla="*/ 2651076 w 3689114"/>
              <a:gd name="connsiteY1639" fmla="*/ 1586049 h 2607908"/>
              <a:gd name="connsiteX1640" fmla="*/ 1038038 w 3689114"/>
              <a:gd name="connsiteY1640" fmla="*/ 1586049 h 2607908"/>
              <a:gd name="connsiteX1641" fmla="*/ 1049780 w 3689114"/>
              <a:gd name="connsiteY1641" fmla="*/ 1597789 h 2607908"/>
              <a:gd name="connsiteX1642" fmla="*/ 1038038 w 3689114"/>
              <a:gd name="connsiteY1642" fmla="*/ 1609530 h 2607908"/>
              <a:gd name="connsiteX1643" fmla="*/ 1026296 w 3689114"/>
              <a:gd name="connsiteY1643" fmla="*/ 1597789 h 2607908"/>
              <a:gd name="connsiteX1644" fmla="*/ 1038038 w 3689114"/>
              <a:gd name="connsiteY1644" fmla="*/ 1586049 h 2607908"/>
              <a:gd name="connsiteX1645" fmla="*/ 2535860 w 3689114"/>
              <a:gd name="connsiteY1645" fmla="*/ 1584222 h 2607908"/>
              <a:gd name="connsiteX1646" fmla="*/ 2549427 w 3689114"/>
              <a:gd name="connsiteY1646" fmla="*/ 1597789 h 2607908"/>
              <a:gd name="connsiteX1647" fmla="*/ 2535860 w 3689114"/>
              <a:gd name="connsiteY1647" fmla="*/ 1611354 h 2607908"/>
              <a:gd name="connsiteX1648" fmla="*/ 2522292 w 3689114"/>
              <a:gd name="connsiteY1648" fmla="*/ 1597789 h 2607908"/>
              <a:gd name="connsiteX1649" fmla="*/ 2535860 w 3689114"/>
              <a:gd name="connsiteY1649" fmla="*/ 1584222 h 2607908"/>
              <a:gd name="connsiteX1650" fmla="*/ 1153255 w 3689114"/>
              <a:gd name="connsiteY1650" fmla="*/ 1584222 h 2607908"/>
              <a:gd name="connsiteX1651" fmla="*/ 1166822 w 3689114"/>
              <a:gd name="connsiteY1651" fmla="*/ 1597789 h 2607908"/>
              <a:gd name="connsiteX1652" fmla="*/ 1153255 w 3689114"/>
              <a:gd name="connsiteY1652" fmla="*/ 1611354 h 2607908"/>
              <a:gd name="connsiteX1653" fmla="*/ 1139688 w 3689114"/>
              <a:gd name="connsiteY1653" fmla="*/ 1597789 h 2607908"/>
              <a:gd name="connsiteX1654" fmla="*/ 1153255 w 3689114"/>
              <a:gd name="connsiteY1654" fmla="*/ 1584222 h 2607908"/>
              <a:gd name="connsiteX1655" fmla="*/ 2420642 w 3689114"/>
              <a:gd name="connsiteY1655" fmla="*/ 1582437 h 2607908"/>
              <a:gd name="connsiteX1656" fmla="*/ 2435995 w 3689114"/>
              <a:gd name="connsiteY1656" fmla="*/ 1597789 h 2607908"/>
              <a:gd name="connsiteX1657" fmla="*/ 2420642 w 3689114"/>
              <a:gd name="connsiteY1657" fmla="*/ 1613143 h 2607908"/>
              <a:gd name="connsiteX1658" fmla="*/ 2405289 w 3689114"/>
              <a:gd name="connsiteY1658" fmla="*/ 1597789 h 2607908"/>
              <a:gd name="connsiteX1659" fmla="*/ 2420642 w 3689114"/>
              <a:gd name="connsiteY1659" fmla="*/ 1582437 h 2607908"/>
              <a:gd name="connsiteX1660" fmla="*/ 1268472 w 3689114"/>
              <a:gd name="connsiteY1660" fmla="*/ 1582437 h 2607908"/>
              <a:gd name="connsiteX1661" fmla="*/ 1283826 w 3689114"/>
              <a:gd name="connsiteY1661" fmla="*/ 1597789 h 2607908"/>
              <a:gd name="connsiteX1662" fmla="*/ 1268472 w 3689114"/>
              <a:gd name="connsiteY1662" fmla="*/ 1613143 h 2607908"/>
              <a:gd name="connsiteX1663" fmla="*/ 1253119 w 3689114"/>
              <a:gd name="connsiteY1663" fmla="*/ 1597789 h 2607908"/>
              <a:gd name="connsiteX1664" fmla="*/ 1268472 w 3689114"/>
              <a:gd name="connsiteY1664" fmla="*/ 1582437 h 2607908"/>
              <a:gd name="connsiteX1665" fmla="*/ 1383689 w 3689114"/>
              <a:gd name="connsiteY1665" fmla="*/ 1580719 h 2607908"/>
              <a:gd name="connsiteX1666" fmla="*/ 1400759 w 3689114"/>
              <a:gd name="connsiteY1666" fmla="*/ 1597789 h 2607908"/>
              <a:gd name="connsiteX1667" fmla="*/ 1383689 w 3689114"/>
              <a:gd name="connsiteY1667" fmla="*/ 1614859 h 2607908"/>
              <a:gd name="connsiteX1668" fmla="*/ 1366619 w 3689114"/>
              <a:gd name="connsiteY1668" fmla="*/ 1597789 h 2607908"/>
              <a:gd name="connsiteX1669" fmla="*/ 1383689 w 3689114"/>
              <a:gd name="connsiteY1669" fmla="*/ 1580719 h 2607908"/>
              <a:gd name="connsiteX1670" fmla="*/ 2305425 w 3689114"/>
              <a:gd name="connsiteY1670" fmla="*/ 1580543 h 2607908"/>
              <a:gd name="connsiteX1671" fmla="*/ 2322672 w 3689114"/>
              <a:gd name="connsiteY1671" fmla="*/ 1597789 h 2607908"/>
              <a:gd name="connsiteX1672" fmla="*/ 2305425 w 3689114"/>
              <a:gd name="connsiteY1672" fmla="*/ 1615035 h 2607908"/>
              <a:gd name="connsiteX1673" fmla="*/ 2288178 w 3689114"/>
              <a:gd name="connsiteY1673" fmla="*/ 1597789 h 2607908"/>
              <a:gd name="connsiteX1674" fmla="*/ 2305425 w 3689114"/>
              <a:gd name="connsiteY1674" fmla="*/ 1580543 h 2607908"/>
              <a:gd name="connsiteX1675" fmla="*/ 2190209 w 3689114"/>
              <a:gd name="connsiteY1675" fmla="*/ 1579100 h 2607908"/>
              <a:gd name="connsiteX1676" fmla="*/ 2208900 w 3689114"/>
              <a:gd name="connsiteY1676" fmla="*/ 1597789 h 2607908"/>
              <a:gd name="connsiteX1677" fmla="*/ 2190209 w 3689114"/>
              <a:gd name="connsiteY1677" fmla="*/ 1616479 h 2607908"/>
              <a:gd name="connsiteX1678" fmla="*/ 2171517 w 3689114"/>
              <a:gd name="connsiteY1678" fmla="*/ 1597789 h 2607908"/>
              <a:gd name="connsiteX1679" fmla="*/ 2190209 w 3689114"/>
              <a:gd name="connsiteY1679" fmla="*/ 1579100 h 2607908"/>
              <a:gd name="connsiteX1680" fmla="*/ 1498906 w 3689114"/>
              <a:gd name="connsiteY1680" fmla="*/ 1579100 h 2607908"/>
              <a:gd name="connsiteX1681" fmla="*/ 1517597 w 3689114"/>
              <a:gd name="connsiteY1681" fmla="*/ 1597789 h 2607908"/>
              <a:gd name="connsiteX1682" fmla="*/ 1498906 w 3689114"/>
              <a:gd name="connsiteY1682" fmla="*/ 1616479 h 2607908"/>
              <a:gd name="connsiteX1683" fmla="*/ 1480215 w 3689114"/>
              <a:gd name="connsiteY1683" fmla="*/ 1597789 h 2607908"/>
              <a:gd name="connsiteX1684" fmla="*/ 1498906 w 3689114"/>
              <a:gd name="connsiteY1684" fmla="*/ 1579100 h 2607908"/>
              <a:gd name="connsiteX1685" fmla="*/ 2074992 w 3689114"/>
              <a:gd name="connsiteY1685" fmla="*/ 1577788 h 2607908"/>
              <a:gd name="connsiteX1686" fmla="*/ 2094993 w 3689114"/>
              <a:gd name="connsiteY1686" fmla="*/ 1597789 h 2607908"/>
              <a:gd name="connsiteX1687" fmla="*/ 2074992 w 3689114"/>
              <a:gd name="connsiteY1687" fmla="*/ 1617790 h 2607908"/>
              <a:gd name="connsiteX1688" fmla="*/ 2054990 w 3689114"/>
              <a:gd name="connsiteY1688" fmla="*/ 1597789 h 2607908"/>
              <a:gd name="connsiteX1689" fmla="*/ 2074992 w 3689114"/>
              <a:gd name="connsiteY1689" fmla="*/ 1577788 h 2607908"/>
              <a:gd name="connsiteX1690" fmla="*/ 1614123 w 3689114"/>
              <a:gd name="connsiteY1690" fmla="*/ 1577788 h 2607908"/>
              <a:gd name="connsiteX1691" fmla="*/ 1634125 w 3689114"/>
              <a:gd name="connsiteY1691" fmla="*/ 1597789 h 2607908"/>
              <a:gd name="connsiteX1692" fmla="*/ 1614123 w 3689114"/>
              <a:gd name="connsiteY1692" fmla="*/ 1617790 h 2607908"/>
              <a:gd name="connsiteX1693" fmla="*/ 1594122 w 3689114"/>
              <a:gd name="connsiteY1693" fmla="*/ 1597789 h 2607908"/>
              <a:gd name="connsiteX1694" fmla="*/ 1614123 w 3689114"/>
              <a:gd name="connsiteY1694" fmla="*/ 1577788 h 2607908"/>
              <a:gd name="connsiteX1695" fmla="*/ 1959774 w 3689114"/>
              <a:gd name="connsiteY1695" fmla="*/ 1577020 h 2607908"/>
              <a:gd name="connsiteX1696" fmla="*/ 1980544 w 3689114"/>
              <a:gd name="connsiteY1696" fmla="*/ 1597789 h 2607908"/>
              <a:gd name="connsiteX1697" fmla="*/ 1959774 w 3689114"/>
              <a:gd name="connsiteY1697" fmla="*/ 1618558 h 2607908"/>
              <a:gd name="connsiteX1698" fmla="*/ 1939005 w 3689114"/>
              <a:gd name="connsiteY1698" fmla="*/ 1597789 h 2607908"/>
              <a:gd name="connsiteX1699" fmla="*/ 1959774 w 3689114"/>
              <a:gd name="connsiteY1699" fmla="*/ 1577020 h 2607908"/>
              <a:gd name="connsiteX1700" fmla="*/ 1729340 w 3689114"/>
              <a:gd name="connsiteY1700" fmla="*/ 1577020 h 2607908"/>
              <a:gd name="connsiteX1701" fmla="*/ 1750110 w 3689114"/>
              <a:gd name="connsiteY1701" fmla="*/ 1597789 h 2607908"/>
              <a:gd name="connsiteX1702" fmla="*/ 1729340 w 3689114"/>
              <a:gd name="connsiteY1702" fmla="*/ 1618558 h 2607908"/>
              <a:gd name="connsiteX1703" fmla="*/ 1708571 w 3689114"/>
              <a:gd name="connsiteY1703" fmla="*/ 1597789 h 2607908"/>
              <a:gd name="connsiteX1704" fmla="*/ 1729340 w 3689114"/>
              <a:gd name="connsiteY1704" fmla="*/ 1577020 h 2607908"/>
              <a:gd name="connsiteX1705" fmla="*/ 1844558 w 3689114"/>
              <a:gd name="connsiteY1705" fmla="*/ 1576828 h 2607908"/>
              <a:gd name="connsiteX1706" fmla="*/ 1865521 w 3689114"/>
              <a:gd name="connsiteY1706" fmla="*/ 1597789 h 2607908"/>
              <a:gd name="connsiteX1707" fmla="*/ 1844558 w 3689114"/>
              <a:gd name="connsiteY1707" fmla="*/ 1618750 h 2607908"/>
              <a:gd name="connsiteX1708" fmla="*/ 1823594 w 3689114"/>
              <a:gd name="connsiteY1708" fmla="*/ 1597789 h 2607908"/>
              <a:gd name="connsiteX1709" fmla="*/ 1844558 w 3689114"/>
              <a:gd name="connsiteY1709" fmla="*/ 1576828 h 2607908"/>
              <a:gd name="connsiteX1710" fmla="*/ 3630421 w 3689114"/>
              <a:gd name="connsiteY1710" fmla="*/ 1496785 h 2607908"/>
              <a:gd name="connsiteX1711" fmla="*/ 3631649 w 3689114"/>
              <a:gd name="connsiteY1711" fmla="*/ 1498011 h 2607908"/>
              <a:gd name="connsiteX1712" fmla="*/ 3630421 w 3689114"/>
              <a:gd name="connsiteY1712" fmla="*/ 1499239 h 2607908"/>
              <a:gd name="connsiteX1713" fmla="*/ 3629193 w 3689114"/>
              <a:gd name="connsiteY1713" fmla="*/ 1498011 h 2607908"/>
              <a:gd name="connsiteX1714" fmla="*/ 3630421 w 3689114"/>
              <a:gd name="connsiteY1714" fmla="*/ 1496785 h 2607908"/>
              <a:gd name="connsiteX1715" fmla="*/ 58694 w 3689114"/>
              <a:gd name="connsiteY1715" fmla="*/ 1496785 h 2607908"/>
              <a:gd name="connsiteX1716" fmla="*/ 59922 w 3689114"/>
              <a:gd name="connsiteY1716" fmla="*/ 1498011 h 2607908"/>
              <a:gd name="connsiteX1717" fmla="*/ 58694 w 3689114"/>
              <a:gd name="connsiteY1717" fmla="*/ 1499239 h 2607908"/>
              <a:gd name="connsiteX1718" fmla="*/ 57466 w 3689114"/>
              <a:gd name="connsiteY1718" fmla="*/ 1498011 h 2607908"/>
              <a:gd name="connsiteX1719" fmla="*/ 58694 w 3689114"/>
              <a:gd name="connsiteY1719" fmla="*/ 1496785 h 2607908"/>
              <a:gd name="connsiteX1720" fmla="*/ 3515204 w 3689114"/>
              <a:gd name="connsiteY1720" fmla="*/ 1496130 h 2607908"/>
              <a:gd name="connsiteX1721" fmla="*/ 3517086 w 3689114"/>
              <a:gd name="connsiteY1721" fmla="*/ 1498011 h 2607908"/>
              <a:gd name="connsiteX1722" fmla="*/ 3515204 w 3689114"/>
              <a:gd name="connsiteY1722" fmla="*/ 1499894 h 2607908"/>
              <a:gd name="connsiteX1723" fmla="*/ 3513323 w 3689114"/>
              <a:gd name="connsiteY1723" fmla="*/ 1498011 h 2607908"/>
              <a:gd name="connsiteX1724" fmla="*/ 3515204 w 3689114"/>
              <a:gd name="connsiteY1724" fmla="*/ 1496130 h 2607908"/>
              <a:gd name="connsiteX1725" fmla="*/ 173910 w 3689114"/>
              <a:gd name="connsiteY1725" fmla="*/ 1496130 h 2607908"/>
              <a:gd name="connsiteX1726" fmla="*/ 175792 w 3689114"/>
              <a:gd name="connsiteY1726" fmla="*/ 1498011 h 2607908"/>
              <a:gd name="connsiteX1727" fmla="*/ 173910 w 3689114"/>
              <a:gd name="connsiteY1727" fmla="*/ 1499894 h 2607908"/>
              <a:gd name="connsiteX1728" fmla="*/ 172029 w 3689114"/>
              <a:gd name="connsiteY1728" fmla="*/ 1498011 h 2607908"/>
              <a:gd name="connsiteX1729" fmla="*/ 173910 w 3689114"/>
              <a:gd name="connsiteY1729" fmla="*/ 1496130 h 2607908"/>
              <a:gd name="connsiteX1730" fmla="*/ 3399987 w 3689114"/>
              <a:gd name="connsiteY1730" fmla="*/ 1495268 h 2607908"/>
              <a:gd name="connsiteX1731" fmla="*/ 3402730 w 3689114"/>
              <a:gd name="connsiteY1731" fmla="*/ 1498011 h 2607908"/>
              <a:gd name="connsiteX1732" fmla="*/ 3399987 w 3689114"/>
              <a:gd name="connsiteY1732" fmla="*/ 1500755 h 2607908"/>
              <a:gd name="connsiteX1733" fmla="*/ 3397245 w 3689114"/>
              <a:gd name="connsiteY1733" fmla="*/ 1498011 h 2607908"/>
              <a:gd name="connsiteX1734" fmla="*/ 3399987 w 3689114"/>
              <a:gd name="connsiteY1734" fmla="*/ 1495268 h 2607908"/>
              <a:gd name="connsiteX1735" fmla="*/ 289128 w 3689114"/>
              <a:gd name="connsiteY1735" fmla="*/ 1495268 h 2607908"/>
              <a:gd name="connsiteX1736" fmla="*/ 291870 w 3689114"/>
              <a:gd name="connsiteY1736" fmla="*/ 1498011 h 2607908"/>
              <a:gd name="connsiteX1737" fmla="*/ 289128 w 3689114"/>
              <a:gd name="connsiteY1737" fmla="*/ 1500755 h 2607908"/>
              <a:gd name="connsiteX1738" fmla="*/ 286385 w 3689114"/>
              <a:gd name="connsiteY1738" fmla="*/ 1498011 h 2607908"/>
              <a:gd name="connsiteX1739" fmla="*/ 289128 w 3689114"/>
              <a:gd name="connsiteY1739" fmla="*/ 1495268 h 2607908"/>
              <a:gd name="connsiteX1740" fmla="*/ 3284770 w 3689114"/>
              <a:gd name="connsiteY1740" fmla="*/ 1494252 h 2607908"/>
              <a:gd name="connsiteX1741" fmla="*/ 3288530 w 3689114"/>
              <a:gd name="connsiteY1741" fmla="*/ 1498011 h 2607908"/>
              <a:gd name="connsiteX1742" fmla="*/ 3284770 w 3689114"/>
              <a:gd name="connsiteY1742" fmla="*/ 1501770 h 2607908"/>
              <a:gd name="connsiteX1743" fmla="*/ 3281009 w 3689114"/>
              <a:gd name="connsiteY1743" fmla="*/ 1498011 h 2607908"/>
              <a:gd name="connsiteX1744" fmla="*/ 3284770 w 3689114"/>
              <a:gd name="connsiteY1744" fmla="*/ 1494252 h 2607908"/>
              <a:gd name="connsiteX1745" fmla="*/ 404345 w 3689114"/>
              <a:gd name="connsiteY1745" fmla="*/ 1494252 h 2607908"/>
              <a:gd name="connsiteX1746" fmla="*/ 408105 w 3689114"/>
              <a:gd name="connsiteY1746" fmla="*/ 1498011 h 2607908"/>
              <a:gd name="connsiteX1747" fmla="*/ 404345 w 3689114"/>
              <a:gd name="connsiteY1747" fmla="*/ 1501770 h 2607908"/>
              <a:gd name="connsiteX1748" fmla="*/ 400585 w 3689114"/>
              <a:gd name="connsiteY1748" fmla="*/ 1498011 h 2607908"/>
              <a:gd name="connsiteX1749" fmla="*/ 404345 w 3689114"/>
              <a:gd name="connsiteY1749" fmla="*/ 1494252 h 2607908"/>
              <a:gd name="connsiteX1750" fmla="*/ 3169553 w 3689114"/>
              <a:gd name="connsiteY1750" fmla="*/ 1493175 h 2607908"/>
              <a:gd name="connsiteX1751" fmla="*/ 3174391 w 3689114"/>
              <a:gd name="connsiteY1751" fmla="*/ 1498011 h 2607908"/>
              <a:gd name="connsiteX1752" fmla="*/ 3169553 w 3689114"/>
              <a:gd name="connsiteY1752" fmla="*/ 1502849 h 2607908"/>
              <a:gd name="connsiteX1753" fmla="*/ 3164715 w 3689114"/>
              <a:gd name="connsiteY1753" fmla="*/ 1498011 h 2607908"/>
              <a:gd name="connsiteX1754" fmla="*/ 3169553 w 3689114"/>
              <a:gd name="connsiteY1754" fmla="*/ 1493175 h 2607908"/>
              <a:gd name="connsiteX1755" fmla="*/ 519562 w 3689114"/>
              <a:gd name="connsiteY1755" fmla="*/ 1493175 h 2607908"/>
              <a:gd name="connsiteX1756" fmla="*/ 524400 w 3689114"/>
              <a:gd name="connsiteY1756" fmla="*/ 1498011 h 2607908"/>
              <a:gd name="connsiteX1757" fmla="*/ 519562 w 3689114"/>
              <a:gd name="connsiteY1757" fmla="*/ 1502849 h 2607908"/>
              <a:gd name="connsiteX1758" fmla="*/ 514725 w 3689114"/>
              <a:gd name="connsiteY1758" fmla="*/ 1498011 h 2607908"/>
              <a:gd name="connsiteX1759" fmla="*/ 519562 w 3689114"/>
              <a:gd name="connsiteY1759" fmla="*/ 1493175 h 2607908"/>
              <a:gd name="connsiteX1760" fmla="*/ 634779 w 3689114"/>
              <a:gd name="connsiteY1760" fmla="*/ 1491966 h 2607908"/>
              <a:gd name="connsiteX1761" fmla="*/ 640826 w 3689114"/>
              <a:gd name="connsiteY1761" fmla="*/ 1498011 h 2607908"/>
              <a:gd name="connsiteX1762" fmla="*/ 634779 w 3689114"/>
              <a:gd name="connsiteY1762" fmla="*/ 1504056 h 2607908"/>
              <a:gd name="connsiteX1763" fmla="*/ 628732 w 3689114"/>
              <a:gd name="connsiteY1763" fmla="*/ 1498011 h 2607908"/>
              <a:gd name="connsiteX1764" fmla="*/ 634779 w 3689114"/>
              <a:gd name="connsiteY1764" fmla="*/ 1491966 h 2607908"/>
              <a:gd name="connsiteX1765" fmla="*/ 3054336 w 3689114"/>
              <a:gd name="connsiteY1765" fmla="*/ 1491857 h 2607908"/>
              <a:gd name="connsiteX1766" fmla="*/ 3060489 w 3689114"/>
              <a:gd name="connsiteY1766" fmla="*/ 1498011 h 2607908"/>
              <a:gd name="connsiteX1767" fmla="*/ 3054336 w 3689114"/>
              <a:gd name="connsiteY1767" fmla="*/ 1504165 h 2607908"/>
              <a:gd name="connsiteX1768" fmla="*/ 3048182 w 3689114"/>
              <a:gd name="connsiteY1768" fmla="*/ 1498011 h 2607908"/>
              <a:gd name="connsiteX1769" fmla="*/ 3054336 w 3689114"/>
              <a:gd name="connsiteY1769" fmla="*/ 1491857 h 2607908"/>
              <a:gd name="connsiteX1770" fmla="*/ 2939119 w 3689114"/>
              <a:gd name="connsiteY1770" fmla="*/ 1490510 h 2607908"/>
              <a:gd name="connsiteX1771" fmla="*/ 2946623 w 3689114"/>
              <a:gd name="connsiteY1771" fmla="*/ 1498011 h 2607908"/>
              <a:gd name="connsiteX1772" fmla="*/ 2939119 w 3689114"/>
              <a:gd name="connsiteY1772" fmla="*/ 1505517 h 2607908"/>
              <a:gd name="connsiteX1773" fmla="*/ 2931614 w 3689114"/>
              <a:gd name="connsiteY1773" fmla="*/ 1498011 h 2607908"/>
              <a:gd name="connsiteX1774" fmla="*/ 2939119 w 3689114"/>
              <a:gd name="connsiteY1774" fmla="*/ 1490510 h 2607908"/>
              <a:gd name="connsiteX1775" fmla="*/ 749995 w 3689114"/>
              <a:gd name="connsiteY1775" fmla="*/ 1490510 h 2607908"/>
              <a:gd name="connsiteX1776" fmla="*/ 757499 w 3689114"/>
              <a:gd name="connsiteY1776" fmla="*/ 1498011 h 2607908"/>
              <a:gd name="connsiteX1777" fmla="*/ 749995 w 3689114"/>
              <a:gd name="connsiteY1777" fmla="*/ 1505517 h 2607908"/>
              <a:gd name="connsiteX1778" fmla="*/ 742491 w 3689114"/>
              <a:gd name="connsiteY1778" fmla="*/ 1498011 h 2607908"/>
              <a:gd name="connsiteX1779" fmla="*/ 749995 w 3689114"/>
              <a:gd name="connsiteY1779" fmla="*/ 1490510 h 2607908"/>
              <a:gd name="connsiteX1780" fmla="*/ 2823902 w 3689114"/>
              <a:gd name="connsiteY1780" fmla="*/ 1489028 h 2607908"/>
              <a:gd name="connsiteX1781" fmla="*/ 2832888 w 3689114"/>
              <a:gd name="connsiteY1781" fmla="*/ 1498011 h 2607908"/>
              <a:gd name="connsiteX1782" fmla="*/ 2823902 w 3689114"/>
              <a:gd name="connsiteY1782" fmla="*/ 1506997 h 2607908"/>
              <a:gd name="connsiteX1783" fmla="*/ 2814917 w 3689114"/>
              <a:gd name="connsiteY1783" fmla="*/ 1498011 h 2607908"/>
              <a:gd name="connsiteX1784" fmla="*/ 2823902 w 3689114"/>
              <a:gd name="connsiteY1784" fmla="*/ 1489028 h 2607908"/>
              <a:gd name="connsiteX1785" fmla="*/ 865213 w 3689114"/>
              <a:gd name="connsiteY1785" fmla="*/ 1489028 h 2607908"/>
              <a:gd name="connsiteX1786" fmla="*/ 874198 w 3689114"/>
              <a:gd name="connsiteY1786" fmla="*/ 1498011 h 2607908"/>
              <a:gd name="connsiteX1787" fmla="*/ 865213 w 3689114"/>
              <a:gd name="connsiteY1787" fmla="*/ 1506997 h 2607908"/>
              <a:gd name="connsiteX1788" fmla="*/ 856227 w 3689114"/>
              <a:gd name="connsiteY1788" fmla="*/ 1498011 h 2607908"/>
              <a:gd name="connsiteX1789" fmla="*/ 865213 w 3689114"/>
              <a:gd name="connsiteY1789" fmla="*/ 1489028 h 2607908"/>
              <a:gd name="connsiteX1790" fmla="*/ 2708685 w 3689114"/>
              <a:gd name="connsiteY1790" fmla="*/ 1487418 h 2607908"/>
              <a:gd name="connsiteX1791" fmla="*/ 2719281 w 3689114"/>
              <a:gd name="connsiteY1791" fmla="*/ 1498011 h 2607908"/>
              <a:gd name="connsiteX1792" fmla="*/ 2708685 w 3689114"/>
              <a:gd name="connsiteY1792" fmla="*/ 1508609 h 2607908"/>
              <a:gd name="connsiteX1793" fmla="*/ 2698089 w 3689114"/>
              <a:gd name="connsiteY1793" fmla="*/ 1498011 h 2607908"/>
              <a:gd name="connsiteX1794" fmla="*/ 2708685 w 3689114"/>
              <a:gd name="connsiteY1794" fmla="*/ 1487418 h 2607908"/>
              <a:gd name="connsiteX1795" fmla="*/ 980429 w 3689114"/>
              <a:gd name="connsiteY1795" fmla="*/ 1487418 h 2607908"/>
              <a:gd name="connsiteX1796" fmla="*/ 991025 w 3689114"/>
              <a:gd name="connsiteY1796" fmla="*/ 1498011 h 2607908"/>
              <a:gd name="connsiteX1797" fmla="*/ 980429 w 3689114"/>
              <a:gd name="connsiteY1797" fmla="*/ 1508609 h 2607908"/>
              <a:gd name="connsiteX1798" fmla="*/ 969833 w 3689114"/>
              <a:gd name="connsiteY1798" fmla="*/ 1498011 h 2607908"/>
              <a:gd name="connsiteX1799" fmla="*/ 980429 w 3689114"/>
              <a:gd name="connsiteY1799" fmla="*/ 1487418 h 2607908"/>
              <a:gd name="connsiteX1800" fmla="*/ 2593468 w 3689114"/>
              <a:gd name="connsiteY1800" fmla="*/ 1485829 h 2607908"/>
              <a:gd name="connsiteX1801" fmla="*/ 2605654 w 3689114"/>
              <a:gd name="connsiteY1801" fmla="*/ 1498011 h 2607908"/>
              <a:gd name="connsiteX1802" fmla="*/ 2593468 w 3689114"/>
              <a:gd name="connsiteY1802" fmla="*/ 1510194 h 2607908"/>
              <a:gd name="connsiteX1803" fmla="*/ 2581282 w 3689114"/>
              <a:gd name="connsiteY1803" fmla="*/ 1498011 h 2607908"/>
              <a:gd name="connsiteX1804" fmla="*/ 2593468 w 3689114"/>
              <a:gd name="connsiteY1804" fmla="*/ 1485829 h 2607908"/>
              <a:gd name="connsiteX1805" fmla="*/ 1095647 w 3689114"/>
              <a:gd name="connsiteY1805" fmla="*/ 1485829 h 2607908"/>
              <a:gd name="connsiteX1806" fmla="*/ 1107832 w 3689114"/>
              <a:gd name="connsiteY1806" fmla="*/ 1498011 h 2607908"/>
              <a:gd name="connsiteX1807" fmla="*/ 1095647 w 3689114"/>
              <a:gd name="connsiteY1807" fmla="*/ 1510194 h 2607908"/>
              <a:gd name="connsiteX1808" fmla="*/ 1083461 w 3689114"/>
              <a:gd name="connsiteY1808" fmla="*/ 1498011 h 2607908"/>
              <a:gd name="connsiteX1809" fmla="*/ 1095647 w 3689114"/>
              <a:gd name="connsiteY1809" fmla="*/ 1485829 h 2607908"/>
              <a:gd name="connsiteX1810" fmla="*/ 2478250 w 3689114"/>
              <a:gd name="connsiteY1810" fmla="*/ 1484129 h 2607908"/>
              <a:gd name="connsiteX1811" fmla="*/ 2492135 w 3689114"/>
              <a:gd name="connsiteY1811" fmla="*/ 1498011 h 2607908"/>
              <a:gd name="connsiteX1812" fmla="*/ 2478250 w 3689114"/>
              <a:gd name="connsiteY1812" fmla="*/ 1511898 h 2607908"/>
              <a:gd name="connsiteX1813" fmla="*/ 2464366 w 3689114"/>
              <a:gd name="connsiteY1813" fmla="*/ 1498011 h 2607908"/>
              <a:gd name="connsiteX1814" fmla="*/ 2478250 w 3689114"/>
              <a:gd name="connsiteY1814" fmla="*/ 1484129 h 2607908"/>
              <a:gd name="connsiteX1815" fmla="*/ 1210863 w 3689114"/>
              <a:gd name="connsiteY1815" fmla="*/ 1484129 h 2607908"/>
              <a:gd name="connsiteX1816" fmla="*/ 1224748 w 3689114"/>
              <a:gd name="connsiteY1816" fmla="*/ 1498011 h 2607908"/>
              <a:gd name="connsiteX1817" fmla="*/ 1210863 w 3689114"/>
              <a:gd name="connsiteY1817" fmla="*/ 1511898 h 2607908"/>
              <a:gd name="connsiteX1818" fmla="*/ 1196980 w 3689114"/>
              <a:gd name="connsiteY1818" fmla="*/ 1498011 h 2607908"/>
              <a:gd name="connsiteX1819" fmla="*/ 1210863 w 3689114"/>
              <a:gd name="connsiteY1819" fmla="*/ 1484129 h 2607908"/>
              <a:gd name="connsiteX1820" fmla="*/ 2363034 w 3689114"/>
              <a:gd name="connsiteY1820" fmla="*/ 1482495 h 2607908"/>
              <a:gd name="connsiteX1821" fmla="*/ 2378555 w 3689114"/>
              <a:gd name="connsiteY1821" fmla="*/ 1498011 h 2607908"/>
              <a:gd name="connsiteX1822" fmla="*/ 2363034 w 3689114"/>
              <a:gd name="connsiteY1822" fmla="*/ 1513532 h 2607908"/>
              <a:gd name="connsiteX1823" fmla="*/ 2347513 w 3689114"/>
              <a:gd name="connsiteY1823" fmla="*/ 1498011 h 2607908"/>
              <a:gd name="connsiteX1824" fmla="*/ 2363034 w 3689114"/>
              <a:gd name="connsiteY1824" fmla="*/ 1482495 h 2607908"/>
              <a:gd name="connsiteX1825" fmla="*/ 1326080 w 3689114"/>
              <a:gd name="connsiteY1825" fmla="*/ 1482495 h 2607908"/>
              <a:gd name="connsiteX1826" fmla="*/ 1341602 w 3689114"/>
              <a:gd name="connsiteY1826" fmla="*/ 1498011 h 2607908"/>
              <a:gd name="connsiteX1827" fmla="*/ 1326080 w 3689114"/>
              <a:gd name="connsiteY1827" fmla="*/ 1513532 h 2607908"/>
              <a:gd name="connsiteX1828" fmla="*/ 1310559 w 3689114"/>
              <a:gd name="connsiteY1828" fmla="*/ 1498011 h 2607908"/>
              <a:gd name="connsiteX1829" fmla="*/ 1326080 w 3689114"/>
              <a:gd name="connsiteY1829" fmla="*/ 1482495 h 2607908"/>
              <a:gd name="connsiteX1830" fmla="*/ 2247817 w 3689114"/>
              <a:gd name="connsiteY1830" fmla="*/ 1480945 h 2607908"/>
              <a:gd name="connsiteX1831" fmla="*/ 2264887 w 3689114"/>
              <a:gd name="connsiteY1831" fmla="*/ 1498011 h 2607908"/>
              <a:gd name="connsiteX1832" fmla="*/ 2247817 w 3689114"/>
              <a:gd name="connsiteY1832" fmla="*/ 1515083 h 2607908"/>
              <a:gd name="connsiteX1833" fmla="*/ 2230746 w 3689114"/>
              <a:gd name="connsiteY1833" fmla="*/ 1498011 h 2607908"/>
              <a:gd name="connsiteX1834" fmla="*/ 2247817 w 3689114"/>
              <a:gd name="connsiteY1834" fmla="*/ 1480945 h 2607908"/>
              <a:gd name="connsiteX1835" fmla="*/ 1441298 w 3689114"/>
              <a:gd name="connsiteY1835" fmla="*/ 1480945 h 2607908"/>
              <a:gd name="connsiteX1836" fmla="*/ 1458368 w 3689114"/>
              <a:gd name="connsiteY1836" fmla="*/ 1498011 h 2607908"/>
              <a:gd name="connsiteX1837" fmla="*/ 1441298 w 3689114"/>
              <a:gd name="connsiteY1837" fmla="*/ 1515083 h 2607908"/>
              <a:gd name="connsiteX1838" fmla="*/ 1424228 w 3689114"/>
              <a:gd name="connsiteY1838" fmla="*/ 1498011 h 2607908"/>
              <a:gd name="connsiteX1839" fmla="*/ 1441298 w 3689114"/>
              <a:gd name="connsiteY1839" fmla="*/ 1480945 h 2607908"/>
              <a:gd name="connsiteX1840" fmla="*/ 2132600 w 3689114"/>
              <a:gd name="connsiteY1840" fmla="*/ 1479508 h 2607908"/>
              <a:gd name="connsiteX1841" fmla="*/ 2151107 w 3689114"/>
              <a:gd name="connsiteY1841" fmla="*/ 1498011 h 2607908"/>
              <a:gd name="connsiteX1842" fmla="*/ 2132600 w 3689114"/>
              <a:gd name="connsiteY1842" fmla="*/ 1516521 h 2607908"/>
              <a:gd name="connsiteX1843" fmla="*/ 2114092 w 3689114"/>
              <a:gd name="connsiteY1843" fmla="*/ 1498011 h 2607908"/>
              <a:gd name="connsiteX1844" fmla="*/ 2132600 w 3689114"/>
              <a:gd name="connsiteY1844" fmla="*/ 1479508 h 2607908"/>
              <a:gd name="connsiteX1845" fmla="*/ 1556514 w 3689114"/>
              <a:gd name="connsiteY1845" fmla="*/ 1479508 h 2607908"/>
              <a:gd name="connsiteX1846" fmla="*/ 1575022 w 3689114"/>
              <a:gd name="connsiteY1846" fmla="*/ 1498011 h 2607908"/>
              <a:gd name="connsiteX1847" fmla="*/ 1556514 w 3689114"/>
              <a:gd name="connsiteY1847" fmla="*/ 1516521 h 2607908"/>
              <a:gd name="connsiteX1848" fmla="*/ 1538007 w 3689114"/>
              <a:gd name="connsiteY1848" fmla="*/ 1498011 h 2607908"/>
              <a:gd name="connsiteX1849" fmla="*/ 1556514 w 3689114"/>
              <a:gd name="connsiteY1849" fmla="*/ 1479508 h 2607908"/>
              <a:gd name="connsiteX1850" fmla="*/ 2017383 w 3689114"/>
              <a:gd name="connsiteY1850" fmla="*/ 1478581 h 2607908"/>
              <a:gd name="connsiteX1851" fmla="*/ 2036817 w 3689114"/>
              <a:gd name="connsiteY1851" fmla="*/ 1498011 h 2607908"/>
              <a:gd name="connsiteX1852" fmla="*/ 2017383 w 3689114"/>
              <a:gd name="connsiteY1852" fmla="*/ 1517447 h 2607908"/>
              <a:gd name="connsiteX1853" fmla="*/ 1997948 w 3689114"/>
              <a:gd name="connsiteY1853" fmla="*/ 1498011 h 2607908"/>
              <a:gd name="connsiteX1854" fmla="*/ 2017383 w 3689114"/>
              <a:gd name="connsiteY1854" fmla="*/ 1478581 h 2607908"/>
              <a:gd name="connsiteX1855" fmla="*/ 1671732 w 3689114"/>
              <a:gd name="connsiteY1855" fmla="*/ 1478581 h 2607908"/>
              <a:gd name="connsiteX1856" fmla="*/ 1691166 w 3689114"/>
              <a:gd name="connsiteY1856" fmla="*/ 1498011 h 2607908"/>
              <a:gd name="connsiteX1857" fmla="*/ 1671732 w 3689114"/>
              <a:gd name="connsiteY1857" fmla="*/ 1517447 h 2607908"/>
              <a:gd name="connsiteX1858" fmla="*/ 1652297 w 3689114"/>
              <a:gd name="connsiteY1858" fmla="*/ 1498011 h 2607908"/>
              <a:gd name="connsiteX1859" fmla="*/ 1671732 w 3689114"/>
              <a:gd name="connsiteY1859" fmla="*/ 1478581 h 2607908"/>
              <a:gd name="connsiteX1860" fmla="*/ 1902166 w 3689114"/>
              <a:gd name="connsiteY1860" fmla="*/ 1478014 h 2607908"/>
              <a:gd name="connsiteX1861" fmla="*/ 1922167 w 3689114"/>
              <a:gd name="connsiteY1861" fmla="*/ 1498011 h 2607908"/>
              <a:gd name="connsiteX1862" fmla="*/ 1902166 w 3689114"/>
              <a:gd name="connsiteY1862" fmla="*/ 1518013 h 2607908"/>
              <a:gd name="connsiteX1863" fmla="*/ 1882164 w 3689114"/>
              <a:gd name="connsiteY1863" fmla="*/ 1498011 h 2607908"/>
              <a:gd name="connsiteX1864" fmla="*/ 1902166 w 3689114"/>
              <a:gd name="connsiteY1864" fmla="*/ 1478014 h 2607908"/>
              <a:gd name="connsiteX1865" fmla="*/ 1786949 w 3689114"/>
              <a:gd name="connsiteY1865" fmla="*/ 1478014 h 2607908"/>
              <a:gd name="connsiteX1866" fmla="*/ 1806950 w 3689114"/>
              <a:gd name="connsiteY1866" fmla="*/ 1498011 h 2607908"/>
              <a:gd name="connsiteX1867" fmla="*/ 1786949 w 3689114"/>
              <a:gd name="connsiteY1867" fmla="*/ 1518013 h 2607908"/>
              <a:gd name="connsiteX1868" fmla="*/ 1766947 w 3689114"/>
              <a:gd name="connsiteY1868" fmla="*/ 1498011 h 2607908"/>
              <a:gd name="connsiteX1869" fmla="*/ 1786949 w 3689114"/>
              <a:gd name="connsiteY1869" fmla="*/ 1478014 h 2607908"/>
              <a:gd name="connsiteX1870" fmla="*/ 3572813 w 3689114"/>
              <a:gd name="connsiteY1870" fmla="*/ 1396808 h 2607908"/>
              <a:gd name="connsiteX1871" fmla="*/ 3574243 w 3689114"/>
              <a:gd name="connsiteY1871" fmla="*/ 1398238 h 2607908"/>
              <a:gd name="connsiteX1872" fmla="*/ 3572813 w 3689114"/>
              <a:gd name="connsiteY1872" fmla="*/ 1399668 h 2607908"/>
              <a:gd name="connsiteX1873" fmla="*/ 3571382 w 3689114"/>
              <a:gd name="connsiteY1873" fmla="*/ 1398238 h 2607908"/>
              <a:gd name="connsiteX1874" fmla="*/ 3572813 w 3689114"/>
              <a:gd name="connsiteY1874" fmla="*/ 1396808 h 2607908"/>
              <a:gd name="connsiteX1875" fmla="*/ 116302 w 3689114"/>
              <a:gd name="connsiteY1875" fmla="*/ 1396808 h 2607908"/>
              <a:gd name="connsiteX1876" fmla="*/ 117733 w 3689114"/>
              <a:gd name="connsiteY1876" fmla="*/ 1398238 h 2607908"/>
              <a:gd name="connsiteX1877" fmla="*/ 116302 w 3689114"/>
              <a:gd name="connsiteY1877" fmla="*/ 1399668 h 2607908"/>
              <a:gd name="connsiteX1878" fmla="*/ 114871 w 3689114"/>
              <a:gd name="connsiteY1878" fmla="*/ 1398238 h 2607908"/>
              <a:gd name="connsiteX1879" fmla="*/ 116302 w 3689114"/>
              <a:gd name="connsiteY1879" fmla="*/ 1396808 h 2607908"/>
              <a:gd name="connsiteX1880" fmla="*/ 3457596 w 3689114"/>
              <a:gd name="connsiteY1880" fmla="*/ 1396106 h 2607908"/>
              <a:gd name="connsiteX1881" fmla="*/ 3459725 w 3689114"/>
              <a:gd name="connsiteY1881" fmla="*/ 1398238 h 2607908"/>
              <a:gd name="connsiteX1882" fmla="*/ 3457596 w 3689114"/>
              <a:gd name="connsiteY1882" fmla="*/ 1400366 h 2607908"/>
              <a:gd name="connsiteX1883" fmla="*/ 3455466 w 3689114"/>
              <a:gd name="connsiteY1883" fmla="*/ 1398238 h 2607908"/>
              <a:gd name="connsiteX1884" fmla="*/ 3457596 w 3689114"/>
              <a:gd name="connsiteY1884" fmla="*/ 1396106 h 2607908"/>
              <a:gd name="connsiteX1885" fmla="*/ 231519 w 3689114"/>
              <a:gd name="connsiteY1885" fmla="*/ 1396106 h 2607908"/>
              <a:gd name="connsiteX1886" fmla="*/ 233649 w 3689114"/>
              <a:gd name="connsiteY1886" fmla="*/ 1398238 h 2607908"/>
              <a:gd name="connsiteX1887" fmla="*/ 231519 w 3689114"/>
              <a:gd name="connsiteY1887" fmla="*/ 1400366 h 2607908"/>
              <a:gd name="connsiteX1888" fmla="*/ 229389 w 3689114"/>
              <a:gd name="connsiteY1888" fmla="*/ 1398238 h 2607908"/>
              <a:gd name="connsiteX1889" fmla="*/ 231519 w 3689114"/>
              <a:gd name="connsiteY1889" fmla="*/ 1396106 h 2607908"/>
              <a:gd name="connsiteX1890" fmla="*/ 3342379 w 3689114"/>
              <a:gd name="connsiteY1890" fmla="*/ 1395198 h 2607908"/>
              <a:gd name="connsiteX1891" fmla="*/ 3345418 w 3689114"/>
              <a:gd name="connsiteY1891" fmla="*/ 1398238 h 2607908"/>
              <a:gd name="connsiteX1892" fmla="*/ 3342379 w 3689114"/>
              <a:gd name="connsiteY1892" fmla="*/ 1401277 h 2607908"/>
              <a:gd name="connsiteX1893" fmla="*/ 3339340 w 3689114"/>
              <a:gd name="connsiteY1893" fmla="*/ 1398238 h 2607908"/>
              <a:gd name="connsiteX1894" fmla="*/ 3342379 w 3689114"/>
              <a:gd name="connsiteY1894" fmla="*/ 1395198 h 2607908"/>
              <a:gd name="connsiteX1895" fmla="*/ 346736 w 3689114"/>
              <a:gd name="connsiteY1895" fmla="*/ 1395198 h 2607908"/>
              <a:gd name="connsiteX1896" fmla="*/ 349775 w 3689114"/>
              <a:gd name="connsiteY1896" fmla="*/ 1398238 h 2607908"/>
              <a:gd name="connsiteX1897" fmla="*/ 346736 w 3689114"/>
              <a:gd name="connsiteY1897" fmla="*/ 1401277 h 2607908"/>
              <a:gd name="connsiteX1898" fmla="*/ 343697 w 3689114"/>
              <a:gd name="connsiteY1898" fmla="*/ 1398238 h 2607908"/>
              <a:gd name="connsiteX1899" fmla="*/ 346736 w 3689114"/>
              <a:gd name="connsiteY1899" fmla="*/ 1395198 h 2607908"/>
              <a:gd name="connsiteX1900" fmla="*/ 3227161 w 3689114"/>
              <a:gd name="connsiteY1900" fmla="*/ 1394221 h 2607908"/>
              <a:gd name="connsiteX1901" fmla="*/ 3231178 w 3689114"/>
              <a:gd name="connsiteY1901" fmla="*/ 1398238 h 2607908"/>
              <a:gd name="connsiteX1902" fmla="*/ 3227161 w 3689114"/>
              <a:gd name="connsiteY1902" fmla="*/ 1402254 h 2607908"/>
              <a:gd name="connsiteX1903" fmla="*/ 3223144 w 3689114"/>
              <a:gd name="connsiteY1903" fmla="*/ 1398238 h 2607908"/>
              <a:gd name="connsiteX1904" fmla="*/ 3227161 w 3689114"/>
              <a:gd name="connsiteY1904" fmla="*/ 1394221 h 2607908"/>
              <a:gd name="connsiteX1905" fmla="*/ 461953 w 3689114"/>
              <a:gd name="connsiteY1905" fmla="*/ 1394221 h 2607908"/>
              <a:gd name="connsiteX1906" fmla="*/ 465971 w 3689114"/>
              <a:gd name="connsiteY1906" fmla="*/ 1398238 h 2607908"/>
              <a:gd name="connsiteX1907" fmla="*/ 461953 w 3689114"/>
              <a:gd name="connsiteY1907" fmla="*/ 1402254 h 2607908"/>
              <a:gd name="connsiteX1908" fmla="*/ 457937 w 3689114"/>
              <a:gd name="connsiteY1908" fmla="*/ 1398238 h 2607908"/>
              <a:gd name="connsiteX1909" fmla="*/ 461953 w 3689114"/>
              <a:gd name="connsiteY1909" fmla="*/ 1394221 h 2607908"/>
              <a:gd name="connsiteX1910" fmla="*/ 3111944 w 3689114"/>
              <a:gd name="connsiteY1910" fmla="*/ 1393009 h 2607908"/>
              <a:gd name="connsiteX1911" fmla="*/ 3117171 w 3689114"/>
              <a:gd name="connsiteY1911" fmla="*/ 1398238 h 2607908"/>
              <a:gd name="connsiteX1912" fmla="*/ 3111944 w 3689114"/>
              <a:gd name="connsiteY1912" fmla="*/ 1403463 h 2607908"/>
              <a:gd name="connsiteX1913" fmla="*/ 3106718 w 3689114"/>
              <a:gd name="connsiteY1913" fmla="*/ 1398238 h 2607908"/>
              <a:gd name="connsiteX1914" fmla="*/ 3111944 w 3689114"/>
              <a:gd name="connsiteY1914" fmla="*/ 1393009 h 2607908"/>
              <a:gd name="connsiteX1915" fmla="*/ 577170 w 3689114"/>
              <a:gd name="connsiteY1915" fmla="*/ 1393009 h 2607908"/>
              <a:gd name="connsiteX1916" fmla="*/ 582397 w 3689114"/>
              <a:gd name="connsiteY1916" fmla="*/ 1398238 h 2607908"/>
              <a:gd name="connsiteX1917" fmla="*/ 577170 w 3689114"/>
              <a:gd name="connsiteY1917" fmla="*/ 1403463 h 2607908"/>
              <a:gd name="connsiteX1918" fmla="*/ 571944 w 3689114"/>
              <a:gd name="connsiteY1918" fmla="*/ 1398238 h 2607908"/>
              <a:gd name="connsiteX1919" fmla="*/ 577170 w 3689114"/>
              <a:gd name="connsiteY1919" fmla="*/ 1393009 h 2607908"/>
              <a:gd name="connsiteX1920" fmla="*/ 2996727 w 3689114"/>
              <a:gd name="connsiteY1920" fmla="*/ 1391865 h 2607908"/>
              <a:gd name="connsiteX1921" fmla="*/ 3003097 w 3689114"/>
              <a:gd name="connsiteY1921" fmla="*/ 1398238 h 2607908"/>
              <a:gd name="connsiteX1922" fmla="*/ 2996727 w 3689114"/>
              <a:gd name="connsiteY1922" fmla="*/ 1404607 h 2607908"/>
              <a:gd name="connsiteX1923" fmla="*/ 2990358 w 3689114"/>
              <a:gd name="connsiteY1923" fmla="*/ 1398238 h 2607908"/>
              <a:gd name="connsiteX1924" fmla="*/ 2996727 w 3689114"/>
              <a:gd name="connsiteY1924" fmla="*/ 1391865 h 2607908"/>
              <a:gd name="connsiteX1925" fmla="*/ 692388 w 3689114"/>
              <a:gd name="connsiteY1925" fmla="*/ 1391865 h 2607908"/>
              <a:gd name="connsiteX1926" fmla="*/ 698757 w 3689114"/>
              <a:gd name="connsiteY1926" fmla="*/ 1398238 h 2607908"/>
              <a:gd name="connsiteX1927" fmla="*/ 692388 w 3689114"/>
              <a:gd name="connsiteY1927" fmla="*/ 1404607 h 2607908"/>
              <a:gd name="connsiteX1928" fmla="*/ 686019 w 3689114"/>
              <a:gd name="connsiteY1928" fmla="*/ 1398238 h 2607908"/>
              <a:gd name="connsiteX1929" fmla="*/ 692388 w 3689114"/>
              <a:gd name="connsiteY1929" fmla="*/ 1391865 h 2607908"/>
              <a:gd name="connsiteX1930" fmla="*/ 2881510 w 3689114"/>
              <a:gd name="connsiteY1930" fmla="*/ 1390492 h 2607908"/>
              <a:gd name="connsiteX1931" fmla="*/ 2889252 w 3689114"/>
              <a:gd name="connsiteY1931" fmla="*/ 1398238 h 2607908"/>
              <a:gd name="connsiteX1932" fmla="*/ 2881510 w 3689114"/>
              <a:gd name="connsiteY1932" fmla="*/ 1405980 h 2607908"/>
              <a:gd name="connsiteX1933" fmla="*/ 2873768 w 3689114"/>
              <a:gd name="connsiteY1933" fmla="*/ 1398238 h 2607908"/>
              <a:gd name="connsiteX1934" fmla="*/ 2881510 w 3689114"/>
              <a:gd name="connsiteY1934" fmla="*/ 1390492 h 2607908"/>
              <a:gd name="connsiteX1935" fmla="*/ 807604 w 3689114"/>
              <a:gd name="connsiteY1935" fmla="*/ 1390492 h 2607908"/>
              <a:gd name="connsiteX1936" fmla="*/ 815346 w 3689114"/>
              <a:gd name="connsiteY1936" fmla="*/ 1398238 h 2607908"/>
              <a:gd name="connsiteX1937" fmla="*/ 807604 w 3689114"/>
              <a:gd name="connsiteY1937" fmla="*/ 1405980 h 2607908"/>
              <a:gd name="connsiteX1938" fmla="*/ 799861 w 3689114"/>
              <a:gd name="connsiteY1938" fmla="*/ 1398238 h 2607908"/>
              <a:gd name="connsiteX1939" fmla="*/ 807604 w 3689114"/>
              <a:gd name="connsiteY1939" fmla="*/ 1390492 h 2607908"/>
              <a:gd name="connsiteX1940" fmla="*/ 2766293 w 3689114"/>
              <a:gd name="connsiteY1940" fmla="*/ 1388988 h 2607908"/>
              <a:gd name="connsiteX1941" fmla="*/ 2775538 w 3689114"/>
              <a:gd name="connsiteY1941" fmla="*/ 1398238 h 2607908"/>
              <a:gd name="connsiteX1942" fmla="*/ 2766293 w 3689114"/>
              <a:gd name="connsiteY1942" fmla="*/ 1407483 h 2607908"/>
              <a:gd name="connsiteX1943" fmla="*/ 2757048 w 3689114"/>
              <a:gd name="connsiteY1943" fmla="*/ 1398238 h 2607908"/>
              <a:gd name="connsiteX1944" fmla="*/ 2766293 w 3689114"/>
              <a:gd name="connsiteY1944" fmla="*/ 1388988 h 2607908"/>
              <a:gd name="connsiteX1945" fmla="*/ 922821 w 3689114"/>
              <a:gd name="connsiteY1945" fmla="*/ 1388988 h 2607908"/>
              <a:gd name="connsiteX1946" fmla="*/ 932066 w 3689114"/>
              <a:gd name="connsiteY1946" fmla="*/ 1398238 h 2607908"/>
              <a:gd name="connsiteX1947" fmla="*/ 922821 w 3689114"/>
              <a:gd name="connsiteY1947" fmla="*/ 1407483 h 2607908"/>
              <a:gd name="connsiteX1948" fmla="*/ 913576 w 3689114"/>
              <a:gd name="connsiteY1948" fmla="*/ 1398238 h 2607908"/>
              <a:gd name="connsiteX1949" fmla="*/ 922821 w 3689114"/>
              <a:gd name="connsiteY1949" fmla="*/ 1388988 h 2607908"/>
              <a:gd name="connsiteX1950" fmla="*/ 2651076 w 3689114"/>
              <a:gd name="connsiteY1950" fmla="*/ 1387499 h 2607908"/>
              <a:gd name="connsiteX1951" fmla="*/ 2661813 w 3689114"/>
              <a:gd name="connsiteY1951" fmla="*/ 1398238 h 2607908"/>
              <a:gd name="connsiteX1952" fmla="*/ 2651076 w 3689114"/>
              <a:gd name="connsiteY1952" fmla="*/ 1408973 h 2607908"/>
              <a:gd name="connsiteX1953" fmla="*/ 2640340 w 3689114"/>
              <a:gd name="connsiteY1953" fmla="*/ 1398238 h 2607908"/>
              <a:gd name="connsiteX1954" fmla="*/ 2651076 w 3689114"/>
              <a:gd name="connsiteY1954" fmla="*/ 1387499 h 2607908"/>
              <a:gd name="connsiteX1955" fmla="*/ 1038037 w 3689114"/>
              <a:gd name="connsiteY1955" fmla="*/ 1387499 h 2607908"/>
              <a:gd name="connsiteX1956" fmla="*/ 1048774 w 3689114"/>
              <a:gd name="connsiteY1956" fmla="*/ 1398238 h 2607908"/>
              <a:gd name="connsiteX1957" fmla="*/ 1038037 w 3689114"/>
              <a:gd name="connsiteY1957" fmla="*/ 1408973 h 2607908"/>
              <a:gd name="connsiteX1958" fmla="*/ 1027301 w 3689114"/>
              <a:gd name="connsiteY1958" fmla="*/ 1398238 h 2607908"/>
              <a:gd name="connsiteX1959" fmla="*/ 1038037 w 3689114"/>
              <a:gd name="connsiteY1959" fmla="*/ 1387499 h 2607908"/>
              <a:gd name="connsiteX1960" fmla="*/ 2535860 w 3689114"/>
              <a:gd name="connsiteY1960" fmla="*/ 1385901 h 2607908"/>
              <a:gd name="connsiteX1961" fmla="*/ 2548195 w 3689114"/>
              <a:gd name="connsiteY1961" fmla="*/ 1398238 h 2607908"/>
              <a:gd name="connsiteX1962" fmla="*/ 2535860 w 3689114"/>
              <a:gd name="connsiteY1962" fmla="*/ 1410575 h 2607908"/>
              <a:gd name="connsiteX1963" fmla="*/ 2523524 w 3689114"/>
              <a:gd name="connsiteY1963" fmla="*/ 1398238 h 2607908"/>
              <a:gd name="connsiteX1964" fmla="*/ 2535860 w 3689114"/>
              <a:gd name="connsiteY1964" fmla="*/ 1385901 h 2607908"/>
              <a:gd name="connsiteX1965" fmla="*/ 1153255 w 3689114"/>
              <a:gd name="connsiteY1965" fmla="*/ 1385901 h 2607908"/>
              <a:gd name="connsiteX1966" fmla="*/ 1165591 w 3689114"/>
              <a:gd name="connsiteY1966" fmla="*/ 1398238 h 2607908"/>
              <a:gd name="connsiteX1967" fmla="*/ 1153255 w 3689114"/>
              <a:gd name="connsiteY1967" fmla="*/ 1410575 h 2607908"/>
              <a:gd name="connsiteX1968" fmla="*/ 1140919 w 3689114"/>
              <a:gd name="connsiteY1968" fmla="*/ 1398238 h 2607908"/>
              <a:gd name="connsiteX1969" fmla="*/ 1153255 w 3689114"/>
              <a:gd name="connsiteY1969" fmla="*/ 1385901 h 2607908"/>
              <a:gd name="connsiteX1970" fmla="*/ 2420643 w 3689114"/>
              <a:gd name="connsiteY1970" fmla="*/ 1384353 h 2607908"/>
              <a:gd name="connsiteX1971" fmla="*/ 2434527 w 3689114"/>
              <a:gd name="connsiteY1971" fmla="*/ 1398238 h 2607908"/>
              <a:gd name="connsiteX1972" fmla="*/ 2420643 w 3689114"/>
              <a:gd name="connsiteY1972" fmla="*/ 1412121 h 2607908"/>
              <a:gd name="connsiteX1973" fmla="*/ 2406758 w 3689114"/>
              <a:gd name="connsiteY1973" fmla="*/ 1398238 h 2607908"/>
              <a:gd name="connsiteX1974" fmla="*/ 2420643 w 3689114"/>
              <a:gd name="connsiteY1974" fmla="*/ 1384353 h 2607908"/>
              <a:gd name="connsiteX1975" fmla="*/ 1268472 w 3689114"/>
              <a:gd name="connsiteY1975" fmla="*/ 1384353 h 2607908"/>
              <a:gd name="connsiteX1976" fmla="*/ 1282356 w 3689114"/>
              <a:gd name="connsiteY1976" fmla="*/ 1398238 h 2607908"/>
              <a:gd name="connsiteX1977" fmla="*/ 1268472 w 3689114"/>
              <a:gd name="connsiteY1977" fmla="*/ 1412121 h 2607908"/>
              <a:gd name="connsiteX1978" fmla="*/ 1254588 w 3689114"/>
              <a:gd name="connsiteY1978" fmla="*/ 1398238 h 2607908"/>
              <a:gd name="connsiteX1979" fmla="*/ 1268472 w 3689114"/>
              <a:gd name="connsiteY1979" fmla="*/ 1384353 h 2607908"/>
              <a:gd name="connsiteX1980" fmla="*/ 2305425 w 3689114"/>
              <a:gd name="connsiteY1980" fmla="*/ 1382712 h 2607908"/>
              <a:gd name="connsiteX1981" fmla="*/ 2320946 w 3689114"/>
              <a:gd name="connsiteY1981" fmla="*/ 1398238 h 2607908"/>
              <a:gd name="connsiteX1982" fmla="*/ 2305425 w 3689114"/>
              <a:gd name="connsiteY1982" fmla="*/ 1413758 h 2607908"/>
              <a:gd name="connsiteX1983" fmla="*/ 2289904 w 3689114"/>
              <a:gd name="connsiteY1983" fmla="*/ 1398238 h 2607908"/>
              <a:gd name="connsiteX1984" fmla="*/ 2305425 w 3689114"/>
              <a:gd name="connsiteY1984" fmla="*/ 1382712 h 2607908"/>
              <a:gd name="connsiteX1985" fmla="*/ 1383689 w 3689114"/>
              <a:gd name="connsiteY1985" fmla="*/ 1382712 h 2607908"/>
              <a:gd name="connsiteX1986" fmla="*/ 1399209 w 3689114"/>
              <a:gd name="connsiteY1986" fmla="*/ 1398238 h 2607908"/>
              <a:gd name="connsiteX1987" fmla="*/ 1383689 w 3689114"/>
              <a:gd name="connsiteY1987" fmla="*/ 1413758 h 2607908"/>
              <a:gd name="connsiteX1988" fmla="*/ 1368168 w 3689114"/>
              <a:gd name="connsiteY1988" fmla="*/ 1398238 h 2607908"/>
              <a:gd name="connsiteX1989" fmla="*/ 1383689 w 3689114"/>
              <a:gd name="connsiteY1989" fmla="*/ 1382712 h 2607908"/>
              <a:gd name="connsiteX1990" fmla="*/ 2190208 w 3689114"/>
              <a:gd name="connsiteY1990" fmla="*/ 1381518 h 2607908"/>
              <a:gd name="connsiteX1991" fmla="*/ 2206928 w 3689114"/>
              <a:gd name="connsiteY1991" fmla="*/ 1398238 h 2607908"/>
              <a:gd name="connsiteX1992" fmla="*/ 2190208 w 3689114"/>
              <a:gd name="connsiteY1992" fmla="*/ 1414957 h 2607908"/>
              <a:gd name="connsiteX1993" fmla="*/ 2173488 w 3689114"/>
              <a:gd name="connsiteY1993" fmla="*/ 1398238 h 2607908"/>
              <a:gd name="connsiteX1994" fmla="*/ 2190208 w 3689114"/>
              <a:gd name="connsiteY1994" fmla="*/ 1381518 h 2607908"/>
              <a:gd name="connsiteX1995" fmla="*/ 1498906 w 3689114"/>
              <a:gd name="connsiteY1995" fmla="*/ 1381518 h 2607908"/>
              <a:gd name="connsiteX1996" fmla="*/ 1515626 w 3689114"/>
              <a:gd name="connsiteY1996" fmla="*/ 1398238 h 2607908"/>
              <a:gd name="connsiteX1997" fmla="*/ 1498906 w 3689114"/>
              <a:gd name="connsiteY1997" fmla="*/ 1414957 h 2607908"/>
              <a:gd name="connsiteX1998" fmla="*/ 1482186 w 3689114"/>
              <a:gd name="connsiteY1998" fmla="*/ 1398238 h 2607908"/>
              <a:gd name="connsiteX1999" fmla="*/ 1498906 w 3689114"/>
              <a:gd name="connsiteY1999" fmla="*/ 1381518 h 2607908"/>
              <a:gd name="connsiteX2000" fmla="*/ 2074992 w 3689114"/>
              <a:gd name="connsiteY2000" fmla="*/ 1380452 h 2607908"/>
              <a:gd name="connsiteX2001" fmla="*/ 2092773 w 3689114"/>
              <a:gd name="connsiteY2001" fmla="*/ 1398238 h 2607908"/>
              <a:gd name="connsiteX2002" fmla="*/ 2074992 w 3689114"/>
              <a:gd name="connsiteY2002" fmla="*/ 1416015 h 2607908"/>
              <a:gd name="connsiteX2003" fmla="*/ 2057209 w 3689114"/>
              <a:gd name="connsiteY2003" fmla="*/ 1398238 h 2607908"/>
              <a:gd name="connsiteX2004" fmla="*/ 2074992 w 3689114"/>
              <a:gd name="connsiteY2004" fmla="*/ 1380452 h 2607908"/>
              <a:gd name="connsiteX2005" fmla="*/ 1614123 w 3689114"/>
              <a:gd name="connsiteY2005" fmla="*/ 1380452 h 2607908"/>
              <a:gd name="connsiteX2006" fmla="*/ 1631905 w 3689114"/>
              <a:gd name="connsiteY2006" fmla="*/ 1398238 h 2607908"/>
              <a:gd name="connsiteX2007" fmla="*/ 1614123 w 3689114"/>
              <a:gd name="connsiteY2007" fmla="*/ 1416015 h 2607908"/>
              <a:gd name="connsiteX2008" fmla="*/ 1596341 w 3689114"/>
              <a:gd name="connsiteY2008" fmla="*/ 1398238 h 2607908"/>
              <a:gd name="connsiteX2009" fmla="*/ 1614123 w 3689114"/>
              <a:gd name="connsiteY2009" fmla="*/ 1380452 h 2607908"/>
              <a:gd name="connsiteX2010" fmla="*/ 1959774 w 3689114"/>
              <a:gd name="connsiteY2010" fmla="*/ 1379727 h 2607908"/>
              <a:gd name="connsiteX2011" fmla="*/ 1978282 w 3689114"/>
              <a:gd name="connsiteY2011" fmla="*/ 1398238 h 2607908"/>
              <a:gd name="connsiteX2012" fmla="*/ 1959774 w 3689114"/>
              <a:gd name="connsiteY2012" fmla="*/ 1416745 h 2607908"/>
              <a:gd name="connsiteX2013" fmla="*/ 1941267 w 3689114"/>
              <a:gd name="connsiteY2013" fmla="*/ 1398238 h 2607908"/>
              <a:gd name="connsiteX2014" fmla="*/ 1959774 w 3689114"/>
              <a:gd name="connsiteY2014" fmla="*/ 1379727 h 2607908"/>
              <a:gd name="connsiteX2015" fmla="*/ 1729340 w 3689114"/>
              <a:gd name="connsiteY2015" fmla="*/ 1379727 h 2607908"/>
              <a:gd name="connsiteX2016" fmla="*/ 1747848 w 3689114"/>
              <a:gd name="connsiteY2016" fmla="*/ 1398238 h 2607908"/>
              <a:gd name="connsiteX2017" fmla="*/ 1729340 w 3689114"/>
              <a:gd name="connsiteY2017" fmla="*/ 1416745 h 2607908"/>
              <a:gd name="connsiteX2018" fmla="*/ 1710833 w 3689114"/>
              <a:gd name="connsiteY2018" fmla="*/ 1398238 h 2607908"/>
              <a:gd name="connsiteX2019" fmla="*/ 1729340 w 3689114"/>
              <a:gd name="connsiteY2019" fmla="*/ 1379727 h 2607908"/>
              <a:gd name="connsiteX2020" fmla="*/ 1844558 w 3689114"/>
              <a:gd name="connsiteY2020" fmla="*/ 1379544 h 2607908"/>
              <a:gd name="connsiteX2021" fmla="*/ 1863248 w 3689114"/>
              <a:gd name="connsiteY2021" fmla="*/ 1398238 h 2607908"/>
              <a:gd name="connsiteX2022" fmla="*/ 1844558 w 3689114"/>
              <a:gd name="connsiteY2022" fmla="*/ 1416928 h 2607908"/>
              <a:gd name="connsiteX2023" fmla="*/ 1825866 w 3689114"/>
              <a:gd name="connsiteY2023" fmla="*/ 1398238 h 2607908"/>
              <a:gd name="connsiteX2024" fmla="*/ 1844558 w 3689114"/>
              <a:gd name="connsiteY2024" fmla="*/ 1379544 h 2607908"/>
              <a:gd name="connsiteX2025" fmla="*/ 3515205 w 3689114"/>
              <a:gd name="connsiteY2025" fmla="*/ 1296862 h 2607908"/>
              <a:gd name="connsiteX2026" fmla="*/ 3516797 w 3689114"/>
              <a:gd name="connsiteY2026" fmla="*/ 1298454 h 2607908"/>
              <a:gd name="connsiteX2027" fmla="*/ 3515205 w 3689114"/>
              <a:gd name="connsiteY2027" fmla="*/ 1300045 h 2607908"/>
              <a:gd name="connsiteX2028" fmla="*/ 3513612 w 3689114"/>
              <a:gd name="connsiteY2028" fmla="*/ 1298454 h 2607908"/>
              <a:gd name="connsiteX2029" fmla="*/ 3515205 w 3689114"/>
              <a:gd name="connsiteY2029" fmla="*/ 1296862 h 2607908"/>
              <a:gd name="connsiteX2030" fmla="*/ 173910 w 3689114"/>
              <a:gd name="connsiteY2030" fmla="*/ 1296862 h 2607908"/>
              <a:gd name="connsiteX2031" fmla="*/ 175503 w 3689114"/>
              <a:gd name="connsiteY2031" fmla="*/ 1298454 h 2607908"/>
              <a:gd name="connsiteX2032" fmla="*/ 173910 w 3689114"/>
              <a:gd name="connsiteY2032" fmla="*/ 1300045 h 2607908"/>
              <a:gd name="connsiteX2033" fmla="*/ 172319 w 3689114"/>
              <a:gd name="connsiteY2033" fmla="*/ 1298454 h 2607908"/>
              <a:gd name="connsiteX2034" fmla="*/ 173910 w 3689114"/>
              <a:gd name="connsiteY2034" fmla="*/ 1296862 h 2607908"/>
              <a:gd name="connsiteX2035" fmla="*/ 3399987 w 3689114"/>
              <a:gd name="connsiteY2035" fmla="*/ 1296127 h 2607908"/>
              <a:gd name="connsiteX2036" fmla="*/ 3402313 w 3689114"/>
              <a:gd name="connsiteY2036" fmla="*/ 1298454 h 2607908"/>
              <a:gd name="connsiteX2037" fmla="*/ 3399987 w 3689114"/>
              <a:gd name="connsiteY2037" fmla="*/ 1300777 h 2607908"/>
              <a:gd name="connsiteX2038" fmla="*/ 3397662 w 3689114"/>
              <a:gd name="connsiteY2038" fmla="*/ 1298454 h 2607908"/>
              <a:gd name="connsiteX2039" fmla="*/ 3399987 w 3689114"/>
              <a:gd name="connsiteY2039" fmla="*/ 1296127 h 2607908"/>
              <a:gd name="connsiteX2040" fmla="*/ 289128 w 3689114"/>
              <a:gd name="connsiteY2040" fmla="*/ 1296127 h 2607908"/>
              <a:gd name="connsiteX2041" fmla="*/ 291454 w 3689114"/>
              <a:gd name="connsiteY2041" fmla="*/ 1298454 h 2607908"/>
              <a:gd name="connsiteX2042" fmla="*/ 289128 w 3689114"/>
              <a:gd name="connsiteY2042" fmla="*/ 1300777 h 2607908"/>
              <a:gd name="connsiteX2043" fmla="*/ 286802 w 3689114"/>
              <a:gd name="connsiteY2043" fmla="*/ 1298454 h 2607908"/>
              <a:gd name="connsiteX2044" fmla="*/ 289128 w 3689114"/>
              <a:gd name="connsiteY2044" fmla="*/ 1296127 h 2607908"/>
              <a:gd name="connsiteX2045" fmla="*/ 3284770 w 3689114"/>
              <a:gd name="connsiteY2045" fmla="*/ 1295182 h 2607908"/>
              <a:gd name="connsiteX2046" fmla="*/ 3288041 w 3689114"/>
              <a:gd name="connsiteY2046" fmla="*/ 1298454 h 2607908"/>
              <a:gd name="connsiteX2047" fmla="*/ 3284770 w 3689114"/>
              <a:gd name="connsiteY2047" fmla="*/ 1301723 h 2607908"/>
              <a:gd name="connsiteX2048" fmla="*/ 3281499 w 3689114"/>
              <a:gd name="connsiteY2048" fmla="*/ 1298454 h 2607908"/>
              <a:gd name="connsiteX2049" fmla="*/ 3284770 w 3689114"/>
              <a:gd name="connsiteY2049" fmla="*/ 1295182 h 2607908"/>
              <a:gd name="connsiteX2050" fmla="*/ 404345 w 3689114"/>
              <a:gd name="connsiteY2050" fmla="*/ 1295182 h 2607908"/>
              <a:gd name="connsiteX2051" fmla="*/ 407616 w 3689114"/>
              <a:gd name="connsiteY2051" fmla="*/ 1298454 h 2607908"/>
              <a:gd name="connsiteX2052" fmla="*/ 404345 w 3689114"/>
              <a:gd name="connsiteY2052" fmla="*/ 1301723 h 2607908"/>
              <a:gd name="connsiteX2053" fmla="*/ 401074 w 3689114"/>
              <a:gd name="connsiteY2053" fmla="*/ 1298454 h 2607908"/>
              <a:gd name="connsiteX2054" fmla="*/ 404345 w 3689114"/>
              <a:gd name="connsiteY2054" fmla="*/ 1295182 h 2607908"/>
              <a:gd name="connsiteX2055" fmla="*/ 3169553 w 3689114"/>
              <a:gd name="connsiteY2055" fmla="*/ 1294261 h 2607908"/>
              <a:gd name="connsiteX2056" fmla="*/ 3173747 w 3689114"/>
              <a:gd name="connsiteY2056" fmla="*/ 1298454 h 2607908"/>
              <a:gd name="connsiteX2057" fmla="*/ 3169553 w 3689114"/>
              <a:gd name="connsiteY2057" fmla="*/ 1302645 h 2607908"/>
              <a:gd name="connsiteX2058" fmla="*/ 3165360 w 3689114"/>
              <a:gd name="connsiteY2058" fmla="*/ 1298454 h 2607908"/>
              <a:gd name="connsiteX2059" fmla="*/ 3169553 w 3689114"/>
              <a:gd name="connsiteY2059" fmla="*/ 1294261 h 2607908"/>
              <a:gd name="connsiteX2060" fmla="*/ 519562 w 3689114"/>
              <a:gd name="connsiteY2060" fmla="*/ 1294261 h 2607908"/>
              <a:gd name="connsiteX2061" fmla="*/ 523756 w 3689114"/>
              <a:gd name="connsiteY2061" fmla="*/ 1298454 h 2607908"/>
              <a:gd name="connsiteX2062" fmla="*/ 519562 w 3689114"/>
              <a:gd name="connsiteY2062" fmla="*/ 1302645 h 2607908"/>
              <a:gd name="connsiteX2063" fmla="*/ 515369 w 3689114"/>
              <a:gd name="connsiteY2063" fmla="*/ 1298454 h 2607908"/>
              <a:gd name="connsiteX2064" fmla="*/ 519562 w 3689114"/>
              <a:gd name="connsiteY2064" fmla="*/ 1294261 h 2607908"/>
              <a:gd name="connsiteX2065" fmla="*/ 3054336 w 3689114"/>
              <a:gd name="connsiteY2065" fmla="*/ 1293027 h 2607908"/>
              <a:gd name="connsiteX2066" fmla="*/ 3059762 w 3689114"/>
              <a:gd name="connsiteY2066" fmla="*/ 1298454 h 2607908"/>
              <a:gd name="connsiteX2067" fmla="*/ 3054336 w 3689114"/>
              <a:gd name="connsiteY2067" fmla="*/ 1303878 h 2607908"/>
              <a:gd name="connsiteX2068" fmla="*/ 3048911 w 3689114"/>
              <a:gd name="connsiteY2068" fmla="*/ 1298454 h 2607908"/>
              <a:gd name="connsiteX2069" fmla="*/ 3054336 w 3689114"/>
              <a:gd name="connsiteY2069" fmla="*/ 1293027 h 2607908"/>
              <a:gd name="connsiteX2070" fmla="*/ 634779 w 3689114"/>
              <a:gd name="connsiteY2070" fmla="*/ 1293027 h 2607908"/>
              <a:gd name="connsiteX2071" fmla="*/ 640205 w 3689114"/>
              <a:gd name="connsiteY2071" fmla="*/ 1298454 h 2607908"/>
              <a:gd name="connsiteX2072" fmla="*/ 634779 w 3689114"/>
              <a:gd name="connsiteY2072" fmla="*/ 1303878 h 2607908"/>
              <a:gd name="connsiteX2073" fmla="*/ 629353 w 3689114"/>
              <a:gd name="connsiteY2073" fmla="*/ 1298454 h 2607908"/>
              <a:gd name="connsiteX2074" fmla="*/ 634779 w 3689114"/>
              <a:gd name="connsiteY2074" fmla="*/ 1293027 h 2607908"/>
              <a:gd name="connsiteX2075" fmla="*/ 2939119 w 3689114"/>
              <a:gd name="connsiteY2075" fmla="*/ 1291866 h 2607908"/>
              <a:gd name="connsiteX2076" fmla="*/ 2945708 w 3689114"/>
              <a:gd name="connsiteY2076" fmla="*/ 1298454 h 2607908"/>
              <a:gd name="connsiteX2077" fmla="*/ 2939119 w 3689114"/>
              <a:gd name="connsiteY2077" fmla="*/ 1305043 h 2607908"/>
              <a:gd name="connsiteX2078" fmla="*/ 2932529 w 3689114"/>
              <a:gd name="connsiteY2078" fmla="*/ 1298454 h 2607908"/>
              <a:gd name="connsiteX2079" fmla="*/ 2939119 w 3689114"/>
              <a:gd name="connsiteY2079" fmla="*/ 1291866 h 2607908"/>
              <a:gd name="connsiteX2080" fmla="*/ 749995 w 3689114"/>
              <a:gd name="connsiteY2080" fmla="*/ 1291866 h 2607908"/>
              <a:gd name="connsiteX2081" fmla="*/ 756585 w 3689114"/>
              <a:gd name="connsiteY2081" fmla="*/ 1298454 h 2607908"/>
              <a:gd name="connsiteX2082" fmla="*/ 749995 w 3689114"/>
              <a:gd name="connsiteY2082" fmla="*/ 1305043 h 2607908"/>
              <a:gd name="connsiteX2083" fmla="*/ 743406 w 3689114"/>
              <a:gd name="connsiteY2083" fmla="*/ 1298454 h 2607908"/>
              <a:gd name="connsiteX2084" fmla="*/ 749995 w 3689114"/>
              <a:gd name="connsiteY2084" fmla="*/ 1291866 h 2607908"/>
              <a:gd name="connsiteX2085" fmla="*/ 2823901 w 3689114"/>
              <a:gd name="connsiteY2085" fmla="*/ 1290472 h 2607908"/>
              <a:gd name="connsiteX2086" fmla="*/ 2831885 w 3689114"/>
              <a:gd name="connsiteY2086" fmla="*/ 1298454 h 2607908"/>
              <a:gd name="connsiteX2087" fmla="*/ 2823901 w 3689114"/>
              <a:gd name="connsiteY2087" fmla="*/ 1306435 h 2607908"/>
              <a:gd name="connsiteX2088" fmla="*/ 2815918 w 3689114"/>
              <a:gd name="connsiteY2088" fmla="*/ 1298454 h 2607908"/>
              <a:gd name="connsiteX2089" fmla="*/ 2823901 w 3689114"/>
              <a:gd name="connsiteY2089" fmla="*/ 1290472 h 2607908"/>
              <a:gd name="connsiteX2090" fmla="*/ 865212 w 3689114"/>
              <a:gd name="connsiteY2090" fmla="*/ 1290472 h 2607908"/>
              <a:gd name="connsiteX2091" fmla="*/ 873196 w 3689114"/>
              <a:gd name="connsiteY2091" fmla="*/ 1298454 h 2607908"/>
              <a:gd name="connsiteX2092" fmla="*/ 865212 w 3689114"/>
              <a:gd name="connsiteY2092" fmla="*/ 1306435 h 2607908"/>
              <a:gd name="connsiteX2093" fmla="*/ 857229 w 3689114"/>
              <a:gd name="connsiteY2093" fmla="*/ 1298454 h 2607908"/>
              <a:gd name="connsiteX2094" fmla="*/ 865212 w 3689114"/>
              <a:gd name="connsiteY2094" fmla="*/ 1290472 h 2607908"/>
              <a:gd name="connsiteX2095" fmla="*/ 2708685 w 3689114"/>
              <a:gd name="connsiteY2095" fmla="*/ 1289208 h 2607908"/>
              <a:gd name="connsiteX2096" fmla="*/ 2717930 w 3689114"/>
              <a:gd name="connsiteY2096" fmla="*/ 1298454 h 2607908"/>
              <a:gd name="connsiteX2097" fmla="*/ 2708685 w 3689114"/>
              <a:gd name="connsiteY2097" fmla="*/ 1307695 h 2607908"/>
              <a:gd name="connsiteX2098" fmla="*/ 2699440 w 3689114"/>
              <a:gd name="connsiteY2098" fmla="*/ 1298454 h 2607908"/>
              <a:gd name="connsiteX2099" fmla="*/ 2708685 w 3689114"/>
              <a:gd name="connsiteY2099" fmla="*/ 1289208 h 2607908"/>
              <a:gd name="connsiteX2100" fmla="*/ 980430 w 3689114"/>
              <a:gd name="connsiteY2100" fmla="*/ 1289208 h 2607908"/>
              <a:gd name="connsiteX2101" fmla="*/ 989675 w 3689114"/>
              <a:gd name="connsiteY2101" fmla="*/ 1298454 h 2607908"/>
              <a:gd name="connsiteX2102" fmla="*/ 980430 w 3689114"/>
              <a:gd name="connsiteY2102" fmla="*/ 1307695 h 2607908"/>
              <a:gd name="connsiteX2103" fmla="*/ 971185 w 3689114"/>
              <a:gd name="connsiteY2103" fmla="*/ 1298454 h 2607908"/>
              <a:gd name="connsiteX2104" fmla="*/ 980430 w 3689114"/>
              <a:gd name="connsiteY2104" fmla="*/ 1289208 h 2607908"/>
              <a:gd name="connsiteX2105" fmla="*/ 2593467 w 3689114"/>
              <a:gd name="connsiteY2105" fmla="*/ 1287719 h 2607908"/>
              <a:gd name="connsiteX2106" fmla="*/ 2604204 w 3689114"/>
              <a:gd name="connsiteY2106" fmla="*/ 1298454 h 2607908"/>
              <a:gd name="connsiteX2107" fmla="*/ 2593467 w 3689114"/>
              <a:gd name="connsiteY2107" fmla="*/ 1309185 h 2607908"/>
              <a:gd name="connsiteX2108" fmla="*/ 2582731 w 3689114"/>
              <a:gd name="connsiteY2108" fmla="*/ 1298454 h 2607908"/>
              <a:gd name="connsiteX2109" fmla="*/ 2593467 w 3689114"/>
              <a:gd name="connsiteY2109" fmla="*/ 1287719 h 2607908"/>
              <a:gd name="connsiteX2110" fmla="*/ 1095647 w 3689114"/>
              <a:gd name="connsiteY2110" fmla="*/ 1287719 h 2607908"/>
              <a:gd name="connsiteX2111" fmla="*/ 1106383 w 3689114"/>
              <a:gd name="connsiteY2111" fmla="*/ 1298454 h 2607908"/>
              <a:gd name="connsiteX2112" fmla="*/ 1095647 w 3689114"/>
              <a:gd name="connsiteY2112" fmla="*/ 1309185 h 2607908"/>
              <a:gd name="connsiteX2113" fmla="*/ 1084910 w 3689114"/>
              <a:gd name="connsiteY2113" fmla="*/ 1298454 h 2607908"/>
              <a:gd name="connsiteX2114" fmla="*/ 1095647 w 3689114"/>
              <a:gd name="connsiteY2114" fmla="*/ 1287719 h 2607908"/>
              <a:gd name="connsiteX2115" fmla="*/ 2478251 w 3689114"/>
              <a:gd name="connsiteY2115" fmla="*/ 1286267 h 2607908"/>
              <a:gd name="connsiteX2116" fmla="*/ 2490437 w 3689114"/>
              <a:gd name="connsiteY2116" fmla="*/ 1298454 h 2607908"/>
              <a:gd name="connsiteX2117" fmla="*/ 2478251 w 3689114"/>
              <a:gd name="connsiteY2117" fmla="*/ 1310637 h 2607908"/>
              <a:gd name="connsiteX2118" fmla="*/ 2466065 w 3689114"/>
              <a:gd name="connsiteY2118" fmla="*/ 1298454 h 2607908"/>
              <a:gd name="connsiteX2119" fmla="*/ 2478251 w 3689114"/>
              <a:gd name="connsiteY2119" fmla="*/ 1286267 h 2607908"/>
              <a:gd name="connsiteX2120" fmla="*/ 1210864 w 3689114"/>
              <a:gd name="connsiteY2120" fmla="*/ 1286267 h 2607908"/>
              <a:gd name="connsiteX2121" fmla="*/ 1223050 w 3689114"/>
              <a:gd name="connsiteY2121" fmla="*/ 1298454 h 2607908"/>
              <a:gd name="connsiteX2122" fmla="*/ 1210864 w 3689114"/>
              <a:gd name="connsiteY2122" fmla="*/ 1310637 h 2607908"/>
              <a:gd name="connsiteX2123" fmla="*/ 1198678 w 3689114"/>
              <a:gd name="connsiteY2123" fmla="*/ 1298454 h 2607908"/>
              <a:gd name="connsiteX2124" fmla="*/ 1210864 w 3689114"/>
              <a:gd name="connsiteY2124" fmla="*/ 1286267 h 2607908"/>
              <a:gd name="connsiteX2125" fmla="*/ 2363033 w 3689114"/>
              <a:gd name="connsiteY2125" fmla="*/ 1284888 h 2607908"/>
              <a:gd name="connsiteX2126" fmla="*/ 2376601 w 3689114"/>
              <a:gd name="connsiteY2126" fmla="*/ 1298454 h 2607908"/>
              <a:gd name="connsiteX2127" fmla="*/ 2363033 w 3689114"/>
              <a:gd name="connsiteY2127" fmla="*/ 1312016 h 2607908"/>
              <a:gd name="connsiteX2128" fmla="*/ 2349466 w 3689114"/>
              <a:gd name="connsiteY2128" fmla="*/ 1298454 h 2607908"/>
              <a:gd name="connsiteX2129" fmla="*/ 2363033 w 3689114"/>
              <a:gd name="connsiteY2129" fmla="*/ 1284888 h 2607908"/>
              <a:gd name="connsiteX2130" fmla="*/ 1326081 w 3689114"/>
              <a:gd name="connsiteY2130" fmla="*/ 1284888 h 2607908"/>
              <a:gd name="connsiteX2131" fmla="*/ 1339648 w 3689114"/>
              <a:gd name="connsiteY2131" fmla="*/ 1298454 h 2607908"/>
              <a:gd name="connsiteX2132" fmla="*/ 1326081 w 3689114"/>
              <a:gd name="connsiteY2132" fmla="*/ 1312016 h 2607908"/>
              <a:gd name="connsiteX2133" fmla="*/ 1312513 w 3689114"/>
              <a:gd name="connsiteY2133" fmla="*/ 1298454 h 2607908"/>
              <a:gd name="connsiteX2134" fmla="*/ 1326081 w 3689114"/>
              <a:gd name="connsiteY2134" fmla="*/ 1284888 h 2607908"/>
              <a:gd name="connsiteX2135" fmla="*/ 2247817 w 3689114"/>
              <a:gd name="connsiteY2135" fmla="*/ 1283597 h 2607908"/>
              <a:gd name="connsiteX2136" fmla="*/ 2262672 w 3689114"/>
              <a:gd name="connsiteY2136" fmla="*/ 1298454 h 2607908"/>
              <a:gd name="connsiteX2137" fmla="*/ 2247817 w 3689114"/>
              <a:gd name="connsiteY2137" fmla="*/ 1313304 h 2607908"/>
              <a:gd name="connsiteX2138" fmla="*/ 2232961 w 3689114"/>
              <a:gd name="connsiteY2138" fmla="*/ 1298454 h 2607908"/>
              <a:gd name="connsiteX2139" fmla="*/ 2247817 w 3689114"/>
              <a:gd name="connsiteY2139" fmla="*/ 1283597 h 2607908"/>
              <a:gd name="connsiteX2140" fmla="*/ 1441297 w 3689114"/>
              <a:gd name="connsiteY2140" fmla="*/ 1283597 h 2607908"/>
              <a:gd name="connsiteX2141" fmla="*/ 1456153 w 3689114"/>
              <a:gd name="connsiteY2141" fmla="*/ 1298454 h 2607908"/>
              <a:gd name="connsiteX2142" fmla="*/ 1441297 w 3689114"/>
              <a:gd name="connsiteY2142" fmla="*/ 1313304 h 2607908"/>
              <a:gd name="connsiteX2143" fmla="*/ 1426442 w 3689114"/>
              <a:gd name="connsiteY2143" fmla="*/ 1298454 h 2607908"/>
              <a:gd name="connsiteX2144" fmla="*/ 1441297 w 3689114"/>
              <a:gd name="connsiteY2144" fmla="*/ 1283597 h 2607908"/>
              <a:gd name="connsiteX2145" fmla="*/ 2132600 w 3689114"/>
              <a:gd name="connsiteY2145" fmla="*/ 1282596 h 2607908"/>
              <a:gd name="connsiteX2146" fmla="*/ 2148459 w 3689114"/>
              <a:gd name="connsiteY2146" fmla="*/ 1298454 h 2607908"/>
              <a:gd name="connsiteX2147" fmla="*/ 2132600 w 3689114"/>
              <a:gd name="connsiteY2147" fmla="*/ 1314309 h 2607908"/>
              <a:gd name="connsiteX2148" fmla="*/ 2116741 w 3689114"/>
              <a:gd name="connsiteY2148" fmla="*/ 1298454 h 2607908"/>
              <a:gd name="connsiteX2149" fmla="*/ 2132600 w 3689114"/>
              <a:gd name="connsiteY2149" fmla="*/ 1282596 h 2607908"/>
              <a:gd name="connsiteX2150" fmla="*/ 1556514 w 3689114"/>
              <a:gd name="connsiteY2150" fmla="*/ 1282596 h 2607908"/>
              <a:gd name="connsiteX2151" fmla="*/ 1572374 w 3689114"/>
              <a:gd name="connsiteY2151" fmla="*/ 1298454 h 2607908"/>
              <a:gd name="connsiteX2152" fmla="*/ 1556514 w 3689114"/>
              <a:gd name="connsiteY2152" fmla="*/ 1314309 h 2607908"/>
              <a:gd name="connsiteX2153" fmla="*/ 1540655 w 3689114"/>
              <a:gd name="connsiteY2153" fmla="*/ 1298454 h 2607908"/>
              <a:gd name="connsiteX2154" fmla="*/ 1556514 w 3689114"/>
              <a:gd name="connsiteY2154" fmla="*/ 1282596 h 2607908"/>
              <a:gd name="connsiteX2155" fmla="*/ 2017383 w 3689114"/>
              <a:gd name="connsiteY2155" fmla="*/ 1281735 h 2607908"/>
              <a:gd name="connsiteX2156" fmla="*/ 2034103 w 3689114"/>
              <a:gd name="connsiteY2156" fmla="*/ 1298454 h 2607908"/>
              <a:gd name="connsiteX2157" fmla="*/ 2017383 w 3689114"/>
              <a:gd name="connsiteY2157" fmla="*/ 1315169 h 2607908"/>
              <a:gd name="connsiteX2158" fmla="*/ 2000663 w 3689114"/>
              <a:gd name="connsiteY2158" fmla="*/ 1298454 h 2607908"/>
              <a:gd name="connsiteX2159" fmla="*/ 2017383 w 3689114"/>
              <a:gd name="connsiteY2159" fmla="*/ 1281735 h 2607908"/>
              <a:gd name="connsiteX2160" fmla="*/ 1671732 w 3689114"/>
              <a:gd name="connsiteY2160" fmla="*/ 1281735 h 2607908"/>
              <a:gd name="connsiteX2161" fmla="*/ 1688451 w 3689114"/>
              <a:gd name="connsiteY2161" fmla="*/ 1298454 h 2607908"/>
              <a:gd name="connsiteX2162" fmla="*/ 1671732 w 3689114"/>
              <a:gd name="connsiteY2162" fmla="*/ 1315169 h 2607908"/>
              <a:gd name="connsiteX2163" fmla="*/ 1655012 w 3689114"/>
              <a:gd name="connsiteY2163" fmla="*/ 1298454 h 2607908"/>
              <a:gd name="connsiteX2164" fmla="*/ 1671732 w 3689114"/>
              <a:gd name="connsiteY2164" fmla="*/ 1281735 h 2607908"/>
              <a:gd name="connsiteX2165" fmla="*/ 1902166 w 3689114"/>
              <a:gd name="connsiteY2165" fmla="*/ 1281384 h 2607908"/>
              <a:gd name="connsiteX2166" fmla="*/ 1919235 w 3689114"/>
              <a:gd name="connsiteY2166" fmla="*/ 1298454 h 2607908"/>
              <a:gd name="connsiteX2167" fmla="*/ 1902166 w 3689114"/>
              <a:gd name="connsiteY2167" fmla="*/ 1315520 h 2607908"/>
              <a:gd name="connsiteX2168" fmla="*/ 1885095 w 3689114"/>
              <a:gd name="connsiteY2168" fmla="*/ 1298454 h 2607908"/>
              <a:gd name="connsiteX2169" fmla="*/ 1902166 w 3689114"/>
              <a:gd name="connsiteY2169" fmla="*/ 1281384 h 2607908"/>
              <a:gd name="connsiteX2170" fmla="*/ 1786949 w 3689114"/>
              <a:gd name="connsiteY2170" fmla="*/ 1281384 h 2607908"/>
              <a:gd name="connsiteX2171" fmla="*/ 1804019 w 3689114"/>
              <a:gd name="connsiteY2171" fmla="*/ 1298454 h 2607908"/>
              <a:gd name="connsiteX2172" fmla="*/ 1786949 w 3689114"/>
              <a:gd name="connsiteY2172" fmla="*/ 1315520 h 2607908"/>
              <a:gd name="connsiteX2173" fmla="*/ 1769878 w 3689114"/>
              <a:gd name="connsiteY2173" fmla="*/ 1298454 h 2607908"/>
              <a:gd name="connsiteX2174" fmla="*/ 1786949 w 3689114"/>
              <a:gd name="connsiteY2174" fmla="*/ 1281384 h 2607908"/>
              <a:gd name="connsiteX2175" fmla="*/ 3572813 w 3689114"/>
              <a:gd name="connsiteY2175" fmla="*/ 1197492 h 2607908"/>
              <a:gd name="connsiteX2176" fmla="*/ 3573992 w 3689114"/>
              <a:gd name="connsiteY2176" fmla="*/ 1198668 h 2607908"/>
              <a:gd name="connsiteX2177" fmla="*/ 3572813 w 3689114"/>
              <a:gd name="connsiteY2177" fmla="*/ 1199849 h 2607908"/>
              <a:gd name="connsiteX2178" fmla="*/ 3571634 w 3689114"/>
              <a:gd name="connsiteY2178" fmla="*/ 1198668 h 2607908"/>
              <a:gd name="connsiteX2179" fmla="*/ 3572813 w 3689114"/>
              <a:gd name="connsiteY2179" fmla="*/ 1197492 h 2607908"/>
              <a:gd name="connsiteX2180" fmla="*/ 116302 w 3689114"/>
              <a:gd name="connsiteY2180" fmla="*/ 1197492 h 2607908"/>
              <a:gd name="connsiteX2181" fmla="*/ 117481 w 3689114"/>
              <a:gd name="connsiteY2181" fmla="*/ 1198668 h 2607908"/>
              <a:gd name="connsiteX2182" fmla="*/ 116302 w 3689114"/>
              <a:gd name="connsiteY2182" fmla="*/ 1199849 h 2607908"/>
              <a:gd name="connsiteX2183" fmla="*/ 115123 w 3689114"/>
              <a:gd name="connsiteY2183" fmla="*/ 1198668 h 2607908"/>
              <a:gd name="connsiteX2184" fmla="*/ 116302 w 3689114"/>
              <a:gd name="connsiteY2184" fmla="*/ 1197492 h 2607908"/>
              <a:gd name="connsiteX2185" fmla="*/ 3457595 w 3689114"/>
              <a:gd name="connsiteY2185" fmla="*/ 1196909 h 2607908"/>
              <a:gd name="connsiteX2186" fmla="*/ 3459359 w 3689114"/>
              <a:gd name="connsiteY2186" fmla="*/ 1198668 h 2607908"/>
              <a:gd name="connsiteX2187" fmla="*/ 3457595 w 3689114"/>
              <a:gd name="connsiteY2187" fmla="*/ 1200432 h 2607908"/>
              <a:gd name="connsiteX2188" fmla="*/ 3455832 w 3689114"/>
              <a:gd name="connsiteY2188" fmla="*/ 1198668 h 2607908"/>
              <a:gd name="connsiteX2189" fmla="*/ 3457595 w 3689114"/>
              <a:gd name="connsiteY2189" fmla="*/ 1196909 h 2607908"/>
              <a:gd name="connsiteX2190" fmla="*/ 231519 w 3689114"/>
              <a:gd name="connsiteY2190" fmla="*/ 1196909 h 2607908"/>
              <a:gd name="connsiteX2191" fmla="*/ 233283 w 3689114"/>
              <a:gd name="connsiteY2191" fmla="*/ 1198668 h 2607908"/>
              <a:gd name="connsiteX2192" fmla="*/ 231519 w 3689114"/>
              <a:gd name="connsiteY2192" fmla="*/ 1200432 h 2607908"/>
              <a:gd name="connsiteX2193" fmla="*/ 229757 w 3689114"/>
              <a:gd name="connsiteY2193" fmla="*/ 1198668 h 2607908"/>
              <a:gd name="connsiteX2194" fmla="*/ 231519 w 3689114"/>
              <a:gd name="connsiteY2194" fmla="*/ 1196909 h 2607908"/>
              <a:gd name="connsiteX2195" fmla="*/ 3342379 w 3689114"/>
              <a:gd name="connsiteY2195" fmla="*/ 1196141 h 2607908"/>
              <a:gd name="connsiteX2196" fmla="*/ 3344908 w 3689114"/>
              <a:gd name="connsiteY2196" fmla="*/ 1198668 h 2607908"/>
              <a:gd name="connsiteX2197" fmla="*/ 3342379 w 3689114"/>
              <a:gd name="connsiteY2197" fmla="*/ 1201199 h 2607908"/>
              <a:gd name="connsiteX2198" fmla="*/ 3339849 w 3689114"/>
              <a:gd name="connsiteY2198" fmla="*/ 1198668 h 2607908"/>
              <a:gd name="connsiteX2199" fmla="*/ 3342379 w 3689114"/>
              <a:gd name="connsiteY2199" fmla="*/ 1196141 h 2607908"/>
              <a:gd name="connsiteX2200" fmla="*/ 346736 w 3689114"/>
              <a:gd name="connsiteY2200" fmla="*/ 1196141 h 2607908"/>
              <a:gd name="connsiteX2201" fmla="*/ 349267 w 3689114"/>
              <a:gd name="connsiteY2201" fmla="*/ 1198668 h 2607908"/>
              <a:gd name="connsiteX2202" fmla="*/ 346736 w 3689114"/>
              <a:gd name="connsiteY2202" fmla="*/ 1201199 h 2607908"/>
              <a:gd name="connsiteX2203" fmla="*/ 344207 w 3689114"/>
              <a:gd name="connsiteY2203" fmla="*/ 1198668 h 2607908"/>
              <a:gd name="connsiteX2204" fmla="*/ 346736 w 3689114"/>
              <a:gd name="connsiteY2204" fmla="*/ 1196141 h 2607908"/>
              <a:gd name="connsiteX2205" fmla="*/ 3227162 w 3689114"/>
              <a:gd name="connsiteY2205" fmla="*/ 1195320 h 2607908"/>
              <a:gd name="connsiteX2206" fmla="*/ 3230512 w 3689114"/>
              <a:gd name="connsiteY2206" fmla="*/ 1198668 h 2607908"/>
              <a:gd name="connsiteX2207" fmla="*/ 3227162 w 3689114"/>
              <a:gd name="connsiteY2207" fmla="*/ 1202019 h 2607908"/>
              <a:gd name="connsiteX2208" fmla="*/ 3223812 w 3689114"/>
              <a:gd name="connsiteY2208" fmla="*/ 1198668 h 2607908"/>
              <a:gd name="connsiteX2209" fmla="*/ 3227162 w 3689114"/>
              <a:gd name="connsiteY2209" fmla="*/ 1195320 h 2607908"/>
              <a:gd name="connsiteX2210" fmla="*/ 461953 w 3689114"/>
              <a:gd name="connsiteY2210" fmla="*/ 1195320 h 2607908"/>
              <a:gd name="connsiteX2211" fmla="*/ 465304 w 3689114"/>
              <a:gd name="connsiteY2211" fmla="*/ 1198668 h 2607908"/>
              <a:gd name="connsiteX2212" fmla="*/ 461953 w 3689114"/>
              <a:gd name="connsiteY2212" fmla="*/ 1202019 h 2607908"/>
              <a:gd name="connsiteX2213" fmla="*/ 458603 w 3689114"/>
              <a:gd name="connsiteY2213" fmla="*/ 1198668 h 2607908"/>
              <a:gd name="connsiteX2214" fmla="*/ 461953 w 3689114"/>
              <a:gd name="connsiteY2214" fmla="*/ 1195320 h 2607908"/>
              <a:gd name="connsiteX2215" fmla="*/ 3111944 w 3689114"/>
              <a:gd name="connsiteY2215" fmla="*/ 1194203 h 2607908"/>
              <a:gd name="connsiteX2216" fmla="*/ 3116408 w 3689114"/>
              <a:gd name="connsiteY2216" fmla="*/ 1198668 h 2607908"/>
              <a:gd name="connsiteX2217" fmla="*/ 3111944 w 3689114"/>
              <a:gd name="connsiteY2217" fmla="*/ 1203134 h 2607908"/>
              <a:gd name="connsiteX2218" fmla="*/ 3107480 w 3689114"/>
              <a:gd name="connsiteY2218" fmla="*/ 1198668 h 2607908"/>
              <a:gd name="connsiteX2219" fmla="*/ 3111944 w 3689114"/>
              <a:gd name="connsiteY2219" fmla="*/ 1194203 h 2607908"/>
              <a:gd name="connsiteX2220" fmla="*/ 577170 w 3689114"/>
              <a:gd name="connsiteY2220" fmla="*/ 1194203 h 2607908"/>
              <a:gd name="connsiteX2221" fmla="*/ 581634 w 3689114"/>
              <a:gd name="connsiteY2221" fmla="*/ 1198668 h 2607908"/>
              <a:gd name="connsiteX2222" fmla="*/ 577170 w 3689114"/>
              <a:gd name="connsiteY2222" fmla="*/ 1203134 h 2607908"/>
              <a:gd name="connsiteX2223" fmla="*/ 572707 w 3689114"/>
              <a:gd name="connsiteY2223" fmla="*/ 1198668 h 2607908"/>
              <a:gd name="connsiteX2224" fmla="*/ 577170 w 3689114"/>
              <a:gd name="connsiteY2224" fmla="*/ 1194203 h 2607908"/>
              <a:gd name="connsiteX2225" fmla="*/ 2996728 w 3689114"/>
              <a:gd name="connsiteY2225" fmla="*/ 1193143 h 2607908"/>
              <a:gd name="connsiteX2226" fmla="*/ 3002255 w 3689114"/>
              <a:gd name="connsiteY2226" fmla="*/ 1198668 h 2607908"/>
              <a:gd name="connsiteX2227" fmla="*/ 2996728 w 3689114"/>
              <a:gd name="connsiteY2227" fmla="*/ 1204197 h 2607908"/>
              <a:gd name="connsiteX2228" fmla="*/ 2991201 w 3689114"/>
              <a:gd name="connsiteY2228" fmla="*/ 1198668 h 2607908"/>
              <a:gd name="connsiteX2229" fmla="*/ 2996728 w 3689114"/>
              <a:gd name="connsiteY2229" fmla="*/ 1193143 h 2607908"/>
              <a:gd name="connsiteX2230" fmla="*/ 692388 w 3689114"/>
              <a:gd name="connsiteY2230" fmla="*/ 1193143 h 2607908"/>
              <a:gd name="connsiteX2231" fmla="*/ 697915 w 3689114"/>
              <a:gd name="connsiteY2231" fmla="*/ 1198668 h 2607908"/>
              <a:gd name="connsiteX2232" fmla="*/ 692388 w 3689114"/>
              <a:gd name="connsiteY2232" fmla="*/ 1204197 h 2607908"/>
              <a:gd name="connsiteX2233" fmla="*/ 686861 w 3689114"/>
              <a:gd name="connsiteY2233" fmla="*/ 1198668 h 2607908"/>
              <a:gd name="connsiteX2234" fmla="*/ 692388 w 3689114"/>
              <a:gd name="connsiteY2234" fmla="*/ 1193143 h 2607908"/>
              <a:gd name="connsiteX2235" fmla="*/ 807604 w 3689114"/>
              <a:gd name="connsiteY2235" fmla="*/ 1192080 h 2607908"/>
              <a:gd name="connsiteX2236" fmla="*/ 814193 w 3689114"/>
              <a:gd name="connsiteY2236" fmla="*/ 1198668 h 2607908"/>
              <a:gd name="connsiteX2237" fmla="*/ 807604 w 3689114"/>
              <a:gd name="connsiteY2237" fmla="*/ 1205258 h 2607908"/>
              <a:gd name="connsiteX2238" fmla="*/ 801015 w 3689114"/>
              <a:gd name="connsiteY2238" fmla="*/ 1198668 h 2607908"/>
              <a:gd name="connsiteX2239" fmla="*/ 807604 w 3689114"/>
              <a:gd name="connsiteY2239" fmla="*/ 1192080 h 2607908"/>
              <a:gd name="connsiteX2240" fmla="*/ 2881510 w 3689114"/>
              <a:gd name="connsiteY2240" fmla="*/ 1191967 h 2607908"/>
              <a:gd name="connsiteX2241" fmla="*/ 2888210 w 3689114"/>
              <a:gd name="connsiteY2241" fmla="*/ 1198668 h 2607908"/>
              <a:gd name="connsiteX2242" fmla="*/ 2881510 w 3689114"/>
              <a:gd name="connsiteY2242" fmla="*/ 1205371 h 2607908"/>
              <a:gd name="connsiteX2243" fmla="*/ 2874810 w 3689114"/>
              <a:gd name="connsiteY2243" fmla="*/ 1198668 h 2607908"/>
              <a:gd name="connsiteX2244" fmla="*/ 2881510 w 3689114"/>
              <a:gd name="connsiteY2244" fmla="*/ 1191967 h 2607908"/>
              <a:gd name="connsiteX2245" fmla="*/ 2766293 w 3689114"/>
              <a:gd name="connsiteY2245" fmla="*/ 1190684 h 2607908"/>
              <a:gd name="connsiteX2246" fmla="*/ 2774277 w 3689114"/>
              <a:gd name="connsiteY2246" fmla="*/ 1198668 h 2607908"/>
              <a:gd name="connsiteX2247" fmla="*/ 2766293 w 3689114"/>
              <a:gd name="connsiteY2247" fmla="*/ 1206654 h 2607908"/>
              <a:gd name="connsiteX2248" fmla="*/ 2758310 w 3689114"/>
              <a:gd name="connsiteY2248" fmla="*/ 1198668 h 2607908"/>
              <a:gd name="connsiteX2249" fmla="*/ 2766293 w 3689114"/>
              <a:gd name="connsiteY2249" fmla="*/ 1190684 h 2607908"/>
              <a:gd name="connsiteX2250" fmla="*/ 922821 w 3689114"/>
              <a:gd name="connsiteY2250" fmla="*/ 1190684 h 2607908"/>
              <a:gd name="connsiteX2251" fmla="*/ 930805 w 3689114"/>
              <a:gd name="connsiteY2251" fmla="*/ 1198668 h 2607908"/>
              <a:gd name="connsiteX2252" fmla="*/ 922821 w 3689114"/>
              <a:gd name="connsiteY2252" fmla="*/ 1206654 h 2607908"/>
              <a:gd name="connsiteX2253" fmla="*/ 914837 w 3689114"/>
              <a:gd name="connsiteY2253" fmla="*/ 1198668 h 2607908"/>
              <a:gd name="connsiteX2254" fmla="*/ 922821 w 3689114"/>
              <a:gd name="connsiteY2254" fmla="*/ 1190684 h 2607908"/>
              <a:gd name="connsiteX2255" fmla="*/ 2651076 w 3689114"/>
              <a:gd name="connsiteY2255" fmla="*/ 1189427 h 2607908"/>
              <a:gd name="connsiteX2256" fmla="*/ 2660321 w 3689114"/>
              <a:gd name="connsiteY2256" fmla="*/ 1198668 h 2607908"/>
              <a:gd name="connsiteX2257" fmla="*/ 2651076 w 3689114"/>
              <a:gd name="connsiteY2257" fmla="*/ 1207912 h 2607908"/>
              <a:gd name="connsiteX2258" fmla="*/ 2641831 w 3689114"/>
              <a:gd name="connsiteY2258" fmla="*/ 1198668 h 2607908"/>
              <a:gd name="connsiteX2259" fmla="*/ 2651076 w 3689114"/>
              <a:gd name="connsiteY2259" fmla="*/ 1189427 h 2607908"/>
              <a:gd name="connsiteX2260" fmla="*/ 1038038 w 3689114"/>
              <a:gd name="connsiteY2260" fmla="*/ 1189427 h 2607908"/>
              <a:gd name="connsiteX2261" fmla="*/ 1047283 w 3689114"/>
              <a:gd name="connsiteY2261" fmla="*/ 1198668 h 2607908"/>
              <a:gd name="connsiteX2262" fmla="*/ 1038038 w 3689114"/>
              <a:gd name="connsiteY2262" fmla="*/ 1207912 h 2607908"/>
              <a:gd name="connsiteX2263" fmla="*/ 1028793 w 3689114"/>
              <a:gd name="connsiteY2263" fmla="*/ 1198668 h 2607908"/>
              <a:gd name="connsiteX2264" fmla="*/ 1038038 w 3689114"/>
              <a:gd name="connsiteY2264" fmla="*/ 1189427 h 2607908"/>
              <a:gd name="connsiteX2265" fmla="*/ 2535859 w 3689114"/>
              <a:gd name="connsiteY2265" fmla="*/ 1188075 h 2607908"/>
              <a:gd name="connsiteX2266" fmla="*/ 2546455 w 3689114"/>
              <a:gd name="connsiteY2266" fmla="*/ 1198668 h 2607908"/>
              <a:gd name="connsiteX2267" fmla="*/ 2535859 w 3689114"/>
              <a:gd name="connsiteY2267" fmla="*/ 1209263 h 2607908"/>
              <a:gd name="connsiteX2268" fmla="*/ 2525263 w 3689114"/>
              <a:gd name="connsiteY2268" fmla="*/ 1198668 h 2607908"/>
              <a:gd name="connsiteX2269" fmla="*/ 2535859 w 3689114"/>
              <a:gd name="connsiteY2269" fmla="*/ 1188075 h 2607908"/>
              <a:gd name="connsiteX2270" fmla="*/ 1153255 w 3689114"/>
              <a:gd name="connsiteY2270" fmla="*/ 1188075 h 2607908"/>
              <a:gd name="connsiteX2271" fmla="*/ 1163851 w 3689114"/>
              <a:gd name="connsiteY2271" fmla="*/ 1198668 h 2607908"/>
              <a:gd name="connsiteX2272" fmla="*/ 1153255 w 3689114"/>
              <a:gd name="connsiteY2272" fmla="*/ 1209263 h 2607908"/>
              <a:gd name="connsiteX2273" fmla="*/ 1142659 w 3689114"/>
              <a:gd name="connsiteY2273" fmla="*/ 1198668 h 2607908"/>
              <a:gd name="connsiteX2274" fmla="*/ 1153255 w 3689114"/>
              <a:gd name="connsiteY2274" fmla="*/ 1188075 h 2607908"/>
              <a:gd name="connsiteX2275" fmla="*/ 2420642 w 3689114"/>
              <a:gd name="connsiteY2275" fmla="*/ 1186779 h 2607908"/>
              <a:gd name="connsiteX2276" fmla="*/ 2432531 w 3689114"/>
              <a:gd name="connsiteY2276" fmla="*/ 1198668 h 2607908"/>
              <a:gd name="connsiteX2277" fmla="*/ 2420642 w 3689114"/>
              <a:gd name="connsiteY2277" fmla="*/ 1210556 h 2607908"/>
              <a:gd name="connsiteX2278" fmla="*/ 2408753 w 3689114"/>
              <a:gd name="connsiteY2278" fmla="*/ 1198668 h 2607908"/>
              <a:gd name="connsiteX2279" fmla="*/ 2420642 w 3689114"/>
              <a:gd name="connsiteY2279" fmla="*/ 1186779 h 2607908"/>
              <a:gd name="connsiteX2280" fmla="*/ 1268471 w 3689114"/>
              <a:gd name="connsiteY2280" fmla="*/ 1186779 h 2607908"/>
              <a:gd name="connsiteX2281" fmla="*/ 1280361 w 3689114"/>
              <a:gd name="connsiteY2281" fmla="*/ 1198668 h 2607908"/>
              <a:gd name="connsiteX2282" fmla="*/ 1268471 w 3689114"/>
              <a:gd name="connsiteY2282" fmla="*/ 1210556 h 2607908"/>
              <a:gd name="connsiteX2283" fmla="*/ 1256583 w 3689114"/>
              <a:gd name="connsiteY2283" fmla="*/ 1198668 h 2607908"/>
              <a:gd name="connsiteX2284" fmla="*/ 1268471 w 3689114"/>
              <a:gd name="connsiteY2284" fmla="*/ 1186779 h 2607908"/>
              <a:gd name="connsiteX2285" fmla="*/ 2305425 w 3689114"/>
              <a:gd name="connsiteY2285" fmla="*/ 1185573 h 2607908"/>
              <a:gd name="connsiteX2286" fmla="*/ 2318524 w 3689114"/>
              <a:gd name="connsiteY2286" fmla="*/ 1198668 h 2607908"/>
              <a:gd name="connsiteX2287" fmla="*/ 2305425 w 3689114"/>
              <a:gd name="connsiteY2287" fmla="*/ 1211768 h 2607908"/>
              <a:gd name="connsiteX2288" fmla="*/ 2292326 w 3689114"/>
              <a:gd name="connsiteY2288" fmla="*/ 1198668 h 2607908"/>
              <a:gd name="connsiteX2289" fmla="*/ 2305425 w 3689114"/>
              <a:gd name="connsiteY2289" fmla="*/ 1185573 h 2607908"/>
              <a:gd name="connsiteX2290" fmla="*/ 1383689 w 3689114"/>
              <a:gd name="connsiteY2290" fmla="*/ 1185573 h 2607908"/>
              <a:gd name="connsiteX2291" fmla="*/ 1396788 w 3689114"/>
              <a:gd name="connsiteY2291" fmla="*/ 1198668 h 2607908"/>
              <a:gd name="connsiteX2292" fmla="*/ 1383689 w 3689114"/>
              <a:gd name="connsiteY2292" fmla="*/ 1211768 h 2607908"/>
              <a:gd name="connsiteX2293" fmla="*/ 1370590 w 3689114"/>
              <a:gd name="connsiteY2293" fmla="*/ 1198668 h 2607908"/>
              <a:gd name="connsiteX2294" fmla="*/ 1383689 w 3689114"/>
              <a:gd name="connsiteY2294" fmla="*/ 1185573 h 2607908"/>
              <a:gd name="connsiteX2295" fmla="*/ 2190209 w 3689114"/>
              <a:gd name="connsiteY2295" fmla="*/ 1184628 h 2607908"/>
              <a:gd name="connsiteX2296" fmla="*/ 2204252 w 3689114"/>
              <a:gd name="connsiteY2296" fmla="*/ 1198668 h 2607908"/>
              <a:gd name="connsiteX2297" fmla="*/ 2190209 w 3689114"/>
              <a:gd name="connsiteY2297" fmla="*/ 1212713 h 2607908"/>
              <a:gd name="connsiteX2298" fmla="*/ 2176165 w 3689114"/>
              <a:gd name="connsiteY2298" fmla="*/ 1198668 h 2607908"/>
              <a:gd name="connsiteX2299" fmla="*/ 2190209 w 3689114"/>
              <a:gd name="connsiteY2299" fmla="*/ 1184628 h 2607908"/>
              <a:gd name="connsiteX2300" fmla="*/ 1498906 w 3689114"/>
              <a:gd name="connsiteY2300" fmla="*/ 1184628 h 2607908"/>
              <a:gd name="connsiteX2301" fmla="*/ 1512950 w 3689114"/>
              <a:gd name="connsiteY2301" fmla="*/ 1198668 h 2607908"/>
              <a:gd name="connsiteX2302" fmla="*/ 1498906 w 3689114"/>
              <a:gd name="connsiteY2302" fmla="*/ 1212713 h 2607908"/>
              <a:gd name="connsiteX2303" fmla="*/ 1484862 w 3689114"/>
              <a:gd name="connsiteY2303" fmla="*/ 1198668 h 2607908"/>
              <a:gd name="connsiteX2304" fmla="*/ 1498906 w 3689114"/>
              <a:gd name="connsiteY2304" fmla="*/ 1184628 h 2607908"/>
              <a:gd name="connsiteX2305" fmla="*/ 2074991 w 3689114"/>
              <a:gd name="connsiteY2305" fmla="*/ 1183815 h 2607908"/>
              <a:gd name="connsiteX2306" fmla="*/ 2089846 w 3689114"/>
              <a:gd name="connsiteY2306" fmla="*/ 1198668 h 2607908"/>
              <a:gd name="connsiteX2307" fmla="*/ 2074991 w 3689114"/>
              <a:gd name="connsiteY2307" fmla="*/ 1213524 h 2607908"/>
              <a:gd name="connsiteX2308" fmla="*/ 2060135 w 3689114"/>
              <a:gd name="connsiteY2308" fmla="*/ 1198668 h 2607908"/>
              <a:gd name="connsiteX2309" fmla="*/ 2074991 w 3689114"/>
              <a:gd name="connsiteY2309" fmla="*/ 1183815 h 2607908"/>
              <a:gd name="connsiteX2310" fmla="*/ 1614123 w 3689114"/>
              <a:gd name="connsiteY2310" fmla="*/ 1183815 h 2607908"/>
              <a:gd name="connsiteX2311" fmla="*/ 1628979 w 3689114"/>
              <a:gd name="connsiteY2311" fmla="*/ 1198668 h 2607908"/>
              <a:gd name="connsiteX2312" fmla="*/ 1614123 w 3689114"/>
              <a:gd name="connsiteY2312" fmla="*/ 1213524 h 2607908"/>
              <a:gd name="connsiteX2313" fmla="*/ 1599268 w 3689114"/>
              <a:gd name="connsiteY2313" fmla="*/ 1198668 h 2607908"/>
              <a:gd name="connsiteX2314" fmla="*/ 1614123 w 3689114"/>
              <a:gd name="connsiteY2314" fmla="*/ 1183815 h 2607908"/>
              <a:gd name="connsiteX2315" fmla="*/ 1959774 w 3689114"/>
              <a:gd name="connsiteY2315" fmla="*/ 1183318 h 2607908"/>
              <a:gd name="connsiteX2316" fmla="*/ 1975127 w 3689114"/>
              <a:gd name="connsiteY2316" fmla="*/ 1198668 h 2607908"/>
              <a:gd name="connsiteX2317" fmla="*/ 1959774 w 3689114"/>
              <a:gd name="connsiteY2317" fmla="*/ 1214023 h 2607908"/>
              <a:gd name="connsiteX2318" fmla="*/ 1944421 w 3689114"/>
              <a:gd name="connsiteY2318" fmla="*/ 1198668 h 2607908"/>
              <a:gd name="connsiteX2319" fmla="*/ 1959774 w 3689114"/>
              <a:gd name="connsiteY2319" fmla="*/ 1183318 h 2607908"/>
              <a:gd name="connsiteX2320" fmla="*/ 1729340 w 3689114"/>
              <a:gd name="connsiteY2320" fmla="*/ 1183318 h 2607908"/>
              <a:gd name="connsiteX2321" fmla="*/ 1744693 w 3689114"/>
              <a:gd name="connsiteY2321" fmla="*/ 1198668 h 2607908"/>
              <a:gd name="connsiteX2322" fmla="*/ 1729340 w 3689114"/>
              <a:gd name="connsiteY2322" fmla="*/ 1214023 h 2607908"/>
              <a:gd name="connsiteX2323" fmla="*/ 1713986 w 3689114"/>
              <a:gd name="connsiteY2323" fmla="*/ 1198668 h 2607908"/>
              <a:gd name="connsiteX2324" fmla="*/ 1729340 w 3689114"/>
              <a:gd name="connsiteY2324" fmla="*/ 1183318 h 2607908"/>
              <a:gd name="connsiteX2325" fmla="*/ 1844557 w 3689114"/>
              <a:gd name="connsiteY2325" fmla="*/ 1183151 h 2607908"/>
              <a:gd name="connsiteX2326" fmla="*/ 1860078 w 3689114"/>
              <a:gd name="connsiteY2326" fmla="*/ 1198668 h 2607908"/>
              <a:gd name="connsiteX2327" fmla="*/ 1844557 w 3689114"/>
              <a:gd name="connsiteY2327" fmla="*/ 1214189 h 2607908"/>
              <a:gd name="connsiteX2328" fmla="*/ 1829036 w 3689114"/>
              <a:gd name="connsiteY2328" fmla="*/ 1198668 h 2607908"/>
              <a:gd name="connsiteX2329" fmla="*/ 1844557 w 3689114"/>
              <a:gd name="connsiteY2329" fmla="*/ 1183151 h 2607908"/>
              <a:gd name="connsiteX2330" fmla="*/ 3515204 w 3689114"/>
              <a:gd name="connsiteY2330" fmla="*/ 1097664 h 2607908"/>
              <a:gd name="connsiteX2331" fmla="*/ 3516432 w 3689114"/>
              <a:gd name="connsiteY2331" fmla="*/ 1098892 h 2607908"/>
              <a:gd name="connsiteX2332" fmla="*/ 3515204 w 3689114"/>
              <a:gd name="connsiteY2332" fmla="*/ 1100118 h 2607908"/>
              <a:gd name="connsiteX2333" fmla="*/ 3513976 w 3689114"/>
              <a:gd name="connsiteY2333" fmla="*/ 1098892 h 2607908"/>
              <a:gd name="connsiteX2334" fmla="*/ 3515204 w 3689114"/>
              <a:gd name="connsiteY2334" fmla="*/ 1097664 h 2607908"/>
              <a:gd name="connsiteX2335" fmla="*/ 173910 w 3689114"/>
              <a:gd name="connsiteY2335" fmla="*/ 1097664 h 2607908"/>
              <a:gd name="connsiteX2336" fmla="*/ 175139 w 3689114"/>
              <a:gd name="connsiteY2336" fmla="*/ 1098892 h 2607908"/>
              <a:gd name="connsiteX2337" fmla="*/ 173910 w 3689114"/>
              <a:gd name="connsiteY2337" fmla="*/ 1100118 h 2607908"/>
              <a:gd name="connsiteX2338" fmla="*/ 172683 w 3689114"/>
              <a:gd name="connsiteY2338" fmla="*/ 1098892 h 2607908"/>
              <a:gd name="connsiteX2339" fmla="*/ 173910 w 3689114"/>
              <a:gd name="connsiteY2339" fmla="*/ 1097664 h 2607908"/>
              <a:gd name="connsiteX2340" fmla="*/ 3399987 w 3689114"/>
              <a:gd name="connsiteY2340" fmla="*/ 1097070 h 2607908"/>
              <a:gd name="connsiteX2341" fmla="*/ 3401809 w 3689114"/>
              <a:gd name="connsiteY2341" fmla="*/ 1098891 h 2607908"/>
              <a:gd name="connsiteX2342" fmla="*/ 3399987 w 3689114"/>
              <a:gd name="connsiteY2342" fmla="*/ 1100714 h 2607908"/>
              <a:gd name="connsiteX2343" fmla="*/ 3398165 w 3689114"/>
              <a:gd name="connsiteY2343" fmla="*/ 1098891 h 2607908"/>
              <a:gd name="connsiteX2344" fmla="*/ 3399987 w 3689114"/>
              <a:gd name="connsiteY2344" fmla="*/ 1097070 h 2607908"/>
              <a:gd name="connsiteX2345" fmla="*/ 289128 w 3689114"/>
              <a:gd name="connsiteY2345" fmla="*/ 1097070 h 2607908"/>
              <a:gd name="connsiteX2346" fmla="*/ 290950 w 3689114"/>
              <a:gd name="connsiteY2346" fmla="*/ 1098891 h 2607908"/>
              <a:gd name="connsiteX2347" fmla="*/ 289128 w 3689114"/>
              <a:gd name="connsiteY2347" fmla="*/ 1100714 h 2607908"/>
              <a:gd name="connsiteX2348" fmla="*/ 287307 w 3689114"/>
              <a:gd name="connsiteY2348" fmla="*/ 1098891 h 2607908"/>
              <a:gd name="connsiteX2349" fmla="*/ 289128 w 3689114"/>
              <a:gd name="connsiteY2349" fmla="*/ 1097070 h 2607908"/>
              <a:gd name="connsiteX2350" fmla="*/ 3284770 w 3689114"/>
              <a:gd name="connsiteY2350" fmla="*/ 1096294 h 2607908"/>
              <a:gd name="connsiteX2351" fmla="*/ 3287370 w 3689114"/>
              <a:gd name="connsiteY2351" fmla="*/ 1098891 h 2607908"/>
              <a:gd name="connsiteX2352" fmla="*/ 3284770 w 3689114"/>
              <a:gd name="connsiteY2352" fmla="*/ 1101488 h 2607908"/>
              <a:gd name="connsiteX2353" fmla="*/ 3282170 w 3689114"/>
              <a:gd name="connsiteY2353" fmla="*/ 1098891 h 2607908"/>
              <a:gd name="connsiteX2354" fmla="*/ 3284770 w 3689114"/>
              <a:gd name="connsiteY2354" fmla="*/ 1096294 h 2607908"/>
              <a:gd name="connsiteX2355" fmla="*/ 404345 w 3689114"/>
              <a:gd name="connsiteY2355" fmla="*/ 1096294 h 2607908"/>
              <a:gd name="connsiteX2356" fmla="*/ 406945 w 3689114"/>
              <a:gd name="connsiteY2356" fmla="*/ 1098891 h 2607908"/>
              <a:gd name="connsiteX2357" fmla="*/ 404345 w 3689114"/>
              <a:gd name="connsiteY2357" fmla="*/ 1101488 h 2607908"/>
              <a:gd name="connsiteX2358" fmla="*/ 401744 w 3689114"/>
              <a:gd name="connsiteY2358" fmla="*/ 1098891 h 2607908"/>
              <a:gd name="connsiteX2359" fmla="*/ 404345 w 3689114"/>
              <a:gd name="connsiteY2359" fmla="*/ 1096294 h 2607908"/>
              <a:gd name="connsiteX2360" fmla="*/ 3169553 w 3689114"/>
              <a:gd name="connsiteY2360" fmla="*/ 1095463 h 2607908"/>
              <a:gd name="connsiteX2361" fmla="*/ 3172983 w 3689114"/>
              <a:gd name="connsiteY2361" fmla="*/ 1098891 h 2607908"/>
              <a:gd name="connsiteX2362" fmla="*/ 3169553 w 3689114"/>
              <a:gd name="connsiteY2362" fmla="*/ 1102320 h 2607908"/>
              <a:gd name="connsiteX2363" fmla="*/ 3166122 w 3689114"/>
              <a:gd name="connsiteY2363" fmla="*/ 1098891 h 2607908"/>
              <a:gd name="connsiteX2364" fmla="*/ 3169553 w 3689114"/>
              <a:gd name="connsiteY2364" fmla="*/ 1095463 h 2607908"/>
              <a:gd name="connsiteX2365" fmla="*/ 519562 w 3689114"/>
              <a:gd name="connsiteY2365" fmla="*/ 1095463 h 2607908"/>
              <a:gd name="connsiteX2366" fmla="*/ 522992 w 3689114"/>
              <a:gd name="connsiteY2366" fmla="*/ 1098891 h 2607908"/>
              <a:gd name="connsiteX2367" fmla="*/ 519562 w 3689114"/>
              <a:gd name="connsiteY2367" fmla="*/ 1102320 h 2607908"/>
              <a:gd name="connsiteX2368" fmla="*/ 516132 w 3689114"/>
              <a:gd name="connsiteY2368" fmla="*/ 1098891 h 2607908"/>
              <a:gd name="connsiteX2369" fmla="*/ 519562 w 3689114"/>
              <a:gd name="connsiteY2369" fmla="*/ 1095463 h 2607908"/>
              <a:gd name="connsiteX2370" fmla="*/ 3054336 w 3689114"/>
              <a:gd name="connsiteY2370" fmla="*/ 1094431 h 2607908"/>
              <a:gd name="connsiteX2371" fmla="*/ 3058799 w 3689114"/>
              <a:gd name="connsiteY2371" fmla="*/ 1098892 h 2607908"/>
              <a:gd name="connsiteX2372" fmla="*/ 3054336 w 3689114"/>
              <a:gd name="connsiteY2372" fmla="*/ 1103356 h 2607908"/>
              <a:gd name="connsiteX2373" fmla="*/ 3049871 w 3689114"/>
              <a:gd name="connsiteY2373" fmla="*/ 1098892 h 2607908"/>
              <a:gd name="connsiteX2374" fmla="*/ 3054336 w 3689114"/>
              <a:gd name="connsiteY2374" fmla="*/ 1094431 h 2607908"/>
              <a:gd name="connsiteX2375" fmla="*/ 634779 w 3689114"/>
              <a:gd name="connsiteY2375" fmla="*/ 1094431 h 2607908"/>
              <a:gd name="connsiteX2376" fmla="*/ 639242 w 3689114"/>
              <a:gd name="connsiteY2376" fmla="*/ 1098892 h 2607908"/>
              <a:gd name="connsiteX2377" fmla="*/ 634779 w 3689114"/>
              <a:gd name="connsiteY2377" fmla="*/ 1103356 h 2607908"/>
              <a:gd name="connsiteX2378" fmla="*/ 630316 w 3689114"/>
              <a:gd name="connsiteY2378" fmla="*/ 1098892 h 2607908"/>
              <a:gd name="connsiteX2379" fmla="*/ 634779 w 3689114"/>
              <a:gd name="connsiteY2379" fmla="*/ 1094431 h 2607908"/>
              <a:gd name="connsiteX2380" fmla="*/ 2939119 w 3689114"/>
              <a:gd name="connsiteY2380" fmla="*/ 1093366 h 2607908"/>
              <a:gd name="connsiteX2381" fmla="*/ 2944646 w 3689114"/>
              <a:gd name="connsiteY2381" fmla="*/ 1098891 h 2607908"/>
              <a:gd name="connsiteX2382" fmla="*/ 2939119 w 3689114"/>
              <a:gd name="connsiteY2382" fmla="*/ 1104417 h 2607908"/>
              <a:gd name="connsiteX2383" fmla="*/ 2933592 w 3689114"/>
              <a:gd name="connsiteY2383" fmla="*/ 1098891 h 2607908"/>
              <a:gd name="connsiteX2384" fmla="*/ 2939119 w 3689114"/>
              <a:gd name="connsiteY2384" fmla="*/ 1093366 h 2607908"/>
              <a:gd name="connsiteX2385" fmla="*/ 749995 w 3689114"/>
              <a:gd name="connsiteY2385" fmla="*/ 1093366 h 2607908"/>
              <a:gd name="connsiteX2386" fmla="*/ 755523 w 3689114"/>
              <a:gd name="connsiteY2386" fmla="*/ 1098891 h 2607908"/>
              <a:gd name="connsiteX2387" fmla="*/ 749995 w 3689114"/>
              <a:gd name="connsiteY2387" fmla="*/ 1104417 h 2607908"/>
              <a:gd name="connsiteX2388" fmla="*/ 744468 w 3689114"/>
              <a:gd name="connsiteY2388" fmla="*/ 1098891 h 2607908"/>
              <a:gd name="connsiteX2389" fmla="*/ 749995 w 3689114"/>
              <a:gd name="connsiteY2389" fmla="*/ 1093366 h 2607908"/>
              <a:gd name="connsiteX2390" fmla="*/ 865212 w 3689114"/>
              <a:gd name="connsiteY2390" fmla="*/ 1092305 h 2607908"/>
              <a:gd name="connsiteX2391" fmla="*/ 871802 w 3689114"/>
              <a:gd name="connsiteY2391" fmla="*/ 1098891 h 2607908"/>
              <a:gd name="connsiteX2392" fmla="*/ 865212 w 3689114"/>
              <a:gd name="connsiteY2392" fmla="*/ 1105478 h 2607908"/>
              <a:gd name="connsiteX2393" fmla="*/ 858623 w 3689114"/>
              <a:gd name="connsiteY2393" fmla="*/ 1098891 h 2607908"/>
              <a:gd name="connsiteX2394" fmla="*/ 865212 w 3689114"/>
              <a:gd name="connsiteY2394" fmla="*/ 1092305 h 2607908"/>
              <a:gd name="connsiteX2395" fmla="*/ 2823902 w 3689114"/>
              <a:gd name="connsiteY2395" fmla="*/ 1092193 h 2607908"/>
              <a:gd name="connsiteX2396" fmla="*/ 2830602 w 3689114"/>
              <a:gd name="connsiteY2396" fmla="*/ 1098892 h 2607908"/>
              <a:gd name="connsiteX2397" fmla="*/ 2823902 w 3689114"/>
              <a:gd name="connsiteY2397" fmla="*/ 1105591 h 2607908"/>
              <a:gd name="connsiteX2398" fmla="*/ 2817201 w 3689114"/>
              <a:gd name="connsiteY2398" fmla="*/ 1098892 h 2607908"/>
              <a:gd name="connsiteX2399" fmla="*/ 2823902 w 3689114"/>
              <a:gd name="connsiteY2399" fmla="*/ 1092193 h 2607908"/>
              <a:gd name="connsiteX2400" fmla="*/ 2708685 w 3689114"/>
              <a:gd name="connsiteY2400" fmla="*/ 1091150 h 2607908"/>
              <a:gd name="connsiteX2401" fmla="*/ 2716427 w 3689114"/>
              <a:gd name="connsiteY2401" fmla="*/ 1098892 h 2607908"/>
              <a:gd name="connsiteX2402" fmla="*/ 2708685 w 3689114"/>
              <a:gd name="connsiteY2402" fmla="*/ 1106631 h 2607908"/>
              <a:gd name="connsiteX2403" fmla="*/ 2700943 w 3689114"/>
              <a:gd name="connsiteY2403" fmla="*/ 1098892 h 2607908"/>
              <a:gd name="connsiteX2404" fmla="*/ 2708685 w 3689114"/>
              <a:gd name="connsiteY2404" fmla="*/ 1091150 h 2607908"/>
              <a:gd name="connsiteX2405" fmla="*/ 980430 w 3689114"/>
              <a:gd name="connsiteY2405" fmla="*/ 1091150 h 2607908"/>
              <a:gd name="connsiteX2406" fmla="*/ 988172 w 3689114"/>
              <a:gd name="connsiteY2406" fmla="*/ 1098892 h 2607908"/>
              <a:gd name="connsiteX2407" fmla="*/ 980430 w 3689114"/>
              <a:gd name="connsiteY2407" fmla="*/ 1106631 h 2607908"/>
              <a:gd name="connsiteX2408" fmla="*/ 972687 w 3689114"/>
              <a:gd name="connsiteY2408" fmla="*/ 1098892 h 2607908"/>
              <a:gd name="connsiteX2409" fmla="*/ 980430 w 3689114"/>
              <a:gd name="connsiteY2409" fmla="*/ 1091150 h 2607908"/>
              <a:gd name="connsiteX2410" fmla="*/ 2593468 w 3689114"/>
              <a:gd name="connsiteY2410" fmla="*/ 1089908 h 2607908"/>
              <a:gd name="connsiteX2411" fmla="*/ 2602454 w 3689114"/>
              <a:gd name="connsiteY2411" fmla="*/ 1098892 h 2607908"/>
              <a:gd name="connsiteX2412" fmla="*/ 2593468 w 3689114"/>
              <a:gd name="connsiteY2412" fmla="*/ 1107875 h 2607908"/>
              <a:gd name="connsiteX2413" fmla="*/ 2584482 w 3689114"/>
              <a:gd name="connsiteY2413" fmla="*/ 1098892 h 2607908"/>
              <a:gd name="connsiteX2414" fmla="*/ 2593468 w 3689114"/>
              <a:gd name="connsiteY2414" fmla="*/ 1089908 h 2607908"/>
              <a:gd name="connsiteX2415" fmla="*/ 1095646 w 3689114"/>
              <a:gd name="connsiteY2415" fmla="*/ 1089908 h 2607908"/>
              <a:gd name="connsiteX2416" fmla="*/ 1104632 w 3689114"/>
              <a:gd name="connsiteY2416" fmla="*/ 1098892 h 2607908"/>
              <a:gd name="connsiteX2417" fmla="*/ 1095646 w 3689114"/>
              <a:gd name="connsiteY2417" fmla="*/ 1107875 h 2607908"/>
              <a:gd name="connsiteX2418" fmla="*/ 1086661 w 3689114"/>
              <a:gd name="connsiteY2418" fmla="*/ 1098892 h 2607908"/>
              <a:gd name="connsiteX2419" fmla="*/ 1095646 w 3689114"/>
              <a:gd name="connsiteY2419" fmla="*/ 1089908 h 2607908"/>
              <a:gd name="connsiteX2420" fmla="*/ 2478251 w 3689114"/>
              <a:gd name="connsiteY2420" fmla="*/ 1088715 h 2607908"/>
              <a:gd name="connsiteX2421" fmla="*/ 2488433 w 3689114"/>
              <a:gd name="connsiteY2421" fmla="*/ 1098892 h 2607908"/>
              <a:gd name="connsiteX2422" fmla="*/ 2478251 w 3689114"/>
              <a:gd name="connsiteY2422" fmla="*/ 1109067 h 2607908"/>
              <a:gd name="connsiteX2423" fmla="*/ 2468069 w 3689114"/>
              <a:gd name="connsiteY2423" fmla="*/ 1098892 h 2607908"/>
              <a:gd name="connsiteX2424" fmla="*/ 2478251 w 3689114"/>
              <a:gd name="connsiteY2424" fmla="*/ 1088715 h 2607908"/>
              <a:gd name="connsiteX2425" fmla="*/ 1210864 w 3689114"/>
              <a:gd name="connsiteY2425" fmla="*/ 1088715 h 2607908"/>
              <a:gd name="connsiteX2426" fmla="*/ 1221045 w 3689114"/>
              <a:gd name="connsiteY2426" fmla="*/ 1098892 h 2607908"/>
              <a:gd name="connsiteX2427" fmla="*/ 1210864 w 3689114"/>
              <a:gd name="connsiteY2427" fmla="*/ 1109067 h 2607908"/>
              <a:gd name="connsiteX2428" fmla="*/ 1200682 w 3689114"/>
              <a:gd name="connsiteY2428" fmla="*/ 1098892 h 2607908"/>
              <a:gd name="connsiteX2429" fmla="*/ 1210864 w 3689114"/>
              <a:gd name="connsiteY2429" fmla="*/ 1088715 h 2607908"/>
              <a:gd name="connsiteX2430" fmla="*/ 2363033 w 3689114"/>
              <a:gd name="connsiteY2430" fmla="*/ 1087730 h 2607908"/>
              <a:gd name="connsiteX2431" fmla="*/ 2374195 w 3689114"/>
              <a:gd name="connsiteY2431" fmla="*/ 1098891 h 2607908"/>
              <a:gd name="connsiteX2432" fmla="*/ 2363033 w 3689114"/>
              <a:gd name="connsiteY2432" fmla="*/ 1110052 h 2607908"/>
              <a:gd name="connsiteX2433" fmla="*/ 2351872 w 3689114"/>
              <a:gd name="connsiteY2433" fmla="*/ 1098891 h 2607908"/>
              <a:gd name="connsiteX2434" fmla="*/ 2363033 w 3689114"/>
              <a:gd name="connsiteY2434" fmla="*/ 1087730 h 2607908"/>
              <a:gd name="connsiteX2435" fmla="*/ 1326080 w 3689114"/>
              <a:gd name="connsiteY2435" fmla="*/ 1087730 h 2607908"/>
              <a:gd name="connsiteX2436" fmla="*/ 1337243 w 3689114"/>
              <a:gd name="connsiteY2436" fmla="*/ 1098891 h 2607908"/>
              <a:gd name="connsiteX2437" fmla="*/ 1326080 w 3689114"/>
              <a:gd name="connsiteY2437" fmla="*/ 1110052 h 2607908"/>
              <a:gd name="connsiteX2438" fmla="*/ 1314919 w 3689114"/>
              <a:gd name="connsiteY2438" fmla="*/ 1098891 h 2607908"/>
              <a:gd name="connsiteX2439" fmla="*/ 1326080 w 3689114"/>
              <a:gd name="connsiteY2439" fmla="*/ 1087730 h 2607908"/>
              <a:gd name="connsiteX2440" fmla="*/ 2247817 w 3689114"/>
              <a:gd name="connsiteY2440" fmla="*/ 1086708 h 2607908"/>
              <a:gd name="connsiteX2441" fmla="*/ 2260002 w 3689114"/>
              <a:gd name="connsiteY2441" fmla="*/ 1098892 h 2607908"/>
              <a:gd name="connsiteX2442" fmla="*/ 2247817 w 3689114"/>
              <a:gd name="connsiteY2442" fmla="*/ 1111076 h 2607908"/>
              <a:gd name="connsiteX2443" fmla="*/ 2235631 w 3689114"/>
              <a:gd name="connsiteY2443" fmla="*/ 1098892 h 2607908"/>
              <a:gd name="connsiteX2444" fmla="*/ 2247817 w 3689114"/>
              <a:gd name="connsiteY2444" fmla="*/ 1086708 h 2607908"/>
              <a:gd name="connsiteX2445" fmla="*/ 1441298 w 3689114"/>
              <a:gd name="connsiteY2445" fmla="*/ 1086708 h 2607908"/>
              <a:gd name="connsiteX2446" fmla="*/ 1453484 w 3689114"/>
              <a:gd name="connsiteY2446" fmla="*/ 1098892 h 2607908"/>
              <a:gd name="connsiteX2447" fmla="*/ 1441298 w 3689114"/>
              <a:gd name="connsiteY2447" fmla="*/ 1111076 h 2607908"/>
              <a:gd name="connsiteX2448" fmla="*/ 1429112 w 3689114"/>
              <a:gd name="connsiteY2448" fmla="*/ 1098892 h 2607908"/>
              <a:gd name="connsiteX2449" fmla="*/ 1441298 w 3689114"/>
              <a:gd name="connsiteY2449" fmla="*/ 1086708 h 2607908"/>
              <a:gd name="connsiteX2450" fmla="*/ 2132601 w 3689114"/>
              <a:gd name="connsiteY2450" fmla="*/ 1085950 h 2607908"/>
              <a:gd name="connsiteX2451" fmla="*/ 2145545 w 3689114"/>
              <a:gd name="connsiteY2451" fmla="*/ 1098891 h 2607908"/>
              <a:gd name="connsiteX2452" fmla="*/ 2132601 w 3689114"/>
              <a:gd name="connsiteY2452" fmla="*/ 1111832 h 2607908"/>
              <a:gd name="connsiteX2453" fmla="*/ 2119656 w 3689114"/>
              <a:gd name="connsiteY2453" fmla="*/ 1098891 h 2607908"/>
              <a:gd name="connsiteX2454" fmla="*/ 2132601 w 3689114"/>
              <a:gd name="connsiteY2454" fmla="*/ 1085950 h 2607908"/>
              <a:gd name="connsiteX2455" fmla="*/ 1556514 w 3689114"/>
              <a:gd name="connsiteY2455" fmla="*/ 1085950 h 2607908"/>
              <a:gd name="connsiteX2456" fmla="*/ 1569459 w 3689114"/>
              <a:gd name="connsiteY2456" fmla="*/ 1098891 h 2607908"/>
              <a:gd name="connsiteX2457" fmla="*/ 1556514 w 3689114"/>
              <a:gd name="connsiteY2457" fmla="*/ 1111832 h 2607908"/>
              <a:gd name="connsiteX2458" fmla="*/ 1543570 w 3689114"/>
              <a:gd name="connsiteY2458" fmla="*/ 1098891 h 2607908"/>
              <a:gd name="connsiteX2459" fmla="*/ 1556514 w 3689114"/>
              <a:gd name="connsiteY2459" fmla="*/ 1085950 h 2607908"/>
              <a:gd name="connsiteX2460" fmla="*/ 2017383 w 3689114"/>
              <a:gd name="connsiteY2460" fmla="*/ 1085326 h 2607908"/>
              <a:gd name="connsiteX2461" fmla="*/ 2030950 w 3689114"/>
              <a:gd name="connsiteY2461" fmla="*/ 1098892 h 2607908"/>
              <a:gd name="connsiteX2462" fmla="*/ 2017383 w 3689114"/>
              <a:gd name="connsiteY2462" fmla="*/ 1112454 h 2607908"/>
              <a:gd name="connsiteX2463" fmla="*/ 2003815 w 3689114"/>
              <a:gd name="connsiteY2463" fmla="*/ 1098892 h 2607908"/>
              <a:gd name="connsiteX2464" fmla="*/ 2017383 w 3689114"/>
              <a:gd name="connsiteY2464" fmla="*/ 1085326 h 2607908"/>
              <a:gd name="connsiteX2465" fmla="*/ 1671732 w 3689114"/>
              <a:gd name="connsiteY2465" fmla="*/ 1085326 h 2607908"/>
              <a:gd name="connsiteX2466" fmla="*/ 1685299 w 3689114"/>
              <a:gd name="connsiteY2466" fmla="*/ 1098892 h 2607908"/>
              <a:gd name="connsiteX2467" fmla="*/ 1671732 w 3689114"/>
              <a:gd name="connsiteY2467" fmla="*/ 1112454 h 2607908"/>
              <a:gd name="connsiteX2468" fmla="*/ 1658165 w 3689114"/>
              <a:gd name="connsiteY2468" fmla="*/ 1098892 h 2607908"/>
              <a:gd name="connsiteX2469" fmla="*/ 1671732 w 3689114"/>
              <a:gd name="connsiteY2469" fmla="*/ 1085326 h 2607908"/>
              <a:gd name="connsiteX2470" fmla="*/ 1902166 w 3689114"/>
              <a:gd name="connsiteY2470" fmla="*/ 1085011 h 2607908"/>
              <a:gd name="connsiteX2471" fmla="*/ 1916050 w 3689114"/>
              <a:gd name="connsiteY2471" fmla="*/ 1098891 h 2607908"/>
              <a:gd name="connsiteX2472" fmla="*/ 1902166 w 3689114"/>
              <a:gd name="connsiteY2472" fmla="*/ 1112772 h 2607908"/>
              <a:gd name="connsiteX2473" fmla="*/ 1888282 w 3689114"/>
              <a:gd name="connsiteY2473" fmla="*/ 1098891 h 2607908"/>
              <a:gd name="connsiteX2474" fmla="*/ 1902166 w 3689114"/>
              <a:gd name="connsiteY2474" fmla="*/ 1085011 h 2607908"/>
              <a:gd name="connsiteX2475" fmla="*/ 1786949 w 3689114"/>
              <a:gd name="connsiteY2475" fmla="*/ 1085011 h 2607908"/>
              <a:gd name="connsiteX2476" fmla="*/ 1800833 w 3689114"/>
              <a:gd name="connsiteY2476" fmla="*/ 1098891 h 2607908"/>
              <a:gd name="connsiteX2477" fmla="*/ 1786949 w 3689114"/>
              <a:gd name="connsiteY2477" fmla="*/ 1112772 h 2607908"/>
              <a:gd name="connsiteX2478" fmla="*/ 1773065 w 3689114"/>
              <a:gd name="connsiteY2478" fmla="*/ 1098891 h 2607908"/>
              <a:gd name="connsiteX2479" fmla="*/ 1786949 w 3689114"/>
              <a:gd name="connsiteY2479" fmla="*/ 1085011 h 2607908"/>
              <a:gd name="connsiteX2480" fmla="*/ 3457596 w 3689114"/>
              <a:gd name="connsiteY2480" fmla="*/ 997812 h 2607908"/>
              <a:gd name="connsiteX2481" fmla="*/ 3458873 w 3689114"/>
              <a:gd name="connsiteY2481" fmla="*/ 999093 h 2607908"/>
              <a:gd name="connsiteX2482" fmla="*/ 3457596 w 3689114"/>
              <a:gd name="connsiteY2482" fmla="*/ 1000369 h 2607908"/>
              <a:gd name="connsiteX2483" fmla="*/ 3456319 w 3689114"/>
              <a:gd name="connsiteY2483" fmla="*/ 999093 h 2607908"/>
              <a:gd name="connsiteX2484" fmla="*/ 3457596 w 3689114"/>
              <a:gd name="connsiteY2484" fmla="*/ 997812 h 2607908"/>
              <a:gd name="connsiteX2485" fmla="*/ 231519 w 3689114"/>
              <a:gd name="connsiteY2485" fmla="*/ 997812 h 2607908"/>
              <a:gd name="connsiteX2486" fmla="*/ 232796 w 3689114"/>
              <a:gd name="connsiteY2486" fmla="*/ 999093 h 2607908"/>
              <a:gd name="connsiteX2487" fmla="*/ 231519 w 3689114"/>
              <a:gd name="connsiteY2487" fmla="*/ 1000369 h 2607908"/>
              <a:gd name="connsiteX2488" fmla="*/ 230242 w 3689114"/>
              <a:gd name="connsiteY2488" fmla="*/ 999093 h 2607908"/>
              <a:gd name="connsiteX2489" fmla="*/ 231519 w 3689114"/>
              <a:gd name="connsiteY2489" fmla="*/ 997812 h 2607908"/>
              <a:gd name="connsiteX2490" fmla="*/ 3342379 w 3689114"/>
              <a:gd name="connsiteY2490" fmla="*/ 997147 h 2607908"/>
              <a:gd name="connsiteX2491" fmla="*/ 3344321 w 3689114"/>
              <a:gd name="connsiteY2491" fmla="*/ 999091 h 2607908"/>
              <a:gd name="connsiteX2492" fmla="*/ 3342379 w 3689114"/>
              <a:gd name="connsiteY2492" fmla="*/ 1001034 h 2607908"/>
              <a:gd name="connsiteX2493" fmla="*/ 3340436 w 3689114"/>
              <a:gd name="connsiteY2493" fmla="*/ 999091 h 2607908"/>
              <a:gd name="connsiteX2494" fmla="*/ 3342379 w 3689114"/>
              <a:gd name="connsiteY2494" fmla="*/ 997147 h 2607908"/>
              <a:gd name="connsiteX2495" fmla="*/ 346736 w 3689114"/>
              <a:gd name="connsiteY2495" fmla="*/ 997147 h 2607908"/>
              <a:gd name="connsiteX2496" fmla="*/ 348678 w 3689114"/>
              <a:gd name="connsiteY2496" fmla="*/ 999091 h 2607908"/>
              <a:gd name="connsiteX2497" fmla="*/ 346736 w 3689114"/>
              <a:gd name="connsiteY2497" fmla="*/ 1001034 h 2607908"/>
              <a:gd name="connsiteX2498" fmla="*/ 344794 w 3689114"/>
              <a:gd name="connsiteY2498" fmla="*/ 999091 h 2607908"/>
              <a:gd name="connsiteX2499" fmla="*/ 346736 w 3689114"/>
              <a:gd name="connsiteY2499" fmla="*/ 997147 h 2607908"/>
              <a:gd name="connsiteX2500" fmla="*/ 3227162 w 3689114"/>
              <a:gd name="connsiteY2500" fmla="*/ 996420 h 2607908"/>
              <a:gd name="connsiteX2501" fmla="*/ 3229832 w 3689114"/>
              <a:gd name="connsiteY2501" fmla="*/ 999093 h 2607908"/>
              <a:gd name="connsiteX2502" fmla="*/ 3227162 w 3689114"/>
              <a:gd name="connsiteY2502" fmla="*/ 1001766 h 2607908"/>
              <a:gd name="connsiteX2503" fmla="*/ 3224491 w 3689114"/>
              <a:gd name="connsiteY2503" fmla="*/ 999093 h 2607908"/>
              <a:gd name="connsiteX2504" fmla="*/ 3227162 w 3689114"/>
              <a:gd name="connsiteY2504" fmla="*/ 996420 h 2607908"/>
              <a:gd name="connsiteX2505" fmla="*/ 461953 w 3689114"/>
              <a:gd name="connsiteY2505" fmla="*/ 996420 h 2607908"/>
              <a:gd name="connsiteX2506" fmla="*/ 464624 w 3689114"/>
              <a:gd name="connsiteY2506" fmla="*/ 999093 h 2607908"/>
              <a:gd name="connsiteX2507" fmla="*/ 461953 w 3689114"/>
              <a:gd name="connsiteY2507" fmla="*/ 1001766 h 2607908"/>
              <a:gd name="connsiteX2508" fmla="*/ 459283 w 3689114"/>
              <a:gd name="connsiteY2508" fmla="*/ 999093 h 2607908"/>
              <a:gd name="connsiteX2509" fmla="*/ 461953 w 3689114"/>
              <a:gd name="connsiteY2509" fmla="*/ 996420 h 2607908"/>
              <a:gd name="connsiteX2510" fmla="*/ 3111944 w 3689114"/>
              <a:gd name="connsiteY2510" fmla="*/ 995579 h 2607908"/>
              <a:gd name="connsiteX2511" fmla="*/ 3115455 w 3689114"/>
              <a:gd name="connsiteY2511" fmla="*/ 999093 h 2607908"/>
              <a:gd name="connsiteX2512" fmla="*/ 3111944 w 3689114"/>
              <a:gd name="connsiteY2512" fmla="*/ 1002604 h 2607908"/>
              <a:gd name="connsiteX2513" fmla="*/ 3108433 w 3689114"/>
              <a:gd name="connsiteY2513" fmla="*/ 999093 h 2607908"/>
              <a:gd name="connsiteX2514" fmla="*/ 3111944 w 3689114"/>
              <a:gd name="connsiteY2514" fmla="*/ 995579 h 2607908"/>
              <a:gd name="connsiteX2515" fmla="*/ 577170 w 3689114"/>
              <a:gd name="connsiteY2515" fmla="*/ 995579 h 2607908"/>
              <a:gd name="connsiteX2516" fmla="*/ 580681 w 3689114"/>
              <a:gd name="connsiteY2516" fmla="*/ 999093 h 2607908"/>
              <a:gd name="connsiteX2517" fmla="*/ 577170 w 3689114"/>
              <a:gd name="connsiteY2517" fmla="*/ 1002604 h 2607908"/>
              <a:gd name="connsiteX2518" fmla="*/ 573659 w 3689114"/>
              <a:gd name="connsiteY2518" fmla="*/ 999093 h 2607908"/>
              <a:gd name="connsiteX2519" fmla="*/ 577170 w 3689114"/>
              <a:gd name="connsiteY2519" fmla="*/ 995579 h 2607908"/>
              <a:gd name="connsiteX2520" fmla="*/ 2996727 w 3689114"/>
              <a:gd name="connsiteY2520" fmla="*/ 994719 h 2607908"/>
              <a:gd name="connsiteX2521" fmla="*/ 3001100 w 3689114"/>
              <a:gd name="connsiteY2521" fmla="*/ 999091 h 2607908"/>
              <a:gd name="connsiteX2522" fmla="*/ 2996727 w 3689114"/>
              <a:gd name="connsiteY2522" fmla="*/ 1003466 h 2607908"/>
              <a:gd name="connsiteX2523" fmla="*/ 2992355 w 3689114"/>
              <a:gd name="connsiteY2523" fmla="*/ 999091 h 2607908"/>
              <a:gd name="connsiteX2524" fmla="*/ 2996727 w 3689114"/>
              <a:gd name="connsiteY2524" fmla="*/ 994719 h 2607908"/>
              <a:gd name="connsiteX2525" fmla="*/ 692388 w 3689114"/>
              <a:gd name="connsiteY2525" fmla="*/ 994719 h 2607908"/>
              <a:gd name="connsiteX2526" fmla="*/ 696760 w 3689114"/>
              <a:gd name="connsiteY2526" fmla="*/ 999091 h 2607908"/>
              <a:gd name="connsiteX2527" fmla="*/ 692388 w 3689114"/>
              <a:gd name="connsiteY2527" fmla="*/ 1003466 h 2607908"/>
              <a:gd name="connsiteX2528" fmla="*/ 688015 w 3689114"/>
              <a:gd name="connsiteY2528" fmla="*/ 999091 h 2607908"/>
              <a:gd name="connsiteX2529" fmla="*/ 692388 w 3689114"/>
              <a:gd name="connsiteY2529" fmla="*/ 994719 h 2607908"/>
              <a:gd name="connsiteX2530" fmla="*/ 807604 w 3689114"/>
              <a:gd name="connsiteY2530" fmla="*/ 993762 h 2607908"/>
              <a:gd name="connsiteX2531" fmla="*/ 812929 w 3689114"/>
              <a:gd name="connsiteY2531" fmla="*/ 999091 h 2607908"/>
              <a:gd name="connsiteX2532" fmla="*/ 807604 w 3689114"/>
              <a:gd name="connsiteY2532" fmla="*/ 1004416 h 2607908"/>
              <a:gd name="connsiteX2533" fmla="*/ 802279 w 3689114"/>
              <a:gd name="connsiteY2533" fmla="*/ 999091 h 2607908"/>
              <a:gd name="connsiteX2534" fmla="*/ 807604 w 3689114"/>
              <a:gd name="connsiteY2534" fmla="*/ 993762 h 2607908"/>
              <a:gd name="connsiteX2535" fmla="*/ 2881510 w 3689114"/>
              <a:gd name="connsiteY2535" fmla="*/ 993663 h 2607908"/>
              <a:gd name="connsiteX2536" fmla="*/ 2886936 w 3689114"/>
              <a:gd name="connsiteY2536" fmla="*/ 999093 h 2607908"/>
              <a:gd name="connsiteX2537" fmla="*/ 2881510 w 3689114"/>
              <a:gd name="connsiteY2537" fmla="*/ 1004520 h 2607908"/>
              <a:gd name="connsiteX2538" fmla="*/ 2876084 w 3689114"/>
              <a:gd name="connsiteY2538" fmla="*/ 999093 h 2607908"/>
              <a:gd name="connsiteX2539" fmla="*/ 2881510 w 3689114"/>
              <a:gd name="connsiteY2539" fmla="*/ 993663 h 2607908"/>
              <a:gd name="connsiteX2540" fmla="*/ 2766293 w 3689114"/>
              <a:gd name="connsiteY2540" fmla="*/ 992609 h 2607908"/>
              <a:gd name="connsiteX2541" fmla="*/ 2772772 w 3689114"/>
              <a:gd name="connsiteY2541" fmla="*/ 999091 h 2607908"/>
              <a:gd name="connsiteX2542" fmla="*/ 2766293 w 3689114"/>
              <a:gd name="connsiteY2542" fmla="*/ 1005574 h 2607908"/>
              <a:gd name="connsiteX2543" fmla="*/ 2759815 w 3689114"/>
              <a:gd name="connsiteY2543" fmla="*/ 999091 h 2607908"/>
              <a:gd name="connsiteX2544" fmla="*/ 2766293 w 3689114"/>
              <a:gd name="connsiteY2544" fmla="*/ 992609 h 2607908"/>
              <a:gd name="connsiteX2545" fmla="*/ 922821 w 3689114"/>
              <a:gd name="connsiteY2545" fmla="*/ 992609 h 2607908"/>
              <a:gd name="connsiteX2546" fmla="*/ 929300 w 3689114"/>
              <a:gd name="connsiteY2546" fmla="*/ 999091 h 2607908"/>
              <a:gd name="connsiteX2547" fmla="*/ 922821 w 3689114"/>
              <a:gd name="connsiteY2547" fmla="*/ 1005574 h 2607908"/>
              <a:gd name="connsiteX2548" fmla="*/ 916342 w 3689114"/>
              <a:gd name="connsiteY2548" fmla="*/ 999091 h 2607908"/>
              <a:gd name="connsiteX2549" fmla="*/ 922821 w 3689114"/>
              <a:gd name="connsiteY2549" fmla="*/ 992609 h 2607908"/>
              <a:gd name="connsiteX2550" fmla="*/ 2651076 w 3689114"/>
              <a:gd name="connsiteY2550" fmla="*/ 991585 h 2607908"/>
              <a:gd name="connsiteX2551" fmla="*/ 2658580 w 3689114"/>
              <a:gd name="connsiteY2551" fmla="*/ 999091 h 2607908"/>
              <a:gd name="connsiteX2552" fmla="*/ 2651076 w 3689114"/>
              <a:gd name="connsiteY2552" fmla="*/ 1006598 h 2607908"/>
              <a:gd name="connsiteX2553" fmla="*/ 2643572 w 3689114"/>
              <a:gd name="connsiteY2553" fmla="*/ 999091 h 2607908"/>
              <a:gd name="connsiteX2554" fmla="*/ 2651076 w 3689114"/>
              <a:gd name="connsiteY2554" fmla="*/ 991585 h 2607908"/>
              <a:gd name="connsiteX2555" fmla="*/ 1038038 w 3689114"/>
              <a:gd name="connsiteY2555" fmla="*/ 991585 h 2607908"/>
              <a:gd name="connsiteX2556" fmla="*/ 1045542 w 3689114"/>
              <a:gd name="connsiteY2556" fmla="*/ 999091 h 2607908"/>
              <a:gd name="connsiteX2557" fmla="*/ 1038038 w 3689114"/>
              <a:gd name="connsiteY2557" fmla="*/ 1006598 h 2607908"/>
              <a:gd name="connsiteX2558" fmla="*/ 1030534 w 3689114"/>
              <a:gd name="connsiteY2558" fmla="*/ 999091 h 2607908"/>
              <a:gd name="connsiteX2559" fmla="*/ 1038038 w 3689114"/>
              <a:gd name="connsiteY2559" fmla="*/ 991585 h 2607908"/>
              <a:gd name="connsiteX2560" fmla="*/ 2535859 w 3689114"/>
              <a:gd name="connsiteY2560" fmla="*/ 990486 h 2607908"/>
              <a:gd name="connsiteX2561" fmla="*/ 2544462 w 3689114"/>
              <a:gd name="connsiteY2561" fmla="*/ 999093 h 2607908"/>
              <a:gd name="connsiteX2562" fmla="*/ 2535859 w 3689114"/>
              <a:gd name="connsiteY2562" fmla="*/ 1007697 h 2607908"/>
              <a:gd name="connsiteX2563" fmla="*/ 2527257 w 3689114"/>
              <a:gd name="connsiteY2563" fmla="*/ 999093 h 2607908"/>
              <a:gd name="connsiteX2564" fmla="*/ 2535859 w 3689114"/>
              <a:gd name="connsiteY2564" fmla="*/ 990486 h 2607908"/>
              <a:gd name="connsiteX2565" fmla="*/ 1153255 w 3689114"/>
              <a:gd name="connsiteY2565" fmla="*/ 990486 h 2607908"/>
              <a:gd name="connsiteX2566" fmla="*/ 1161858 w 3689114"/>
              <a:gd name="connsiteY2566" fmla="*/ 999093 h 2607908"/>
              <a:gd name="connsiteX2567" fmla="*/ 1153255 w 3689114"/>
              <a:gd name="connsiteY2567" fmla="*/ 1007697 h 2607908"/>
              <a:gd name="connsiteX2568" fmla="*/ 1144652 w 3689114"/>
              <a:gd name="connsiteY2568" fmla="*/ 999093 h 2607908"/>
              <a:gd name="connsiteX2569" fmla="*/ 1153255 w 3689114"/>
              <a:gd name="connsiteY2569" fmla="*/ 990486 h 2607908"/>
              <a:gd name="connsiteX2570" fmla="*/ 2420643 w 3689114"/>
              <a:gd name="connsiteY2570" fmla="*/ 989578 h 2607908"/>
              <a:gd name="connsiteX2571" fmla="*/ 2430150 w 3689114"/>
              <a:gd name="connsiteY2571" fmla="*/ 999093 h 2607908"/>
              <a:gd name="connsiteX2572" fmla="*/ 2420643 w 3689114"/>
              <a:gd name="connsiteY2572" fmla="*/ 1008602 h 2607908"/>
              <a:gd name="connsiteX2573" fmla="*/ 2411135 w 3689114"/>
              <a:gd name="connsiteY2573" fmla="*/ 999093 h 2607908"/>
              <a:gd name="connsiteX2574" fmla="*/ 2420643 w 3689114"/>
              <a:gd name="connsiteY2574" fmla="*/ 989578 h 2607908"/>
              <a:gd name="connsiteX2575" fmla="*/ 1268472 w 3689114"/>
              <a:gd name="connsiteY2575" fmla="*/ 989578 h 2607908"/>
              <a:gd name="connsiteX2576" fmla="*/ 1277980 w 3689114"/>
              <a:gd name="connsiteY2576" fmla="*/ 999093 h 2607908"/>
              <a:gd name="connsiteX2577" fmla="*/ 1268472 w 3689114"/>
              <a:gd name="connsiteY2577" fmla="*/ 1008602 h 2607908"/>
              <a:gd name="connsiteX2578" fmla="*/ 1258964 w 3689114"/>
              <a:gd name="connsiteY2578" fmla="*/ 999093 h 2607908"/>
              <a:gd name="connsiteX2579" fmla="*/ 1268472 w 3689114"/>
              <a:gd name="connsiteY2579" fmla="*/ 989578 h 2607908"/>
              <a:gd name="connsiteX2580" fmla="*/ 2305426 w 3689114"/>
              <a:gd name="connsiteY2580" fmla="*/ 988631 h 2607908"/>
              <a:gd name="connsiteX2581" fmla="*/ 2315882 w 3689114"/>
              <a:gd name="connsiteY2581" fmla="*/ 999093 h 2607908"/>
              <a:gd name="connsiteX2582" fmla="*/ 2305426 w 3689114"/>
              <a:gd name="connsiteY2582" fmla="*/ 1009553 h 2607908"/>
              <a:gd name="connsiteX2583" fmla="*/ 2294968 w 3689114"/>
              <a:gd name="connsiteY2583" fmla="*/ 999093 h 2607908"/>
              <a:gd name="connsiteX2584" fmla="*/ 2305426 w 3689114"/>
              <a:gd name="connsiteY2584" fmla="*/ 988631 h 2607908"/>
              <a:gd name="connsiteX2585" fmla="*/ 1383689 w 3689114"/>
              <a:gd name="connsiteY2585" fmla="*/ 988631 h 2607908"/>
              <a:gd name="connsiteX2586" fmla="*/ 1394146 w 3689114"/>
              <a:gd name="connsiteY2586" fmla="*/ 999093 h 2607908"/>
              <a:gd name="connsiteX2587" fmla="*/ 1383689 w 3689114"/>
              <a:gd name="connsiteY2587" fmla="*/ 1009553 h 2607908"/>
              <a:gd name="connsiteX2588" fmla="*/ 1373232 w 3689114"/>
              <a:gd name="connsiteY2588" fmla="*/ 999093 h 2607908"/>
              <a:gd name="connsiteX2589" fmla="*/ 1383689 w 3689114"/>
              <a:gd name="connsiteY2589" fmla="*/ 988631 h 2607908"/>
              <a:gd name="connsiteX2590" fmla="*/ 2190209 w 3689114"/>
              <a:gd name="connsiteY2590" fmla="*/ 987785 h 2607908"/>
              <a:gd name="connsiteX2591" fmla="*/ 2201514 w 3689114"/>
              <a:gd name="connsiteY2591" fmla="*/ 999093 h 2607908"/>
              <a:gd name="connsiteX2592" fmla="*/ 2190209 w 3689114"/>
              <a:gd name="connsiteY2592" fmla="*/ 1010400 h 2607908"/>
              <a:gd name="connsiteX2593" fmla="*/ 2178903 w 3689114"/>
              <a:gd name="connsiteY2593" fmla="*/ 999093 h 2607908"/>
              <a:gd name="connsiteX2594" fmla="*/ 2190209 w 3689114"/>
              <a:gd name="connsiteY2594" fmla="*/ 987785 h 2607908"/>
              <a:gd name="connsiteX2595" fmla="*/ 1498906 w 3689114"/>
              <a:gd name="connsiteY2595" fmla="*/ 987785 h 2607908"/>
              <a:gd name="connsiteX2596" fmla="*/ 1510212 w 3689114"/>
              <a:gd name="connsiteY2596" fmla="*/ 999093 h 2607908"/>
              <a:gd name="connsiteX2597" fmla="*/ 1498906 w 3689114"/>
              <a:gd name="connsiteY2597" fmla="*/ 1010400 h 2607908"/>
              <a:gd name="connsiteX2598" fmla="*/ 1487601 w 3689114"/>
              <a:gd name="connsiteY2598" fmla="*/ 999093 h 2607908"/>
              <a:gd name="connsiteX2599" fmla="*/ 1498906 w 3689114"/>
              <a:gd name="connsiteY2599" fmla="*/ 987785 h 2607908"/>
              <a:gd name="connsiteX2600" fmla="*/ 2074992 w 3689114"/>
              <a:gd name="connsiteY2600" fmla="*/ 987200 h 2607908"/>
              <a:gd name="connsiteX2601" fmla="*/ 2086880 w 3689114"/>
              <a:gd name="connsiteY2601" fmla="*/ 999093 h 2607908"/>
              <a:gd name="connsiteX2602" fmla="*/ 2074992 w 3689114"/>
              <a:gd name="connsiteY2602" fmla="*/ 1010985 h 2607908"/>
              <a:gd name="connsiteX2603" fmla="*/ 2063102 w 3689114"/>
              <a:gd name="connsiteY2603" fmla="*/ 999093 h 2607908"/>
              <a:gd name="connsiteX2604" fmla="*/ 2074992 w 3689114"/>
              <a:gd name="connsiteY2604" fmla="*/ 987200 h 2607908"/>
              <a:gd name="connsiteX2605" fmla="*/ 1614123 w 3689114"/>
              <a:gd name="connsiteY2605" fmla="*/ 987200 h 2607908"/>
              <a:gd name="connsiteX2606" fmla="*/ 1626012 w 3689114"/>
              <a:gd name="connsiteY2606" fmla="*/ 999093 h 2607908"/>
              <a:gd name="connsiteX2607" fmla="*/ 1614123 w 3689114"/>
              <a:gd name="connsiteY2607" fmla="*/ 1010985 h 2607908"/>
              <a:gd name="connsiteX2608" fmla="*/ 1602234 w 3689114"/>
              <a:gd name="connsiteY2608" fmla="*/ 999093 h 2607908"/>
              <a:gd name="connsiteX2609" fmla="*/ 1614123 w 3689114"/>
              <a:gd name="connsiteY2609" fmla="*/ 987200 h 2607908"/>
              <a:gd name="connsiteX2610" fmla="*/ 1959774 w 3689114"/>
              <a:gd name="connsiteY2610" fmla="*/ 986905 h 2607908"/>
              <a:gd name="connsiteX2611" fmla="*/ 1971960 w 3689114"/>
              <a:gd name="connsiteY2611" fmla="*/ 999093 h 2607908"/>
              <a:gd name="connsiteX2612" fmla="*/ 1959774 w 3689114"/>
              <a:gd name="connsiteY2612" fmla="*/ 1011281 h 2607908"/>
              <a:gd name="connsiteX2613" fmla="*/ 1947588 w 3689114"/>
              <a:gd name="connsiteY2613" fmla="*/ 999093 h 2607908"/>
              <a:gd name="connsiteX2614" fmla="*/ 1959774 w 3689114"/>
              <a:gd name="connsiteY2614" fmla="*/ 986905 h 2607908"/>
              <a:gd name="connsiteX2615" fmla="*/ 1729340 w 3689114"/>
              <a:gd name="connsiteY2615" fmla="*/ 986905 h 2607908"/>
              <a:gd name="connsiteX2616" fmla="*/ 1741526 w 3689114"/>
              <a:gd name="connsiteY2616" fmla="*/ 999093 h 2607908"/>
              <a:gd name="connsiteX2617" fmla="*/ 1729340 w 3689114"/>
              <a:gd name="connsiteY2617" fmla="*/ 1011281 h 2607908"/>
              <a:gd name="connsiteX2618" fmla="*/ 1717154 w 3689114"/>
              <a:gd name="connsiteY2618" fmla="*/ 999093 h 2607908"/>
              <a:gd name="connsiteX2619" fmla="*/ 1729340 w 3689114"/>
              <a:gd name="connsiteY2619" fmla="*/ 986905 h 2607908"/>
              <a:gd name="connsiteX2620" fmla="*/ 1844558 w 3689114"/>
              <a:gd name="connsiteY2620" fmla="*/ 986757 h 2607908"/>
              <a:gd name="connsiteX2621" fmla="*/ 1856893 w 3689114"/>
              <a:gd name="connsiteY2621" fmla="*/ 999093 h 2607908"/>
              <a:gd name="connsiteX2622" fmla="*/ 1844558 w 3689114"/>
              <a:gd name="connsiteY2622" fmla="*/ 1011430 h 2607908"/>
              <a:gd name="connsiteX2623" fmla="*/ 1832221 w 3689114"/>
              <a:gd name="connsiteY2623" fmla="*/ 999093 h 2607908"/>
              <a:gd name="connsiteX2624" fmla="*/ 1844558 w 3689114"/>
              <a:gd name="connsiteY2624" fmla="*/ 986757 h 2607908"/>
              <a:gd name="connsiteX2625" fmla="*/ 3399987 w 3689114"/>
              <a:gd name="connsiteY2625" fmla="*/ 898046 h 2607908"/>
              <a:gd name="connsiteX2626" fmla="*/ 3401264 w 3689114"/>
              <a:gd name="connsiteY2626" fmla="*/ 899322 h 2607908"/>
              <a:gd name="connsiteX2627" fmla="*/ 3399987 w 3689114"/>
              <a:gd name="connsiteY2627" fmla="*/ 900601 h 2607908"/>
              <a:gd name="connsiteX2628" fmla="*/ 3398710 w 3689114"/>
              <a:gd name="connsiteY2628" fmla="*/ 899322 h 2607908"/>
              <a:gd name="connsiteX2629" fmla="*/ 3399987 w 3689114"/>
              <a:gd name="connsiteY2629" fmla="*/ 898046 h 2607908"/>
              <a:gd name="connsiteX2630" fmla="*/ 289128 w 3689114"/>
              <a:gd name="connsiteY2630" fmla="*/ 898046 h 2607908"/>
              <a:gd name="connsiteX2631" fmla="*/ 290406 w 3689114"/>
              <a:gd name="connsiteY2631" fmla="*/ 899322 h 2607908"/>
              <a:gd name="connsiteX2632" fmla="*/ 289128 w 3689114"/>
              <a:gd name="connsiteY2632" fmla="*/ 900601 h 2607908"/>
              <a:gd name="connsiteX2633" fmla="*/ 287851 w 3689114"/>
              <a:gd name="connsiteY2633" fmla="*/ 899322 h 2607908"/>
              <a:gd name="connsiteX2634" fmla="*/ 289128 w 3689114"/>
              <a:gd name="connsiteY2634" fmla="*/ 898046 h 2607908"/>
              <a:gd name="connsiteX2635" fmla="*/ 3284770 w 3689114"/>
              <a:gd name="connsiteY2635" fmla="*/ 897439 h 2607908"/>
              <a:gd name="connsiteX2636" fmla="*/ 3286652 w 3689114"/>
              <a:gd name="connsiteY2636" fmla="*/ 899324 h 2607908"/>
              <a:gd name="connsiteX2637" fmla="*/ 3284770 w 3689114"/>
              <a:gd name="connsiteY2637" fmla="*/ 901203 h 2607908"/>
              <a:gd name="connsiteX2638" fmla="*/ 3282888 w 3689114"/>
              <a:gd name="connsiteY2638" fmla="*/ 899324 h 2607908"/>
              <a:gd name="connsiteX2639" fmla="*/ 3284770 w 3689114"/>
              <a:gd name="connsiteY2639" fmla="*/ 897439 h 2607908"/>
              <a:gd name="connsiteX2640" fmla="*/ 404345 w 3689114"/>
              <a:gd name="connsiteY2640" fmla="*/ 897439 h 2607908"/>
              <a:gd name="connsiteX2641" fmla="*/ 406226 w 3689114"/>
              <a:gd name="connsiteY2641" fmla="*/ 899324 h 2607908"/>
              <a:gd name="connsiteX2642" fmla="*/ 404345 w 3689114"/>
              <a:gd name="connsiteY2642" fmla="*/ 901203 h 2607908"/>
              <a:gd name="connsiteX2643" fmla="*/ 402463 w 3689114"/>
              <a:gd name="connsiteY2643" fmla="*/ 899324 h 2607908"/>
              <a:gd name="connsiteX2644" fmla="*/ 404345 w 3689114"/>
              <a:gd name="connsiteY2644" fmla="*/ 897439 h 2607908"/>
              <a:gd name="connsiteX2645" fmla="*/ 3169553 w 3689114"/>
              <a:gd name="connsiteY2645" fmla="*/ 896724 h 2607908"/>
              <a:gd name="connsiteX2646" fmla="*/ 3172153 w 3689114"/>
              <a:gd name="connsiteY2646" fmla="*/ 899322 h 2607908"/>
              <a:gd name="connsiteX2647" fmla="*/ 3169553 w 3689114"/>
              <a:gd name="connsiteY2647" fmla="*/ 901928 h 2607908"/>
              <a:gd name="connsiteX2648" fmla="*/ 3166953 w 3689114"/>
              <a:gd name="connsiteY2648" fmla="*/ 899322 h 2607908"/>
              <a:gd name="connsiteX2649" fmla="*/ 3169553 w 3689114"/>
              <a:gd name="connsiteY2649" fmla="*/ 896724 h 2607908"/>
              <a:gd name="connsiteX2650" fmla="*/ 519562 w 3689114"/>
              <a:gd name="connsiteY2650" fmla="*/ 896724 h 2607908"/>
              <a:gd name="connsiteX2651" fmla="*/ 522161 w 3689114"/>
              <a:gd name="connsiteY2651" fmla="*/ 899322 h 2607908"/>
              <a:gd name="connsiteX2652" fmla="*/ 519562 w 3689114"/>
              <a:gd name="connsiteY2652" fmla="*/ 901928 h 2607908"/>
              <a:gd name="connsiteX2653" fmla="*/ 516962 w 3689114"/>
              <a:gd name="connsiteY2653" fmla="*/ 899322 h 2607908"/>
              <a:gd name="connsiteX2654" fmla="*/ 519562 w 3689114"/>
              <a:gd name="connsiteY2654" fmla="*/ 896724 h 2607908"/>
              <a:gd name="connsiteX2655" fmla="*/ 634779 w 3689114"/>
              <a:gd name="connsiteY2655" fmla="*/ 895976 h 2607908"/>
              <a:gd name="connsiteX2656" fmla="*/ 638129 w 3689114"/>
              <a:gd name="connsiteY2656" fmla="*/ 899322 h 2607908"/>
              <a:gd name="connsiteX2657" fmla="*/ 634779 w 3689114"/>
              <a:gd name="connsiteY2657" fmla="*/ 902673 h 2607908"/>
              <a:gd name="connsiteX2658" fmla="*/ 631429 w 3689114"/>
              <a:gd name="connsiteY2658" fmla="*/ 899322 h 2607908"/>
              <a:gd name="connsiteX2659" fmla="*/ 634779 w 3689114"/>
              <a:gd name="connsiteY2659" fmla="*/ 895976 h 2607908"/>
              <a:gd name="connsiteX2660" fmla="*/ 3054336 w 3689114"/>
              <a:gd name="connsiteY2660" fmla="*/ 895893 h 2607908"/>
              <a:gd name="connsiteX2661" fmla="*/ 3057766 w 3689114"/>
              <a:gd name="connsiteY2661" fmla="*/ 899322 h 2607908"/>
              <a:gd name="connsiteX2662" fmla="*/ 3054336 w 3689114"/>
              <a:gd name="connsiteY2662" fmla="*/ 902756 h 2607908"/>
              <a:gd name="connsiteX2663" fmla="*/ 3050905 w 3689114"/>
              <a:gd name="connsiteY2663" fmla="*/ 899322 h 2607908"/>
              <a:gd name="connsiteX2664" fmla="*/ 3054336 w 3689114"/>
              <a:gd name="connsiteY2664" fmla="*/ 895893 h 2607908"/>
              <a:gd name="connsiteX2665" fmla="*/ 2939119 w 3689114"/>
              <a:gd name="connsiteY2665" fmla="*/ 895130 h 2607908"/>
              <a:gd name="connsiteX2666" fmla="*/ 2943312 w 3689114"/>
              <a:gd name="connsiteY2666" fmla="*/ 899324 h 2607908"/>
              <a:gd name="connsiteX2667" fmla="*/ 2939119 w 3689114"/>
              <a:gd name="connsiteY2667" fmla="*/ 903516 h 2607908"/>
              <a:gd name="connsiteX2668" fmla="*/ 2934926 w 3689114"/>
              <a:gd name="connsiteY2668" fmla="*/ 899324 h 2607908"/>
              <a:gd name="connsiteX2669" fmla="*/ 2939119 w 3689114"/>
              <a:gd name="connsiteY2669" fmla="*/ 895130 h 2607908"/>
              <a:gd name="connsiteX2670" fmla="*/ 749996 w 3689114"/>
              <a:gd name="connsiteY2670" fmla="*/ 895130 h 2607908"/>
              <a:gd name="connsiteX2671" fmla="*/ 754188 w 3689114"/>
              <a:gd name="connsiteY2671" fmla="*/ 899324 h 2607908"/>
              <a:gd name="connsiteX2672" fmla="*/ 749996 w 3689114"/>
              <a:gd name="connsiteY2672" fmla="*/ 903516 h 2607908"/>
              <a:gd name="connsiteX2673" fmla="*/ 745802 w 3689114"/>
              <a:gd name="connsiteY2673" fmla="*/ 899324 h 2607908"/>
              <a:gd name="connsiteX2674" fmla="*/ 749996 w 3689114"/>
              <a:gd name="connsiteY2674" fmla="*/ 895130 h 2607908"/>
              <a:gd name="connsiteX2675" fmla="*/ 2823902 w 3689114"/>
              <a:gd name="connsiteY2675" fmla="*/ 894197 h 2607908"/>
              <a:gd name="connsiteX2676" fmla="*/ 2829030 w 3689114"/>
              <a:gd name="connsiteY2676" fmla="*/ 899322 h 2607908"/>
              <a:gd name="connsiteX2677" fmla="*/ 2823902 w 3689114"/>
              <a:gd name="connsiteY2677" fmla="*/ 904453 h 2607908"/>
              <a:gd name="connsiteX2678" fmla="*/ 2818775 w 3689114"/>
              <a:gd name="connsiteY2678" fmla="*/ 899322 h 2607908"/>
              <a:gd name="connsiteX2679" fmla="*/ 2823902 w 3689114"/>
              <a:gd name="connsiteY2679" fmla="*/ 894197 h 2607908"/>
              <a:gd name="connsiteX2680" fmla="*/ 865212 w 3689114"/>
              <a:gd name="connsiteY2680" fmla="*/ 894197 h 2607908"/>
              <a:gd name="connsiteX2681" fmla="*/ 870340 w 3689114"/>
              <a:gd name="connsiteY2681" fmla="*/ 899322 h 2607908"/>
              <a:gd name="connsiteX2682" fmla="*/ 865212 w 3689114"/>
              <a:gd name="connsiteY2682" fmla="*/ 904453 h 2607908"/>
              <a:gd name="connsiteX2683" fmla="*/ 860084 w 3689114"/>
              <a:gd name="connsiteY2683" fmla="*/ 899322 h 2607908"/>
              <a:gd name="connsiteX2684" fmla="*/ 865212 w 3689114"/>
              <a:gd name="connsiteY2684" fmla="*/ 894197 h 2607908"/>
              <a:gd name="connsiteX2685" fmla="*/ 2708684 w 3689114"/>
              <a:gd name="connsiteY2685" fmla="*/ 893275 h 2607908"/>
              <a:gd name="connsiteX2686" fmla="*/ 2714732 w 3689114"/>
              <a:gd name="connsiteY2686" fmla="*/ 899322 h 2607908"/>
              <a:gd name="connsiteX2687" fmla="*/ 2708684 w 3689114"/>
              <a:gd name="connsiteY2687" fmla="*/ 905367 h 2607908"/>
              <a:gd name="connsiteX2688" fmla="*/ 2702638 w 3689114"/>
              <a:gd name="connsiteY2688" fmla="*/ 899322 h 2607908"/>
              <a:gd name="connsiteX2689" fmla="*/ 2708684 w 3689114"/>
              <a:gd name="connsiteY2689" fmla="*/ 893275 h 2607908"/>
              <a:gd name="connsiteX2690" fmla="*/ 980429 w 3689114"/>
              <a:gd name="connsiteY2690" fmla="*/ 893275 h 2607908"/>
              <a:gd name="connsiteX2691" fmla="*/ 986476 w 3689114"/>
              <a:gd name="connsiteY2691" fmla="*/ 899322 h 2607908"/>
              <a:gd name="connsiteX2692" fmla="*/ 980429 w 3689114"/>
              <a:gd name="connsiteY2692" fmla="*/ 905367 h 2607908"/>
              <a:gd name="connsiteX2693" fmla="*/ 974383 w 3689114"/>
              <a:gd name="connsiteY2693" fmla="*/ 899322 h 2607908"/>
              <a:gd name="connsiteX2694" fmla="*/ 980429 w 3689114"/>
              <a:gd name="connsiteY2694" fmla="*/ 893275 h 2607908"/>
              <a:gd name="connsiteX2695" fmla="*/ 2593468 w 3689114"/>
              <a:gd name="connsiteY2695" fmla="*/ 892282 h 2607908"/>
              <a:gd name="connsiteX2696" fmla="*/ 2600508 w 3689114"/>
              <a:gd name="connsiteY2696" fmla="*/ 899322 h 2607908"/>
              <a:gd name="connsiteX2697" fmla="*/ 2593468 w 3689114"/>
              <a:gd name="connsiteY2697" fmla="*/ 906363 h 2607908"/>
              <a:gd name="connsiteX2698" fmla="*/ 2586428 w 3689114"/>
              <a:gd name="connsiteY2698" fmla="*/ 899322 h 2607908"/>
              <a:gd name="connsiteX2699" fmla="*/ 2593468 w 3689114"/>
              <a:gd name="connsiteY2699" fmla="*/ 892282 h 2607908"/>
              <a:gd name="connsiteX2700" fmla="*/ 1095647 w 3689114"/>
              <a:gd name="connsiteY2700" fmla="*/ 892282 h 2607908"/>
              <a:gd name="connsiteX2701" fmla="*/ 1102687 w 3689114"/>
              <a:gd name="connsiteY2701" fmla="*/ 899322 h 2607908"/>
              <a:gd name="connsiteX2702" fmla="*/ 1095647 w 3689114"/>
              <a:gd name="connsiteY2702" fmla="*/ 906363 h 2607908"/>
              <a:gd name="connsiteX2703" fmla="*/ 1088607 w 3689114"/>
              <a:gd name="connsiteY2703" fmla="*/ 899322 h 2607908"/>
              <a:gd name="connsiteX2704" fmla="*/ 1095647 w 3689114"/>
              <a:gd name="connsiteY2704" fmla="*/ 892282 h 2607908"/>
              <a:gd name="connsiteX2705" fmla="*/ 2478250 w 3689114"/>
              <a:gd name="connsiteY2705" fmla="*/ 891460 h 2607908"/>
              <a:gd name="connsiteX2706" fmla="*/ 2486113 w 3689114"/>
              <a:gd name="connsiteY2706" fmla="*/ 899322 h 2607908"/>
              <a:gd name="connsiteX2707" fmla="*/ 2478250 w 3689114"/>
              <a:gd name="connsiteY2707" fmla="*/ 907189 h 2607908"/>
              <a:gd name="connsiteX2708" fmla="*/ 2470388 w 3689114"/>
              <a:gd name="connsiteY2708" fmla="*/ 899322 h 2607908"/>
              <a:gd name="connsiteX2709" fmla="*/ 2478250 w 3689114"/>
              <a:gd name="connsiteY2709" fmla="*/ 891460 h 2607908"/>
              <a:gd name="connsiteX2710" fmla="*/ 1210863 w 3689114"/>
              <a:gd name="connsiteY2710" fmla="*/ 891460 h 2607908"/>
              <a:gd name="connsiteX2711" fmla="*/ 1218726 w 3689114"/>
              <a:gd name="connsiteY2711" fmla="*/ 899322 h 2607908"/>
              <a:gd name="connsiteX2712" fmla="*/ 1210863 w 3689114"/>
              <a:gd name="connsiteY2712" fmla="*/ 907189 h 2607908"/>
              <a:gd name="connsiteX2713" fmla="*/ 1203001 w 3689114"/>
              <a:gd name="connsiteY2713" fmla="*/ 899322 h 2607908"/>
              <a:gd name="connsiteX2714" fmla="*/ 1210863 w 3689114"/>
              <a:gd name="connsiteY2714" fmla="*/ 891460 h 2607908"/>
              <a:gd name="connsiteX2715" fmla="*/ 2363034 w 3689114"/>
              <a:gd name="connsiteY2715" fmla="*/ 890594 h 2607908"/>
              <a:gd name="connsiteX2716" fmla="*/ 2371764 w 3689114"/>
              <a:gd name="connsiteY2716" fmla="*/ 899322 h 2607908"/>
              <a:gd name="connsiteX2717" fmla="*/ 2363034 w 3689114"/>
              <a:gd name="connsiteY2717" fmla="*/ 908055 h 2607908"/>
              <a:gd name="connsiteX2718" fmla="*/ 2354304 w 3689114"/>
              <a:gd name="connsiteY2718" fmla="*/ 899322 h 2607908"/>
              <a:gd name="connsiteX2719" fmla="*/ 2363034 w 3689114"/>
              <a:gd name="connsiteY2719" fmla="*/ 890594 h 2607908"/>
              <a:gd name="connsiteX2720" fmla="*/ 1326080 w 3689114"/>
              <a:gd name="connsiteY2720" fmla="*/ 890594 h 2607908"/>
              <a:gd name="connsiteX2721" fmla="*/ 1334810 w 3689114"/>
              <a:gd name="connsiteY2721" fmla="*/ 899322 h 2607908"/>
              <a:gd name="connsiteX2722" fmla="*/ 1326080 w 3689114"/>
              <a:gd name="connsiteY2722" fmla="*/ 908055 h 2607908"/>
              <a:gd name="connsiteX2723" fmla="*/ 1317351 w 3689114"/>
              <a:gd name="connsiteY2723" fmla="*/ 899322 h 2607908"/>
              <a:gd name="connsiteX2724" fmla="*/ 1326080 w 3689114"/>
              <a:gd name="connsiteY2724" fmla="*/ 890594 h 2607908"/>
              <a:gd name="connsiteX2725" fmla="*/ 2247816 w 3689114"/>
              <a:gd name="connsiteY2725" fmla="*/ 889816 h 2607908"/>
              <a:gd name="connsiteX2726" fmla="*/ 2257324 w 3689114"/>
              <a:gd name="connsiteY2726" fmla="*/ 899324 h 2607908"/>
              <a:gd name="connsiteX2727" fmla="*/ 2247816 w 3689114"/>
              <a:gd name="connsiteY2727" fmla="*/ 908833 h 2607908"/>
              <a:gd name="connsiteX2728" fmla="*/ 2238309 w 3689114"/>
              <a:gd name="connsiteY2728" fmla="*/ 899324 h 2607908"/>
              <a:gd name="connsiteX2729" fmla="*/ 2247816 w 3689114"/>
              <a:gd name="connsiteY2729" fmla="*/ 889816 h 2607908"/>
              <a:gd name="connsiteX2730" fmla="*/ 1441297 w 3689114"/>
              <a:gd name="connsiteY2730" fmla="*/ 889816 h 2607908"/>
              <a:gd name="connsiteX2731" fmla="*/ 1450805 w 3689114"/>
              <a:gd name="connsiteY2731" fmla="*/ 899324 h 2607908"/>
              <a:gd name="connsiteX2732" fmla="*/ 1441297 w 3689114"/>
              <a:gd name="connsiteY2732" fmla="*/ 908833 h 2607908"/>
              <a:gd name="connsiteX2733" fmla="*/ 1431789 w 3689114"/>
              <a:gd name="connsiteY2733" fmla="*/ 899324 h 2607908"/>
              <a:gd name="connsiteX2734" fmla="*/ 1441297 w 3689114"/>
              <a:gd name="connsiteY2734" fmla="*/ 889816 h 2607908"/>
              <a:gd name="connsiteX2735" fmla="*/ 2132600 w 3689114"/>
              <a:gd name="connsiteY2735" fmla="*/ 889278 h 2607908"/>
              <a:gd name="connsiteX2736" fmla="*/ 2142645 w 3689114"/>
              <a:gd name="connsiteY2736" fmla="*/ 899322 h 2607908"/>
              <a:gd name="connsiteX2737" fmla="*/ 2132600 w 3689114"/>
              <a:gd name="connsiteY2737" fmla="*/ 909368 h 2607908"/>
              <a:gd name="connsiteX2738" fmla="*/ 2122555 w 3689114"/>
              <a:gd name="connsiteY2738" fmla="*/ 899322 h 2607908"/>
              <a:gd name="connsiteX2739" fmla="*/ 2132600 w 3689114"/>
              <a:gd name="connsiteY2739" fmla="*/ 889278 h 2607908"/>
              <a:gd name="connsiteX2740" fmla="*/ 1556514 w 3689114"/>
              <a:gd name="connsiteY2740" fmla="*/ 889278 h 2607908"/>
              <a:gd name="connsiteX2741" fmla="*/ 1566559 w 3689114"/>
              <a:gd name="connsiteY2741" fmla="*/ 899322 h 2607908"/>
              <a:gd name="connsiteX2742" fmla="*/ 1556514 w 3689114"/>
              <a:gd name="connsiteY2742" fmla="*/ 909368 h 2607908"/>
              <a:gd name="connsiteX2743" fmla="*/ 1546470 w 3689114"/>
              <a:gd name="connsiteY2743" fmla="*/ 899322 h 2607908"/>
              <a:gd name="connsiteX2744" fmla="*/ 1556514 w 3689114"/>
              <a:gd name="connsiteY2744" fmla="*/ 889278 h 2607908"/>
              <a:gd name="connsiteX2745" fmla="*/ 2017383 w 3689114"/>
              <a:gd name="connsiteY2745" fmla="*/ 888867 h 2607908"/>
              <a:gd name="connsiteX2746" fmla="*/ 2027839 w 3689114"/>
              <a:gd name="connsiteY2746" fmla="*/ 899324 h 2607908"/>
              <a:gd name="connsiteX2747" fmla="*/ 2017383 w 3689114"/>
              <a:gd name="connsiteY2747" fmla="*/ 909783 h 2607908"/>
              <a:gd name="connsiteX2748" fmla="*/ 2006925 w 3689114"/>
              <a:gd name="connsiteY2748" fmla="*/ 899324 h 2607908"/>
              <a:gd name="connsiteX2749" fmla="*/ 2017383 w 3689114"/>
              <a:gd name="connsiteY2749" fmla="*/ 888867 h 2607908"/>
              <a:gd name="connsiteX2750" fmla="*/ 1671732 w 3689114"/>
              <a:gd name="connsiteY2750" fmla="*/ 888867 h 2607908"/>
              <a:gd name="connsiteX2751" fmla="*/ 1682188 w 3689114"/>
              <a:gd name="connsiteY2751" fmla="*/ 899324 h 2607908"/>
              <a:gd name="connsiteX2752" fmla="*/ 1671732 w 3689114"/>
              <a:gd name="connsiteY2752" fmla="*/ 909783 h 2607908"/>
              <a:gd name="connsiteX2753" fmla="*/ 1661274 w 3689114"/>
              <a:gd name="connsiteY2753" fmla="*/ 899324 h 2607908"/>
              <a:gd name="connsiteX2754" fmla="*/ 1671732 w 3689114"/>
              <a:gd name="connsiteY2754" fmla="*/ 888867 h 2607908"/>
              <a:gd name="connsiteX2755" fmla="*/ 1902165 w 3689114"/>
              <a:gd name="connsiteY2755" fmla="*/ 888588 h 2607908"/>
              <a:gd name="connsiteX2756" fmla="*/ 1912902 w 3689114"/>
              <a:gd name="connsiteY2756" fmla="*/ 899322 h 2607908"/>
              <a:gd name="connsiteX2757" fmla="*/ 1902165 w 3689114"/>
              <a:gd name="connsiteY2757" fmla="*/ 910061 h 2607908"/>
              <a:gd name="connsiteX2758" fmla="*/ 1891429 w 3689114"/>
              <a:gd name="connsiteY2758" fmla="*/ 899322 h 2607908"/>
              <a:gd name="connsiteX2759" fmla="*/ 1902165 w 3689114"/>
              <a:gd name="connsiteY2759" fmla="*/ 888588 h 2607908"/>
              <a:gd name="connsiteX2760" fmla="*/ 1786949 w 3689114"/>
              <a:gd name="connsiteY2760" fmla="*/ 888588 h 2607908"/>
              <a:gd name="connsiteX2761" fmla="*/ 1797685 w 3689114"/>
              <a:gd name="connsiteY2761" fmla="*/ 899322 h 2607908"/>
              <a:gd name="connsiteX2762" fmla="*/ 1786949 w 3689114"/>
              <a:gd name="connsiteY2762" fmla="*/ 910061 h 2607908"/>
              <a:gd name="connsiteX2763" fmla="*/ 1776213 w 3689114"/>
              <a:gd name="connsiteY2763" fmla="*/ 899322 h 2607908"/>
              <a:gd name="connsiteX2764" fmla="*/ 1786949 w 3689114"/>
              <a:gd name="connsiteY2764" fmla="*/ 888588 h 2607908"/>
              <a:gd name="connsiteX2765" fmla="*/ 3342379 w 3689114"/>
              <a:gd name="connsiteY2765" fmla="*/ 798259 h 2607908"/>
              <a:gd name="connsiteX2766" fmla="*/ 3343706 w 3689114"/>
              <a:gd name="connsiteY2766" fmla="*/ 799587 h 2607908"/>
              <a:gd name="connsiteX2767" fmla="*/ 3342379 w 3689114"/>
              <a:gd name="connsiteY2767" fmla="*/ 800915 h 2607908"/>
              <a:gd name="connsiteX2768" fmla="*/ 3341052 w 3689114"/>
              <a:gd name="connsiteY2768" fmla="*/ 799587 h 2607908"/>
              <a:gd name="connsiteX2769" fmla="*/ 3342379 w 3689114"/>
              <a:gd name="connsiteY2769" fmla="*/ 798259 h 2607908"/>
              <a:gd name="connsiteX2770" fmla="*/ 346736 w 3689114"/>
              <a:gd name="connsiteY2770" fmla="*/ 798257 h 2607908"/>
              <a:gd name="connsiteX2771" fmla="*/ 348063 w 3689114"/>
              <a:gd name="connsiteY2771" fmla="*/ 799585 h 2607908"/>
              <a:gd name="connsiteX2772" fmla="*/ 346736 w 3689114"/>
              <a:gd name="connsiteY2772" fmla="*/ 800914 h 2607908"/>
              <a:gd name="connsiteX2773" fmla="*/ 345409 w 3689114"/>
              <a:gd name="connsiteY2773" fmla="*/ 799585 h 2607908"/>
              <a:gd name="connsiteX2774" fmla="*/ 346736 w 3689114"/>
              <a:gd name="connsiteY2774" fmla="*/ 798257 h 2607908"/>
              <a:gd name="connsiteX2775" fmla="*/ 461953 w 3689114"/>
              <a:gd name="connsiteY2775" fmla="*/ 797771 h 2607908"/>
              <a:gd name="connsiteX2776" fmla="*/ 463776 w 3689114"/>
              <a:gd name="connsiteY2776" fmla="*/ 799593 h 2607908"/>
              <a:gd name="connsiteX2777" fmla="*/ 461953 w 3689114"/>
              <a:gd name="connsiteY2777" fmla="*/ 801415 h 2607908"/>
              <a:gd name="connsiteX2778" fmla="*/ 460132 w 3689114"/>
              <a:gd name="connsiteY2778" fmla="*/ 799593 h 2607908"/>
              <a:gd name="connsiteX2779" fmla="*/ 461953 w 3689114"/>
              <a:gd name="connsiteY2779" fmla="*/ 797771 h 2607908"/>
              <a:gd name="connsiteX2780" fmla="*/ 3227162 w 3689114"/>
              <a:gd name="connsiteY2780" fmla="*/ 797710 h 2607908"/>
              <a:gd name="connsiteX2781" fmla="*/ 3229043 w 3689114"/>
              <a:gd name="connsiteY2781" fmla="*/ 799594 h 2607908"/>
              <a:gd name="connsiteX2782" fmla="*/ 3227162 w 3689114"/>
              <a:gd name="connsiteY2782" fmla="*/ 801476 h 2607908"/>
              <a:gd name="connsiteX2783" fmla="*/ 3225280 w 3689114"/>
              <a:gd name="connsiteY2783" fmla="*/ 799594 h 2607908"/>
              <a:gd name="connsiteX2784" fmla="*/ 3227162 w 3689114"/>
              <a:gd name="connsiteY2784" fmla="*/ 797710 h 2607908"/>
              <a:gd name="connsiteX2785" fmla="*/ 3111945 w 3689114"/>
              <a:gd name="connsiteY2785" fmla="*/ 797065 h 2607908"/>
              <a:gd name="connsiteX2786" fmla="*/ 3114475 w 3689114"/>
              <a:gd name="connsiteY2786" fmla="*/ 799596 h 2607908"/>
              <a:gd name="connsiteX2787" fmla="*/ 3111945 w 3689114"/>
              <a:gd name="connsiteY2787" fmla="*/ 802126 h 2607908"/>
              <a:gd name="connsiteX2788" fmla="*/ 3109415 w 3689114"/>
              <a:gd name="connsiteY2788" fmla="*/ 799596 h 2607908"/>
              <a:gd name="connsiteX2789" fmla="*/ 3111945 w 3689114"/>
              <a:gd name="connsiteY2789" fmla="*/ 797065 h 2607908"/>
              <a:gd name="connsiteX2790" fmla="*/ 577170 w 3689114"/>
              <a:gd name="connsiteY2790" fmla="*/ 797065 h 2607908"/>
              <a:gd name="connsiteX2791" fmla="*/ 579701 w 3689114"/>
              <a:gd name="connsiteY2791" fmla="*/ 799594 h 2607908"/>
              <a:gd name="connsiteX2792" fmla="*/ 577170 w 3689114"/>
              <a:gd name="connsiteY2792" fmla="*/ 802124 h 2607908"/>
              <a:gd name="connsiteX2793" fmla="*/ 574641 w 3689114"/>
              <a:gd name="connsiteY2793" fmla="*/ 799594 h 2607908"/>
              <a:gd name="connsiteX2794" fmla="*/ 577170 w 3689114"/>
              <a:gd name="connsiteY2794" fmla="*/ 797065 h 2607908"/>
              <a:gd name="connsiteX2795" fmla="*/ 2996727 w 3689114"/>
              <a:gd name="connsiteY2795" fmla="*/ 796330 h 2607908"/>
              <a:gd name="connsiteX2796" fmla="*/ 2999998 w 3689114"/>
              <a:gd name="connsiteY2796" fmla="*/ 799599 h 2607908"/>
              <a:gd name="connsiteX2797" fmla="*/ 2996727 w 3689114"/>
              <a:gd name="connsiteY2797" fmla="*/ 802869 h 2607908"/>
              <a:gd name="connsiteX2798" fmla="*/ 2993456 w 3689114"/>
              <a:gd name="connsiteY2798" fmla="*/ 799599 h 2607908"/>
              <a:gd name="connsiteX2799" fmla="*/ 2996727 w 3689114"/>
              <a:gd name="connsiteY2799" fmla="*/ 796330 h 2607908"/>
              <a:gd name="connsiteX2800" fmla="*/ 692388 w 3689114"/>
              <a:gd name="connsiteY2800" fmla="*/ 796324 h 2607908"/>
              <a:gd name="connsiteX2801" fmla="*/ 695658 w 3689114"/>
              <a:gd name="connsiteY2801" fmla="*/ 799599 h 2607908"/>
              <a:gd name="connsiteX2802" fmla="*/ 692388 w 3689114"/>
              <a:gd name="connsiteY2802" fmla="*/ 802869 h 2607908"/>
              <a:gd name="connsiteX2803" fmla="*/ 689116 w 3689114"/>
              <a:gd name="connsiteY2803" fmla="*/ 799599 h 2607908"/>
              <a:gd name="connsiteX2804" fmla="*/ 692388 w 3689114"/>
              <a:gd name="connsiteY2804" fmla="*/ 796324 h 2607908"/>
              <a:gd name="connsiteX2805" fmla="*/ 2881510 w 3689114"/>
              <a:gd name="connsiteY2805" fmla="*/ 795580 h 2607908"/>
              <a:gd name="connsiteX2806" fmla="*/ 2885528 w 3689114"/>
              <a:gd name="connsiteY2806" fmla="*/ 799599 h 2607908"/>
              <a:gd name="connsiteX2807" fmla="*/ 2881510 w 3689114"/>
              <a:gd name="connsiteY2807" fmla="*/ 803613 h 2607908"/>
              <a:gd name="connsiteX2808" fmla="*/ 2877494 w 3689114"/>
              <a:gd name="connsiteY2808" fmla="*/ 799599 h 2607908"/>
              <a:gd name="connsiteX2809" fmla="*/ 2881510 w 3689114"/>
              <a:gd name="connsiteY2809" fmla="*/ 795580 h 2607908"/>
              <a:gd name="connsiteX2810" fmla="*/ 807604 w 3689114"/>
              <a:gd name="connsiteY2810" fmla="*/ 795578 h 2607908"/>
              <a:gd name="connsiteX2811" fmla="*/ 811621 w 3689114"/>
              <a:gd name="connsiteY2811" fmla="*/ 799599 h 2607908"/>
              <a:gd name="connsiteX2812" fmla="*/ 807604 w 3689114"/>
              <a:gd name="connsiteY2812" fmla="*/ 803613 h 2607908"/>
              <a:gd name="connsiteX2813" fmla="*/ 803587 w 3689114"/>
              <a:gd name="connsiteY2813" fmla="*/ 799599 h 2607908"/>
              <a:gd name="connsiteX2814" fmla="*/ 807604 w 3689114"/>
              <a:gd name="connsiteY2814" fmla="*/ 795578 h 2607908"/>
              <a:gd name="connsiteX2815" fmla="*/ 2766294 w 3689114"/>
              <a:gd name="connsiteY2815" fmla="*/ 794759 h 2607908"/>
              <a:gd name="connsiteX2816" fmla="*/ 2771131 w 3689114"/>
              <a:gd name="connsiteY2816" fmla="*/ 799599 h 2607908"/>
              <a:gd name="connsiteX2817" fmla="*/ 2766294 w 3689114"/>
              <a:gd name="connsiteY2817" fmla="*/ 804433 h 2607908"/>
              <a:gd name="connsiteX2818" fmla="*/ 2761456 w 3689114"/>
              <a:gd name="connsiteY2818" fmla="*/ 799599 h 2607908"/>
              <a:gd name="connsiteX2819" fmla="*/ 2766294 w 3689114"/>
              <a:gd name="connsiteY2819" fmla="*/ 794759 h 2607908"/>
              <a:gd name="connsiteX2820" fmla="*/ 922821 w 3689114"/>
              <a:gd name="connsiteY2820" fmla="*/ 794759 h 2607908"/>
              <a:gd name="connsiteX2821" fmla="*/ 927658 w 3689114"/>
              <a:gd name="connsiteY2821" fmla="*/ 799599 h 2607908"/>
              <a:gd name="connsiteX2822" fmla="*/ 922821 w 3689114"/>
              <a:gd name="connsiteY2822" fmla="*/ 804433 h 2607908"/>
              <a:gd name="connsiteX2823" fmla="*/ 917983 w 3689114"/>
              <a:gd name="connsiteY2823" fmla="*/ 799599 h 2607908"/>
              <a:gd name="connsiteX2824" fmla="*/ 922821 w 3689114"/>
              <a:gd name="connsiteY2824" fmla="*/ 794759 h 2607908"/>
              <a:gd name="connsiteX2825" fmla="*/ 2651076 w 3689114"/>
              <a:gd name="connsiteY2825" fmla="*/ 793969 h 2607908"/>
              <a:gd name="connsiteX2826" fmla="*/ 2656705 w 3689114"/>
              <a:gd name="connsiteY2826" fmla="*/ 799599 h 2607908"/>
              <a:gd name="connsiteX2827" fmla="*/ 2651076 w 3689114"/>
              <a:gd name="connsiteY2827" fmla="*/ 805228 h 2607908"/>
              <a:gd name="connsiteX2828" fmla="*/ 2645447 w 3689114"/>
              <a:gd name="connsiteY2828" fmla="*/ 799599 h 2607908"/>
              <a:gd name="connsiteX2829" fmla="*/ 2651076 w 3689114"/>
              <a:gd name="connsiteY2829" fmla="*/ 793969 h 2607908"/>
              <a:gd name="connsiteX2830" fmla="*/ 1038038 w 3689114"/>
              <a:gd name="connsiteY2830" fmla="*/ 793969 h 2607908"/>
              <a:gd name="connsiteX2831" fmla="*/ 1043667 w 3689114"/>
              <a:gd name="connsiteY2831" fmla="*/ 799599 h 2607908"/>
              <a:gd name="connsiteX2832" fmla="*/ 1038038 w 3689114"/>
              <a:gd name="connsiteY2832" fmla="*/ 805228 h 2607908"/>
              <a:gd name="connsiteX2833" fmla="*/ 1032409 w 3689114"/>
              <a:gd name="connsiteY2833" fmla="*/ 799599 h 2607908"/>
              <a:gd name="connsiteX2834" fmla="*/ 1038038 w 3689114"/>
              <a:gd name="connsiteY2834" fmla="*/ 793969 h 2607908"/>
              <a:gd name="connsiteX2835" fmla="*/ 2535859 w 3689114"/>
              <a:gd name="connsiteY2835" fmla="*/ 793120 h 2607908"/>
              <a:gd name="connsiteX2836" fmla="*/ 2542338 w 3689114"/>
              <a:gd name="connsiteY2836" fmla="*/ 799599 h 2607908"/>
              <a:gd name="connsiteX2837" fmla="*/ 2535859 w 3689114"/>
              <a:gd name="connsiteY2837" fmla="*/ 806077 h 2607908"/>
              <a:gd name="connsiteX2838" fmla="*/ 2529380 w 3689114"/>
              <a:gd name="connsiteY2838" fmla="*/ 799599 h 2607908"/>
              <a:gd name="connsiteX2839" fmla="*/ 2535859 w 3689114"/>
              <a:gd name="connsiteY2839" fmla="*/ 793120 h 2607908"/>
              <a:gd name="connsiteX2840" fmla="*/ 1153255 w 3689114"/>
              <a:gd name="connsiteY2840" fmla="*/ 793120 h 2607908"/>
              <a:gd name="connsiteX2841" fmla="*/ 1159734 w 3689114"/>
              <a:gd name="connsiteY2841" fmla="*/ 799599 h 2607908"/>
              <a:gd name="connsiteX2842" fmla="*/ 1153255 w 3689114"/>
              <a:gd name="connsiteY2842" fmla="*/ 806077 h 2607908"/>
              <a:gd name="connsiteX2843" fmla="*/ 1146776 w 3689114"/>
              <a:gd name="connsiteY2843" fmla="*/ 799599 h 2607908"/>
              <a:gd name="connsiteX2844" fmla="*/ 1153255 w 3689114"/>
              <a:gd name="connsiteY2844" fmla="*/ 793120 h 2607908"/>
              <a:gd name="connsiteX2845" fmla="*/ 2420642 w 3689114"/>
              <a:gd name="connsiteY2845" fmla="*/ 792328 h 2607908"/>
              <a:gd name="connsiteX2846" fmla="*/ 2427913 w 3689114"/>
              <a:gd name="connsiteY2846" fmla="*/ 799599 h 2607908"/>
              <a:gd name="connsiteX2847" fmla="*/ 2420642 w 3689114"/>
              <a:gd name="connsiteY2847" fmla="*/ 806868 h 2607908"/>
              <a:gd name="connsiteX2848" fmla="*/ 2413372 w 3689114"/>
              <a:gd name="connsiteY2848" fmla="*/ 799599 h 2607908"/>
              <a:gd name="connsiteX2849" fmla="*/ 2420642 w 3689114"/>
              <a:gd name="connsiteY2849" fmla="*/ 792328 h 2607908"/>
              <a:gd name="connsiteX2850" fmla="*/ 1268472 w 3689114"/>
              <a:gd name="connsiteY2850" fmla="*/ 792328 h 2607908"/>
              <a:gd name="connsiteX2851" fmla="*/ 1275742 w 3689114"/>
              <a:gd name="connsiteY2851" fmla="*/ 799599 h 2607908"/>
              <a:gd name="connsiteX2852" fmla="*/ 1268472 w 3689114"/>
              <a:gd name="connsiteY2852" fmla="*/ 806868 h 2607908"/>
              <a:gd name="connsiteX2853" fmla="*/ 1261202 w 3689114"/>
              <a:gd name="connsiteY2853" fmla="*/ 799599 h 2607908"/>
              <a:gd name="connsiteX2854" fmla="*/ 1268472 w 3689114"/>
              <a:gd name="connsiteY2854" fmla="*/ 792328 h 2607908"/>
              <a:gd name="connsiteX2855" fmla="*/ 2305425 w 3689114"/>
              <a:gd name="connsiteY2855" fmla="*/ 791614 h 2607908"/>
              <a:gd name="connsiteX2856" fmla="*/ 2313409 w 3689114"/>
              <a:gd name="connsiteY2856" fmla="*/ 799599 h 2607908"/>
              <a:gd name="connsiteX2857" fmla="*/ 2305425 w 3689114"/>
              <a:gd name="connsiteY2857" fmla="*/ 807582 h 2607908"/>
              <a:gd name="connsiteX2858" fmla="*/ 2297441 w 3689114"/>
              <a:gd name="connsiteY2858" fmla="*/ 799599 h 2607908"/>
              <a:gd name="connsiteX2859" fmla="*/ 2305425 w 3689114"/>
              <a:gd name="connsiteY2859" fmla="*/ 791614 h 2607908"/>
              <a:gd name="connsiteX2860" fmla="*/ 1383689 w 3689114"/>
              <a:gd name="connsiteY2860" fmla="*/ 791614 h 2607908"/>
              <a:gd name="connsiteX2861" fmla="*/ 1391673 w 3689114"/>
              <a:gd name="connsiteY2861" fmla="*/ 799599 h 2607908"/>
              <a:gd name="connsiteX2862" fmla="*/ 1383689 w 3689114"/>
              <a:gd name="connsiteY2862" fmla="*/ 807582 h 2607908"/>
              <a:gd name="connsiteX2863" fmla="*/ 1375706 w 3689114"/>
              <a:gd name="connsiteY2863" fmla="*/ 799599 h 2607908"/>
              <a:gd name="connsiteX2864" fmla="*/ 1383689 w 3689114"/>
              <a:gd name="connsiteY2864" fmla="*/ 791614 h 2607908"/>
              <a:gd name="connsiteX2865" fmla="*/ 2190209 w 3689114"/>
              <a:gd name="connsiteY2865" fmla="*/ 791118 h 2607908"/>
              <a:gd name="connsiteX2866" fmla="*/ 2198686 w 3689114"/>
              <a:gd name="connsiteY2866" fmla="*/ 799599 h 2607908"/>
              <a:gd name="connsiteX2867" fmla="*/ 2190209 w 3689114"/>
              <a:gd name="connsiteY2867" fmla="*/ 808073 h 2607908"/>
              <a:gd name="connsiteX2868" fmla="*/ 2181731 w 3689114"/>
              <a:gd name="connsiteY2868" fmla="*/ 799599 h 2607908"/>
              <a:gd name="connsiteX2869" fmla="*/ 2190209 w 3689114"/>
              <a:gd name="connsiteY2869" fmla="*/ 791118 h 2607908"/>
              <a:gd name="connsiteX2870" fmla="*/ 1498906 w 3689114"/>
              <a:gd name="connsiteY2870" fmla="*/ 791118 h 2607908"/>
              <a:gd name="connsiteX2871" fmla="*/ 1507383 w 3689114"/>
              <a:gd name="connsiteY2871" fmla="*/ 799599 h 2607908"/>
              <a:gd name="connsiteX2872" fmla="*/ 1498906 w 3689114"/>
              <a:gd name="connsiteY2872" fmla="*/ 808073 h 2607908"/>
              <a:gd name="connsiteX2873" fmla="*/ 1490429 w 3689114"/>
              <a:gd name="connsiteY2873" fmla="*/ 799599 h 2607908"/>
              <a:gd name="connsiteX2874" fmla="*/ 1498906 w 3689114"/>
              <a:gd name="connsiteY2874" fmla="*/ 791118 h 2607908"/>
              <a:gd name="connsiteX2875" fmla="*/ 2074992 w 3689114"/>
              <a:gd name="connsiteY2875" fmla="*/ 790612 h 2607908"/>
              <a:gd name="connsiteX2876" fmla="*/ 2083977 w 3689114"/>
              <a:gd name="connsiteY2876" fmla="*/ 799599 h 2607908"/>
              <a:gd name="connsiteX2877" fmla="*/ 2074992 w 3689114"/>
              <a:gd name="connsiteY2877" fmla="*/ 808583 h 2607908"/>
              <a:gd name="connsiteX2878" fmla="*/ 2066006 w 3689114"/>
              <a:gd name="connsiteY2878" fmla="*/ 799599 h 2607908"/>
              <a:gd name="connsiteX2879" fmla="*/ 2074992 w 3689114"/>
              <a:gd name="connsiteY2879" fmla="*/ 790612 h 2607908"/>
              <a:gd name="connsiteX2880" fmla="*/ 1614123 w 3689114"/>
              <a:gd name="connsiteY2880" fmla="*/ 790612 h 2607908"/>
              <a:gd name="connsiteX2881" fmla="*/ 1623109 w 3689114"/>
              <a:gd name="connsiteY2881" fmla="*/ 799599 h 2607908"/>
              <a:gd name="connsiteX2882" fmla="*/ 1614123 w 3689114"/>
              <a:gd name="connsiteY2882" fmla="*/ 808583 h 2607908"/>
              <a:gd name="connsiteX2883" fmla="*/ 1605138 w 3689114"/>
              <a:gd name="connsiteY2883" fmla="*/ 799599 h 2607908"/>
              <a:gd name="connsiteX2884" fmla="*/ 1614123 w 3689114"/>
              <a:gd name="connsiteY2884" fmla="*/ 790612 h 2607908"/>
              <a:gd name="connsiteX2885" fmla="*/ 1959774 w 3689114"/>
              <a:gd name="connsiteY2885" fmla="*/ 790351 h 2607908"/>
              <a:gd name="connsiteX2886" fmla="*/ 1969020 w 3689114"/>
              <a:gd name="connsiteY2886" fmla="*/ 799599 h 2607908"/>
              <a:gd name="connsiteX2887" fmla="*/ 1959774 w 3689114"/>
              <a:gd name="connsiteY2887" fmla="*/ 808841 h 2607908"/>
              <a:gd name="connsiteX2888" fmla="*/ 1950530 w 3689114"/>
              <a:gd name="connsiteY2888" fmla="*/ 799599 h 2607908"/>
              <a:gd name="connsiteX2889" fmla="*/ 1959774 w 3689114"/>
              <a:gd name="connsiteY2889" fmla="*/ 790351 h 2607908"/>
              <a:gd name="connsiteX2890" fmla="*/ 1844558 w 3689114"/>
              <a:gd name="connsiteY2890" fmla="*/ 790351 h 2607908"/>
              <a:gd name="connsiteX2891" fmla="*/ 1853803 w 3689114"/>
              <a:gd name="connsiteY2891" fmla="*/ 799599 h 2607908"/>
              <a:gd name="connsiteX2892" fmla="*/ 1844558 w 3689114"/>
              <a:gd name="connsiteY2892" fmla="*/ 808841 h 2607908"/>
              <a:gd name="connsiteX2893" fmla="*/ 1835312 w 3689114"/>
              <a:gd name="connsiteY2893" fmla="*/ 799599 h 2607908"/>
              <a:gd name="connsiteX2894" fmla="*/ 1844558 w 3689114"/>
              <a:gd name="connsiteY2894" fmla="*/ 790351 h 2607908"/>
              <a:gd name="connsiteX2895" fmla="*/ 1729340 w 3689114"/>
              <a:gd name="connsiteY2895" fmla="*/ 790351 h 2607908"/>
              <a:gd name="connsiteX2896" fmla="*/ 1738586 w 3689114"/>
              <a:gd name="connsiteY2896" fmla="*/ 799599 h 2607908"/>
              <a:gd name="connsiteX2897" fmla="*/ 1729340 w 3689114"/>
              <a:gd name="connsiteY2897" fmla="*/ 808841 h 2607908"/>
              <a:gd name="connsiteX2898" fmla="*/ 1720095 w 3689114"/>
              <a:gd name="connsiteY2898" fmla="*/ 799599 h 2607908"/>
              <a:gd name="connsiteX2899" fmla="*/ 1729340 w 3689114"/>
              <a:gd name="connsiteY2899" fmla="*/ 790351 h 2607908"/>
              <a:gd name="connsiteX2900" fmla="*/ 3284770 w 3689114"/>
              <a:gd name="connsiteY2900" fmla="*/ 698578 h 2607908"/>
              <a:gd name="connsiteX2901" fmla="*/ 3285997 w 3689114"/>
              <a:gd name="connsiteY2901" fmla="*/ 699807 h 2607908"/>
              <a:gd name="connsiteX2902" fmla="*/ 3284770 w 3689114"/>
              <a:gd name="connsiteY2902" fmla="*/ 701034 h 2607908"/>
              <a:gd name="connsiteX2903" fmla="*/ 3283543 w 3689114"/>
              <a:gd name="connsiteY2903" fmla="*/ 699807 h 2607908"/>
              <a:gd name="connsiteX2904" fmla="*/ 3284770 w 3689114"/>
              <a:gd name="connsiteY2904" fmla="*/ 698578 h 2607908"/>
              <a:gd name="connsiteX2905" fmla="*/ 404345 w 3689114"/>
              <a:gd name="connsiteY2905" fmla="*/ 698576 h 2607908"/>
              <a:gd name="connsiteX2906" fmla="*/ 405572 w 3689114"/>
              <a:gd name="connsiteY2906" fmla="*/ 699805 h 2607908"/>
              <a:gd name="connsiteX2907" fmla="*/ 404345 w 3689114"/>
              <a:gd name="connsiteY2907" fmla="*/ 701032 h 2607908"/>
              <a:gd name="connsiteX2908" fmla="*/ 403117 w 3689114"/>
              <a:gd name="connsiteY2908" fmla="*/ 699805 h 2607908"/>
              <a:gd name="connsiteX2909" fmla="*/ 404345 w 3689114"/>
              <a:gd name="connsiteY2909" fmla="*/ 698576 h 2607908"/>
              <a:gd name="connsiteX2910" fmla="*/ 3169553 w 3689114"/>
              <a:gd name="connsiteY2910" fmla="*/ 698050 h 2607908"/>
              <a:gd name="connsiteX2911" fmla="*/ 3171316 w 3689114"/>
              <a:gd name="connsiteY2911" fmla="*/ 699813 h 2607908"/>
              <a:gd name="connsiteX2912" fmla="*/ 3169553 w 3689114"/>
              <a:gd name="connsiteY2912" fmla="*/ 701576 h 2607908"/>
              <a:gd name="connsiteX2913" fmla="*/ 3167789 w 3689114"/>
              <a:gd name="connsiteY2913" fmla="*/ 699813 h 2607908"/>
              <a:gd name="connsiteX2914" fmla="*/ 3169553 w 3689114"/>
              <a:gd name="connsiteY2914" fmla="*/ 698050 h 2607908"/>
              <a:gd name="connsiteX2915" fmla="*/ 519562 w 3689114"/>
              <a:gd name="connsiteY2915" fmla="*/ 698048 h 2607908"/>
              <a:gd name="connsiteX2916" fmla="*/ 521325 w 3689114"/>
              <a:gd name="connsiteY2916" fmla="*/ 699812 h 2607908"/>
              <a:gd name="connsiteX2917" fmla="*/ 519562 w 3689114"/>
              <a:gd name="connsiteY2917" fmla="*/ 701576 h 2607908"/>
              <a:gd name="connsiteX2918" fmla="*/ 517799 w 3689114"/>
              <a:gd name="connsiteY2918" fmla="*/ 699812 h 2607908"/>
              <a:gd name="connsiteX2919" fmla="*/ 519562 w 3689114"/>
              <a:gd name="connsiteY2919" fmla="*/ 698048 h 2607908"/>
              <a:gd name="connsiteX2920" fmla="*/ 3054336 w 3689114"/>
              <a:gd name="connsiteY2920" fmla="*/ 697422 h 2607908"/>
              <a:gd name="connsiteX2921" fmla="*/ 3056729 w 3689114"/>
              <a:gd name="connsiteY2921" fmla="*/ 699816 h 2607908"/>
              <a:gd name="connsiteX2922" fmla="*/ 3054336 w 3689114"/>
              <a:gd name="connsiteY2922" fmla="*/ 702209 h 2607908"/>
              <a:gd name="connsiteX2923" fmla="*/ 3051943 w 3689114"/>
              <a:gd name="connsiteY2923" fmla="*/ 699816 h 2607908"/>
              <a:gd name="connsiteX2924" fmla="*/ 3054336 w 3689114"/>
              <a:gd name="connsiteY2924" fmla="*/ 697422 h 2607908"/>
              <a:gd name="connsiteX2925" fmla="*/ 634779 w 3689114"/>
              <a:gd name="connsiteY2925" fmla="*/ 697422 h 2607908"/>
              <a:gd name="connsiteX2926" fmla="*/ 637173 w 3689114"/>
              <a:gd name="connsiteY2926" fmla="*/ 699816 h 2607908"/>
              <a:gd name="connsiteX2927" fmla="*/ 634779 w 3689114"/>
              <a:gd name="connsiteY2927" fmla="*/ 702207 h 2607908"/>
              <a:gd name="connsiteX2928" fmla="*/ 632387 w 3689114"/>
              <a:gd name="connsiteY2928" fmla="*/ 699816 h 2607908"/>
              <a:gd name="connsiteX2929" fmla="*/ 634779 w 3689114"/>
              <a:gd name="connsiteY2929" fmla="*/ 697422 h 2607908"/>
              <a:gd name="connsiteX2930" fmla="*/ 2939119 w 3689114"/>
              <a:gd name="connsiteY2930" fmla="*/ 696776 h 2607908"/>
              <a:gd name="connsiteX2931" fmla="*/ 2942158 w 3689114"/>
              <a:gd name="connsiteY2931" fmla="*/ 699816 h 2607908"/>
              <a:gd name="connsiteX2932" fmla="*/ 2939119 w 3689114"/>
              <a:gd name="connsiteY2932" fmla="*/ 702853 h 2607908"/>
              <a:gd name="connsiteX2933" fmla="*/ 2936080 w 3689114"/>
              <a:gd name="connsiteY2933" fmla="*/ 699816 h 2607908"/>
              <a:gd name="connsiteX2934" fmla="*/ 2939119 w 3689114"/>
              <a:gd name="connsiteY2934" fmla="*/ 696776 h 2607908"/>
              <a:gd name="connsiteX2935" fmla="*/ 749996 w 3689114"/>
              <a:gd name="connsiteY2935" fmla="*/ 696775 h 2607908"/>
              <a:gd name="connsiteX2936" fmla="*/ 753035 w 3689114"/>
              <a:gd name="connsiteY2936" fmla="*/ 699816 h 2607908"/>
              <a:gd name="connsiteX2937" fmla="*/ 749996 w 3689114"/>
              <a:gd name="connsiteY2937" fmla="*/ 702853 h 2607908"/>
              <a:gd name="connsiteX2938" fmla="*/ 746957 w 3689114"/>
              <a:gd name="connsiteY2938" fmla="*/ 699816 h 2607908"/>
              <a:gd name="connsiteX2939" fmla="*/ 749996 w 3689114"/>
              <a:gd name="connsiteY2939" fmla="*/ 696775 h 2607908"/>
              <a:gd name="connsiteX2940" fmla="*/ 2823902 w 3689114"/>
              <a:gd name="connsiteY2940" fmla="*/ 696061 h 2607908"/>
              <a:gd name="connsiteX2941" fmla="*/ 2827662 w 3689114"/>
              <a:gd name="connsiteY2941" fmla="*/ 699816 h 2607908"/>
              <a:gd name="connsiteX2942" fmla="*/ 2823902 w 3689114"/>
              <a:gd name="connsiteY2942" fmla="*/ 703575 h 2607908"/>
              <a:gd name="connsiteX2943" fmla="*/ 2820142 w 3689114"/>
              <a:gd name="connsiteY2943" fmla="*/ 699816 h 2607908"/>
              <a:gd name="connsiteX2944" fmla="*/ 2823902 w 3689114"/>
              <a:gd name="connsiteY2944" fmla="*/ 696061 h 2607908"/>
              <a:gd name="connsiteX2945" fmla="*/ 865213 w 3689114"/>
              <a:gd name="connsiteY2945" fmla="*/ 696061 h 2607908"/>
              <a:gd name="connsiteX2946" fmla="*/ 868973 w 3689114"/>
              <a:gd name="connsiteY2946" fmla="*/ 699816 h 2607908"/>
              <a:gd name="connsiteX2947" fmla="*/ 865213 w 3689114"/>
              <a:gd name="connsiteY2947" fmla="*/ 703575 h 2607908"/>
              <a:gd name="connsiteX2948" fmla="*/ 861453 w 3689114"/>
              <a:gd name="connsiteY2948" fmla="*/ 699816 h 2607908"/>
              <a:gd name="connsiteX2949" fmla="*/ 865213 w 3689114"/>
              <a:gd name="connsiteY2949" fmla="*/ 696061 h 2607908"/>
              <a:gd name="connsiteX2950" fmla="*/ 2708685 w 3689114"/>
              <a:gd name="connsiteY2950" fmla="*/ 695355 h 2607908"/>
              <a:gd name="connsiteX2951" fmla="*/ 2713149 w 3689114"/>
              <a:gd name="connsiteY2951" fmla="*/ 699816 h 2607908"/>
              <a:gd name="connsiteX2952" fmla="*/ 2708685 w 3689114"/>
              <a:gd name="connsiteY2952" fmla="*/ 704280 h 2607908"/>
              <a:gd name="connsiteX2953" fmla="*/ 2704221 w 3689114"/>
              <a:gd name="connsiteY2953" fmla="*/ 699816 h 2607908"/>
              <a:gd name="connsiteX2954" fmla="*/ 2708685 w 3689114"/>
              <a:gd name="connsiteY2954" fmla="*/ 695355 h 2607908"/>
              <a:gd name="connsiteX2955" fmla="*/ 980429 w 3689114"/>
              <a:gd name="connsiteY2955" fmla="*/ 695355 h 2607908"/>
              <a:gd name="connsiteX2956" fmla="*/ 984893 w 3689114"/>
              <a:gd name="connsiteY2956" fmla="*/ 699816 h 2607908"/>
              <a:gd name="connsiteX2957" fmla="*/ 980429 w 3689114"/>
              <a:gd name="connsiteY2957" fmla="*/ 704280 h 2607908"/>
              <a:gd name="connsiteX2958" fmla="*/ 975965 w 3689114"/>
              <a:gd name="connsiteY2958" fmla="*/ 699816 h 2607908"/>
              <a:gd name="connsiteX2959" fmla="*/ 980429 w 3689114"/>
              <a:gd name="connsiteY2959" fmla="*/ 695355 h 2607908"/>
              <a:gd name="connsiteX2960" fmla="*/ 2593468 w 3689114"/>
              <a:gd name="connsiteY2960" fmla="*/ 694593 h 2607908"/>
              <a:gd name="connsiteX2961" fmla="*/ 2598694 w 3689114"/>
              <a:gd name="connsiteY2961" fmla="*/ 699820 h 2607908"/>
              <a:gd name="connsiteX2962" fmla="*/ 2593468 w 3689114"/>
              <a:gd name="connsiteY2962" fmla="*/ 705042 h 2607908"/>
              <a:gd name="connsiteX2963" fmla="*/ 2588242 w 3689114"/>
              <a:gd name="connsiteY2963" fmla="*/ 699820 h 2607908"/>
              <a:gd name="connsiteX2964" fmla="*/ 2593468 w 3689114"/>
              <a:gd name="connsiteY2964" fmla="*/ 694593 h 2607908"/>
              <a:gd name="connsiteX2965" fmla="*/ 1095646 w 3689114"/>
              <a:gd name="connsiteY2965" fmla="*/ 694593 h 2607908"/>
              <a:gd name="connsiteX2966" fmla="*/ 1100872 w 3689114"/>
              <a:gd name="connsiteY2966" fmla="*/ 699820 h 2607908"/>
              <a:gd name="connsiteX2967" fmla="*/ 1095646 w 3689114"/>
              <a:gd name="connsiteY2967" fmla="*/ 705042 h 2607908"/>
              <a:gd name="connsiteX2968" fmla="*/ 1090420 w 3689114"/>
              <a:gd name="connsiteY2968" fmla="*/ 699820 h 2607908"/>
              <a:gd name="connsiteX2969" fmla="*/ 1095646 w 3689114"/>
              <a:gd name="connsiteY2969" fmla="*/ 694593 h 2607908"/>
              <a:gd name="connsiteX2970" fmla="*/ 2478251 w 3689114"/>
              <a:gd name="connsiteY2970" fmla="*/ 693980 h 2607908"/>
              <a:gd name="connsiteX2971" fmla="*/ 2484087 w 3689114"/>
              <a:gd name="connsiteY2971" fmla="*/ 699820 h 2607908"/>
              <a:gd name="connsiteX2972" fmla="*/ 2478251 w 3689114"/>
              <a:gd name="connsiteY2972" fmla="*/ 705656 h 2607908"/>
              <a:gd name="connsiteX2973" fmla="*/ 2472415 w 3689114"/>
              <a:gd name="connsiteY2973" fmla="*/ 699820 h 2607908"/>
              <a:gd name="connsiteX2974" fmla="*/ 2478251 w 3689114"/>
              <a:gd name="connsiteY2974" fmla="*/ 693980 h 2607908"/>
              <a:gd name="connsiteX2975" fmla="*/ 1210863 w 3689114"/>
              <a:gd name="connsiteY2975" fmla="*/ 693980 h 2607908"/>
              <a:gd name="connsiteX2976" fmla="*/ 1216699 w 3689114"/>
              <a:gd name="connsiteY2976" fmla="*/ 699820 h 2607908"/>
              <a:gd name="connsiteX2977" fmla="*/ 1210863 w 3689114"/>
              <a:gd name="connsiteY2977" fmla="*/ 705656 h 2607908"/>
              <a:gd name="connsiteX2978" fmla="*/ 1205027 w 3689114"/>
              <a:gd name="connsiteY2978" fmla="*/ 699820 h 2607908"/>
              <a:gd name="connsiteX2979" fmla="*/ 1210863 w 3689114"/>
              <a:gd name="connsiteY2979" fmla="*/ 693980 h 2607908"/>
              <a:gd name="connsiteX2980" fmla="*/ 2363034 w 3689114"/>
              <a:gd name="connsiteY2980" fmla="*/ 693338 h 2607908"/>
              <a:gd name="connsiteX2981" fmla="*/ 2369513 w 3689114"/>
              <a:gd name="connsiteY2981" fmla="*/ 699820 h 2607908"/>
              <a:gd name="connsiteX2982" fmla="*/ 2363034 w 3689114"/>
              <a:gd name="connsiteY2982" fmla="*/ 706298 h 2607908"/>
              <a:gd name="connsiteX2983" fmla="*/ 2356555 w 3689114"/>
              <a:gd name="connsiteY2983" fmla="*/ 699820 h 2607908"/>
              <a:gd name="connsiteX2984" fmla="*/ 2363034 w 3689114"/>
              <a:gd name="connsiteY2984" fmla="*/ 693338 h 2607908"/>
              <a:gd name="connsiteX2985" fmla="*/ 1326080 w 3689114"/>
              <a:gd name="connsiteY2985" fmla="*/ 693338 h 2607908"/>
              <a:gd name="connsiteX2986" fmla="*/ 1332559 w 3689114"/>
              <a:gd name="connsiteY2986" fmla="*/ 699820 h 2607908"/>
              <a:gd name="connsiteX2987" fmla="*/ 1326080 w 3689114"/>
              <a:gd name="connsiteY2987" fmla="*/ 706298 h 2607908"/>
              <a:gd name="connsiteX2988" fmla="*/ 1319602 w 3689114"/>
              <a:gd name="connsiteY2988" fmla="*/ 699820 h 2607908"/>
              <a:gd name="connsiteX2989" fmla="*/ 1326080 w 3689114"/>
              <a:gd name="connsiteY2989" fmla="*/ 693338 h 2607908"/>
              <a:gd name="connsiteX2990" fmla="*/ 2247817 w 3689114"/>
              <a:gd name="connsiteY2990" fmla="*/ 692781 h 2607908"/>
              <a:gd name="connsiteX2991" fmla="*/ 2254857 w 3689114"/>
              <a:gd name="connsiteY2991" fmla="*/ 699820 h 2607908"/>
              <a:gd name="connsiteX2992" fmla="*/ 2247817 w 3689114"/>
              <a:gd name="connsiteY2992" fmla="*/ 706856 h 2607908"/>
              <a:gd name="connsiteX2993" fmla="*/ 2240777 w 3689114"/>
              <a:gd name="connsiteY2993" fmla="*/ 699820 h 2607908"/>
              <a:gd name="connsiteX2994" fmla="*/ 2247817 w 3689114"/>
              <a:gd name="connsiteY2994" fmla="*/ 692781 h 2607908"/>
              <a:gd name="connsiteX2995" fmla="*/ 1441297 w 3689114"/>
              <a:gd name="connsiteY2995" fmla="*/ 692781 h 2607908"/>
              <a:gd name="connsiteX2996" fmla="*/ 1448337 w 3689114"/>
              <a:gd name="connsiteY2996" fmla="*/ 699820 h 2607908"/>
              <a:gd name="connsiteX2997" fmla="*/ 1441297 w 3689114"/>
              <a:gd name="connsiteY2997" fmla="*/ 706856 h 2607908"/>
              <a:gd name="connsiteX2998" fmla="*/ 1434258 w 3689114"/>
              <a:gd name="connsiteY2998" fmla="*/ 699820 h 2607908"/>
              <a:gd name="connsiteX2999" fmla="*/ 1441297 w 3689114"/>
              <a:gd name="connsiteY2999" fmla="*/ 692781 h 2607908"/>
              <a:gd name="connsiteX3000" fmla="*/ 2132600 w 3689114"/>
              <a:gd name="connsiteY3000" fmla="*/ 692316 h 2607908"/>
              <a:gd name="connsiteX3001" fmla="*/ 2140104 w 3689114"/>
              <a:gd name="connsiteY3001" fmla="*/ 699820 h 2607908"/>
              <a:gd name="connsiteX3002" fmla="*/ 2132600 w 3689114"/>
              <a:gd name="connsiteY3002" fmla="*/ 707322 h 2607908"/>
              <a:gd name="connsiteX3003" fmla="*/ 2125096 w 3689114"/>
              <a:gd name="connsiteY3003" fmla="*/ 699820 h 2607908"/>
              <a:gd name="connsiteX3004" fmla="*/ 2132600 w 3689114"/>
              <a:gd name="connsiteY3004" fmla="*/ 692316 h 2607908"/>
              <a:gd name="connsiteX3005" fmla="*/ 1556514 w 3689114"/>
              <a:gd name="connsiteY3005" fmla="*/ 692316 h 2607908"/>
              <a:gd name="connsiteX3006" fmla="*/ 1564019 w 3689114"/>
              <a:gd name="connsiteY3006" fmla="*/ 699820 h 2607908"/>
              <a:gd name="connsiteX3007" fmla="*/ 1556514 w 3689114"/>
              <a:gd name="connsiteY3007" fmla="*/ 707322 h 2607908"/>
              <a:gd name="connsiteX3008" fmla="*/ 1549010 w 3689114"/>
              <a:gd name="connsiteY3008" fmla="*/ 699820 h 2607908"/>
              <a:gd name="connsiteX3009" fmla="*/ 1556514 w 3689114"/>
              <a:gd name="connsiteY3009" fmla="*/ 692316 h 2607908"/>
              <a:gd name="connsiteX3010" fmla="*/ 2017383 w 3689114"/>
              <a:gd name="connsiteY3010" fmla="*/ 692075 h 2607908"/>
              <a:gd name="connsiteX3011" fmla="*/ 2025124 w 3689114"/>
              <a:gd name="connsiteY3011" fmla="*/ 699820 h 2607908"/>
              <a:gd name="connsiteX3012" fmla="*/ 2017383 w 3689114"/>
              <a:gd name="connsiteY3012" fmla="*/ 707560 h 2607908"/>
              <a:gd name="connsiteX3013" fmla="*/ 2009640 w 3689114"/>
              <a:gd name="connsiteY3013" fmla="*/ 699820 h 2607908"/>
              <a:gd name="connsiteX3014" fmla="*/ 2017383 w 3689114"/>
              <a:gd name="connsiteY3014" fmla="*/ 692075 h 2607908"/>
              <a:gd name="connsiteX3015" fmla="*/ 1671732 w 3689114"/>
              <a:gd name="connsiteY3015" fmla="*/ 692075 h 2607908"/>
              <a:gd name="connsiteX3016" fmla="*/ 1679473 w 3689114"/>
              <a:gd name="connsiteY3016" fmla="*/ 699820 h 2607908"/>
              <a:gd name="connsiteX3017" fmla="*/ 1671732 w 3689114"/>
              <a:gd name="connsiteY3017" fmla="*/ 707560 h 2607908"/>
              <a:gd name="connsiteX3018" fmla="*/ 1663989 w 3689114"/>
              <a:gd name="connsiteY3018" fmla="*/ 699820 h 2607908"/>
              <a:gd name="connsiteX3019" fmla="*/ 1671732 w 3689114"/>
              <a:gd name="connsiteY3019" fmla="*/ 692075 h 2607908"/>
              <a:gd name="connsiteX3020" fmla="*/ 1902166 w 3689114"/>
              <a:gd name="connsiteY3020" fmla="*/ 691834 h 2607908"/>
              <a:gd name="connsiteX3021" fmla="*/ 1910149 w 3689114"/>
              <a:gd name="connsiteY3021" fmla="*/ 699820 h 2607908"/>
              <a:gd name="connsiteX3022" fmla="*/ 1902166 w 3689114"/>
              <a:gd name="connsiteY3022" fmla="*/ 707802 h 2607908"/>
              <a:gd name="connsiteX3023" fmla="*/ 1894182 w 3689114"/>
              <a:gd name="connsiteY3023" fmla="*/ 699820 h 2607908"/>
              <a:gd name="connsiteX3024" fmla="*/ 1902166 w 3689114"/>
              <a:gd name="connsiteY3024" fmla="*/ 691834 h 2607908"/>
              <a:gd name="connsiteX3025" fmla="*/ 1786949 w 3689114"/>
              <a:gd name="connsiteY3025" fmla="*/ 691834 h 2607908"/>
              <a:gd name="connsiteX3026" fmla="*/ 1794932 w 3689114"/>
              <a:gd name="connsiteY3026" fmla="*/ 699820 h 2607908"/>
              <a:gd name="connsiteX3027" fmla="*/ 1786949 w 3689114"/>
              <a:gd name="connsiteY3027" fmla="*/ 707802 h 2607908"/>
              <a:gd name="connsiteX3028" fmla="*/ 1778965 w 3689114"/>
              <a:gd name="connsiteY3028" fmla="*/ 699820 h 2607908"/>
              <a:gd name="connsiteX3029" fmla="*/ 1786949 w 3689114"/>
              <a:gd name="connsiteY3029" fmla="*/ 691834 h 2607908"/>
              <a:gd name="connsiteX3030" fmla="*/ 3227162 w 3689114"/>
              <a:gd name="connsiteY3030" fmla="*/ 598849 h 2607908"/>
              <a:gd name="connsiteX3031" fmla="*/ 3228341 w 3689114"/>
              <a:gd name="connsiteY3031" fmla="*/ 600028 h 2607908"/>
              <a:gd name="connsiteX3032" fmla="*/ 3227162 w 3689114"/>
              <a:gd name="connsiteY3032" fmla="*/ 601208 h 2607908"/>
              <a:gd name="connsiteX3033" fmla="*/ 3225982 w 3689114"/>
              <a:gd name="connsiteY3033" fmla="*/ 600028 h 2607908"/>
              <a:gd name="connsiteX3034" fmla="*/ 3227162 w 3689114"/>
              <a:gd name="connsiteY3034" fmla="*/ 598849 h 2607908"/>
              <a:gd name="connsiteX3035" fmla="*/ 461953 w 3689114"/>
              <a:gd name="connsiteY3035" fmla="*/ 598847 h 2607908"/>
              <a:gd name="connsiteX3036" fmla="*/ 463133 w 3689114"/>
              <a:gd name="connsiteY3036" fmla="*/ 600025 h 2607908"/>
              <a:gd name="connsiteX3037" fmla="*/ 461953 w 3689114"/>
              <a:gd name="connsiteY3037" fmla="*/ 601204 h 2607908"/>
              <a:gd name="connsiteX3038" fmla="*/ 460774 w 3689114"/>
              <a:gd name="connsiteY3038" fmla="*/ 600025 h 2607908"/>
              <a:gd name="connsiteX3039" fmla="*/ 461953 w 3689114"/>
              <a:gd name="connsiteY3039" fmla="*/ 598847 h 2607908"/>
              <a:gd name="connsiteX3040" fmla="*/ 3111944 w 3689114"/>
              <a:gd name="connsiteY3040" fmla="*/ 598385 h 2607908"/>
              <a:gd name="connsiteX3041" fmla="*/ 3113593 w 3689114"/>
              <a:gd name="connsiteY3041" fmla="*/ 600033 h 2607908"/>
              <a:gd name="connsiteX3042" fmla="*/ 3111944 w 3689114"/>
              <a:gd name="connsiteY3042" fmla="*/ 601682 h 2607908"/>
              <a:gd name="connsiteX3043" fmla="*/ 3110296 w 3689114"/>
              <a:gd name="connsiteY3043" fmla="*/ 600033 h 2607908"/>
              <a:gd name="connsiteX3044" fmla="*/ 3111944 w 3689114"/>
              <a:gd name="connsiteY3044" fmla="*/ 598385 h 2607908"/>
              <a:gd name="connsiteX3045" fmla="*/ 577170 w 3689114"/>
              <a:gd name="connsiteY3045" fmla="*/ 598385 h 2607908"/>
              <a:gd name="connsiteX3046" fmla="*/ 578819 w 3689114"/>
              <a:gd name="connsiteY3046" fmla="*/ 600031 h 2607908"/>
              <a:gd name="connsiteX3047" fmla="*/ 577170 w 3689114"/>
              <a:gd name="connsiteY3047" fmla="*/ 601682 h 2607908"/>
              <a:gd name="connsiteX3048" fmla="*/ 575522 w 3689114"/>
              <a:gd name="connsiteY3048" fmla="*/ 600031 h 2607908"/>
              <a:gd name="connsiteX3049" fmla="*/ 577170 w 3689114"/>
              <a:gd name="connsiteY3049" fmla="*/ 598385 h 2607908"/>
              <a:gd name="connsiteX3050" fmla="*/ 2996727 w 3689114"/>
              <a:gd name="connsiteY3050" fmla="*/ 597841 h 2607908"/>
              <a:gd name="connsiteX3051" fmla="*/ 2998921 w 3689114"/>
              <a:gd name="connsiteY3051" fmla="*/ 600036 h 2607908"/>
              <a:gd name="connsiteX3052" fmla="*/ 2996727 w 3689114"/>
              <a:gd name="connsiteY3052" fmla="*/ 602229 h 2607908"/>
              <a:gd name="connsiteX3053" fmla="*/ 2994533 w 3689114"/>
              <a:gd name="connsiteY3053" fmla="*/ 600036 h 2607908"/>
              <a:gd name="connsiteX3054" fmla="*/ 2996727 w 3689114"/>
              <a:gd name="connsiteY3054" fmla="*/ 597841 h 2607908"/>
              <a:gd name="connsiteX3055" fmla="*/ 692388 w 3689114"/>
              <a:gd name="connsiteY3055" fmla="*/ 597841 h 2607908"/>
              <a:gd name="connsiteX3056" fmla="*/ 694580 w 3689114"/>
              <a:gd name="connsiteY3056" fmla="*/ 600033 h 2607908"/>
              <a:gd name="connsiteX3057" fmla="*/ 692388 w 3689114"/>
              <a:gd name="connsiteY3057" fmla="*/ 602229 h 2607908"/>
              <a:gd name="connsiteX3058" fmla="*/ 690193 w 3689114"/>
              <a:gd name="connsiteY3058" fmla="*/ 600033 h 2607908"/>
              <a:gd name="connsiteX3059" fmla="*/ 692388 w 3689114"/>
              <a:gd name="connsiteY3059" fmla="*/ 597841 h 2607908"/>
              <a:gd name="connsiteX3060" fmla="*/ 2881510 w 3689114"/>
              <a:gd name="connsiteY3060" fmla="*/ 597294 h 2607908"/>
              <a:gd name="connsiteX3061" fmla="*/ 2884252 w 3689114"/>
              <a:gd name="connsiteY3061" fmla="*/ 600036 h 2607908"/>
              <a:gd name="connsiteX3062" fmla="*/ 2881510 w 3689114"/>
              <a:gd name="connsiteY3062" fmla="*/ 602779 h 2607908"/>
              <a:gd name="connsiteX3063" fmla="*/ 2878768 w 3689114"/>
              <a:gd name="connsiteY3063" fmla="*/ 600036 h 2607908"/>
              <a:gd name="connsiteX3064" fmla="*/ 2881510 w 3689114"/>
              <a:gd name="connsiteY3064" fmla="*/ 597294 h 2607908"/>
              <a:gd name="connsiteX3065" fmla="*/ 807604 w 3689114"/>
              <a:gd name="connsiteY3065" fmla="*/ 597294 h 2607908"/>
              <a:gd name="connsiteX3066" fmla="*/ 810346 w 3689114"/>
              <a:gd name="connsiteY3066" fmla="*/ 600036 h 2607908"/>
              <a:gd name="connsiteX3067" fmla="*/ 807604 w 3689114"/>
              <a:gd name="connsiteY3067" fmla="*/ 602779 h 2607908"/>
              <a:gd name="connsiteX3068" fmla="*/ 804861 w 3689114"/>
              <a:gd name="connsiteY3068" fmla="*/ 600036 h 2607908"/>
              <a:gd name="connsiteX3069" fmla="*/ 807604 w 3689114"/>
              <a:gd name="connsiteY3069" fmla="*/ 597294 h 2607908"/>
              <a:gd name="connsiteX3070" fmla="*/ 2766293 w 3689114"/>
              <a:gd name="connsiteY3070" fmla="*/ 596688 h 2607908"/>
              <a:gd name="connsiteX3071" fmla="*/ 2769644 w 3689114"/>
              <a:gd name="connsiteY3071" fmla="*/ 600036 h 2607908"/>
              <a:gd name="connsiteX3072" fmla="*/ 2766293 w 3689114"/>
              <a:gd name="connsiteY3072" fmla="*/ 603387 h 2607908"/>
              <a:gd name="connsiteX3073" fmla="*/ 2762943 w 3689114"/>
              <a:gd name="connsiteY3073" fmla="*/ 600036 h 2607908"/>
              <a:gd name="connsiteX3074" fmla="*/ 2766293 w 3689114"/>
              <a:gd name="connsiteY3074" fmla="*/ 596688 h 2607908"/>
              <a:gd name="connsiteX3075" fmla="*/ 922821 w 3689114"/>
              <a:gd name="connsiteY3075" fmla="*/ 596688 h 2607908"/>
              <a:gd name="connsiteX3076" fmla="*/ 926172 w 3689114"/>
              <a:gd name="connsiteY3076" fmla="*/ 600036 h 2607908"/>
              <a:gd name="connsiteX3077" fmla="*/ 922821 w 3689114"/>
              <a:gd name="connsiteY3077" fmla="*/ 603387 h 2607908"/>
              <a:gd name="connsiteX3078" fmla="*/ 919471 w 3689114"/>
              <a:gd name="connsiteY3078" fmla="*/ 600036 h 2607908"/>
              <a:gd name="connsiteX3079" fmla="*/ 922821 w 3689114"/>
              <a:gd name="connsiteY3079" fmla="*/ 596688 h 2607908"/>
              <a:gd name="connsiteX3080" fmla="*/ 2651076 w 3689114"/>
              <a:gd name="connsiteY3080" fmla="*/ 596023 h 2607908"/>
              <a:gd name="connsiteX3081" fmla="*/ 2655094 w 3689114"/>
              <a:gd name="connsiteY3081" fmla="*/ 600037 h 2607908"/>
              <a:gd name="connsiteX3082" fmla="*/ 2651076 w 3689114"/>
              <a:gd name="connsiteY3082" fmla="*/ 604057 h 2607908"/>
              <a:gd name="connsiteX3083" fmla="*/ 2647059 w 3689114"/>
              <a:gd name="connsiteY3083" fmla="*/ 600037 h 2607908"/>
              <a:gd name="connsiteX3084" fmla="*/ 2651076 w 3689114"/>
              <a:gd name="connsiteY3084" fmla="*/ 596023 h 2607908"/>
              <a:gd name="connsiteX3085" fmla="*/ 1038037 w 3689114"/>
              <a:gd name="connsiteY3085" fmla="*/ 596023 h 2607908"/>
              <a:gd name="connsiteX3086" fmla="*/ 1042055 w 3689114"/>
              <a:gd name="connsiteY3086" fmla="*/ 600037 h 2607908"/>
              <a:gd name="connsiteX3087" fmla="*/ 1038037 w 3689114"/>
              <a:gd name="connsiteY3087" fmla="*/ 604057 h 2607908"/>
              <a:gd name="connsiteX3088" fmla="*/ 1034021 w 3689114"/>
              <a:gd name="connsiteY3088" fmla="*/ 600037 h 2607908"/>
              <a:gd name="connsiteX3089" fmla="*/ 1038037 w 3689114"/>
              <a:gd name="connsiteY3089" fmla="*/ 596023 h 2607908"/>
              <a:gd name="connsiteX3090" fmla="*/ 2535859 w 3689114"/>
              <a:gd name="connsiteY3090" fmla="*/ 595391 h 2607908"/>
              <a:gd name="connsiteX3091" fmla="*/ 2540508 w 3689114"/>
              <a:gd name="connsiteY3091" fmla="*/ 600038 h 2607908"/>
              <a:gd name="connsiteX3092" fmla="*/ 2535859 w 3689114"/>
              <a:gd name="connsiteY3092" fmla="*/ 604691 h 2607908"/>
              <a:gd name="connsiteX3093" fmla="*/ 2531210 w 3689114"/>
              <a:gd name="connsiteY3093" fmla="*/ 600038 h 2607908"/>
              <a:gd name="connsiteX3094" fmla="*/ 2535859 w 3689114"/>
              <a:gd name="connsiteY3094" fmla="*/ 595391 h 2607908"/>
              <a:gd name="connsiteX3095" fmla="*/ 1153255 w 3689114"/>
              <a:gd name="connsiteY3095" fmla="*/ 595391 h 2607908"/>
              <a:gd name="connsiteX3096" fmla="*/ 1157904 w 3689114"/>
              <a:gd name="connsiteY3096" fmla="*/ 600038 h 2607908"/>
              <a:gd name="connsiteX3097" fmla="*/ 1153255 w 3689114"/>
              <a:gd name="connsiteY3097" fmla="*/ 604691 h 2607908"/>
              <a:gd name="connsiteX3098" fmla="*/ 1148606 w 3689114"/>
              <a:gd name="connsiteY3098" fmla="*/ 600038 h 2607908"/>
              <a:gd name="connsiteX3099" fmla="*/ 1153255 w 3689114"/>
              <a:gd name="connsiteY3099" fmla="*/ 595391 h 2607908"/>
              <a:gd name="connsiteX3100" fmla="*/ 2420642 w 3689114"/>
              <a:gd name="connsiteY3100" fmla="*/ 594816 h 2607908"/>
              <a:gd name="connsiteX3101" fmla="*/ 2425868 w 3689114"/>
              <a:gd name="connsiteY3101" fmla="*/ 600038 h 2607908"/>
              <a:gd name="connsiteX3102" fmla="*/ 2420642 w 3689114"/>
              <a:gd name="connsiteY3102" fmla="*/ 605264 h 2607908"/>
              <a:gd name="connsiteX3103" fmla="*/ 2415416 w 3689114"/>
              <a:gd name="connsiteY3103" fmla="*/ 600038 h 2607908"/>
              <a:gd name="connsiteX3104" fmla="*/ 2420642 w 3689114"/>
              <a:gd name="connsiteY3104" fmla="*/ 594816 h 2607908"/>
              <a:gd name="connsiteX3105" fmla="*/ 1268472 w 3689114"/>
              <a:gd name="connsiteY3105" fmla="*/ 594816 h 2607908"/>
              <a:gd name="connsiteX3106" fmla="*/ 1273698 w 3689114"/>
              <a:gd name="connsiteY3106" fmla="*/ 600038 h 2607908"/>
              <a:gd name="connsiteX3107" fmla="*/ 1268472 w 3689114"/>
              <a:gd name="connsiteY3107" fmla="*/ 605264 h 2607908"/>
              <a:gd name="connsiteX3108" fmla="*/ 1263246 w 3689114"/>
              <a:gd name="connsiteY3108" fmla="*/ 600038 h 2607908"/>
              <a:gd name="connsiteX3109" fmla="*/ 1268472 w 3689114"/>
              <a:gd name="connsiteY3109" fmla="*/ 594816 h 2607908"/>
              <a:gd name="connsiteX3110" fmla="*/ 2305425 w 3689114"/>
              <a:gd name="connsiteY3110" fmla="*/ 594307 h 2607908"/>
              <a:gd name="connsiteX3111" fmla="*/ 2311158 w 3689114"/>
              <a:gd name="connsiteY3111" fmla="*/ 600038 h 2607908"/>
              <a:gd name="connsiteX3112" fmla="*/ 2305425 w 3689114"/>
              <a:gd name="connsiteY3112" fmla="*/ 605772 h 2607908"/>
              <a:gd name="connsiteX3113" fmla="*/ 2299693 w 3689114"/>
              <a:gd name="connsiteY3113" fmla="*/ 600038 h 2607908"/>
              <a:gd name="connsiteX3114" fmla="*/ 2305425 w 3689114"/>
              <a:gd name="connsiteY3114" fmla="*/ 594307 h 2607908"/>
              <a:gd name="connsiteX3115" fmla="*/ 1383689 w 3689114"/>
              <a:gd name="connsiteY3115" fmla="*/ 594307 h 2607908"/>
              <a:gd name="connsiteX3116" fmla="*/ 1389421 w 3689114"/>
              <a:gd name="connsiteY3116" fmla="*/ 600037 h 2607908"/>
              <a:gd name="connsiteX3117" fmla="*/ 1383689 w 3689114"/>
              <a:gd name="connsiteY3117" fmla="*/ 605772 h 2607908"/>
              <a:gd name="connsiteX3118" fmla="*/ 1377957 w 3689114"/>
              <a:gd name="connsiteY3118" fmla="*/ 600037 h 2607908"/>
              <a:gd name="connsiteX3119" fmla="*/ 1383689 w 3689114"/>
              <a:gd name="connsiteY3119" fmla="*/ 594307 h 2607908"/>
              <a:gd name="connsiteX3120" fmla="*/ 2190209 w 3689114"/>
              <a:gd name="connsiteY3120" fmla="*/ 593887 h 2607908"/>
              <a:gd name="connsiteX3121" fmla="*/ 2196362 w 3689114"/>
              <a:gd name="connsiteY3121" fmla="*/ 600038 h 2607908"/>
              <a:gd name="connsiteX3122" fmla="*/ 2190209 w 3689114"/>
              <a:gd name="connsiteY3122" fmla="*/ 606192 h 2607908"/>
              <a:gd name="connsiteX3123" fmla="*/ 2184055 w 3689114"/>
              <a:gd name="connsiteY3123" fmla="*/ 600038 h 2607908"/>
              <a:gd name="connsiteX3124" fmla="*/ 2190209 w 3689114"/>
              <a:gd name="connsiteY3124" fmla="*/ 593887 h 2607908"/>
              <a:gd name="connsiteX3125" fmla="*/ 1498906 w 3689114"/>
              <a:gd name="connsiteY3125" fmla="*/ 593887 h 2607908"/>
              <a:gd name="connsiteX3126" fmla="*/ 1505059 w 3689114"/>
              <a:gd name="connsiteY3126" fmla="*/ 600037 h 2607908"/>
              <a:gd name="connsiteX3127" fmla="*/ 1498906 w 3689114"/>
              <a:gd name="connsiteY3127" fmla="*/ 606192 h 2607908"/>
              <a:gd name="connsiteX3128" fmla="*/ 1492753 w 3689114"/>
              <a:gd name="connsiteY3128" fmla="*/ 600037 h 2607908"/>
              <a:gd name="connsiteX3129" fmla="*/ 1498906 w 3689114"/>
              <a:gd name="connsiteY3129" fmla="*/ 593887 h 2607908"/>
              <a:gd name="connsiteX3130" fmla="*/ 2074991 w 3689114"/>
              <a:gd name="connsiteY3130" fmla="*/ 593559 h 2607908"/>
              <a:gd name="connsiteX3131" fmla="*/ 2081470 w 3689114"/>
              <a:gd name="connsiteY3131" fmla="*/ 600037 h 2607908"/>
              <a:gd name="connsiteX3132" fmla="*/ 2074991 w 3689114"/>
              <a:gd name="connsiteY3132" fmla="*/ 606517 h 2607908"/>
              <a:gd name="connsiteX3133" fmla="*/ 2068512 w 3689114"/>
              <a:gd name="connsiteY3133" fmla="*/ 600037 h 2607908"/>
              <a:gd name="connsiteX3134" fmla="*/ 2074991 w 3689114"/>
              <a:gd name="connsiteY3134" fmla="*/ 593559 h 2607908"/>
              <a:gd name="connsiteX3135" fmla="*/ 1614123 w 3689114"/>
              <a:gd name="connsiteY3135" fmla="*/ 593559 h 2607908"/>
              <a:gd name="connsiteX3136" fmla="*/ 1620601 w 3689114"/>
              <a:gd name="connsiteY3136" fmla="*/ 600037 h 2607908"/>
              <a:gd name="connsiteX3137" fmla="*/ 1614123 w 3689114"/>
              <a:gd name="connsiteY3137" fmla="*/ 606517 h 2607908"/>
              <a:gd name="connsiteX3138" fmla="*/ 1607644 w 3689114"/>
              <a:gd name="connsiteY3138" fmla="*/ 600037 h 2607908"/>
              <a:gd name="connsiteX3139" fmla="*/ 1614123 w 3689114"/>
              <a:gd name="connsiteY3139" fmla="*/ 593559 h 2607908"/>
              <a:gd name="connsiteX3140" fmla="*/ 1959774 w 3689114"/>
              <a:gd name="connsiteY3140" fmla="*/ 593448 h 2607908"/>
              <a:gd name="connsiteX3141" fmla="*/ 1966364 w 3689114"/>
              <a:gd name="connsiteY3141" fmla="*/ 600037 h 2607908"/>
              <a:gd name="connsiteX3142" fmla="*/ 1959774 w 3689114"/>
              <a:gd name="connsiteY3142" fmla="*/ 606629 h 2607908"/>
              <a:gd name="connsiteX3143" fmla="*/ 1953185 w 3689114"/>
              <a:gd name="connsiteY3143" fmla="*/ 600037 h 2607908"/>
              <a:gd name="connsiteX3144" fmla="*/ 1959774 w 3689114"/>
              <a:gd name="connsiteY3144" fmla="*/ 593448 h 2607908"/>
              <a:gd name="connsiteX3145" fmla="*/ 1729340 w 3689114"/>
              <a:gd name="connsiteY3145" fmla="*/ 593448 h 2607908"/>
              <a:gd name="connsiteX3146" fmla="*/ 1735929 w 3689114"/>
              <a:gd name="connsiteY3146" fmla="*/ 600037 h 2607908"/>
              <a:gd name="connsiteX3147" fmla="*/ 1729340 w 3689114"/>
              <a:gd name="connsiteY3147" fmla="*/ 606629 h 2607908"/>
              <a:gd name="connsiteX3148" fmla="*/ 1722751 w 3689114"/>
              <a:gd name="connsiteY3148" fmla="*/ 600037 h 2607908"/>
              <a:gd name="connsiteX3149" fmla="*/ 1729340 w 3689114"/>
              <a:gd name="connsiteY3149" fmla="*/ 593448 h 2607908"/>
              <a:gd name="connsiteX3150" fmla="*/ 1844558 w 3689114"/>
              <a:gd name="connsiteY3150" fmla="*/ 593336 h 2607908"/>
              <a:gd name="connsiteX3151" fmla="*/ 1851257 w 3689114"/>
              <a:gd name="connsiteY3151" fmla="*/ 600038 h 2607908"/>
              <a:gd name="connsiteX3152" fmla="*/ 1844558 w 3689114"/>
              <a:gd name="connsiteY3152" fmla="*/ 606736 h 2607908"/>
              <a:gd name="connsiteX3153" fmla="*/ 1837857 w 3689114"/>
              <a:gd name="connsiteY3153" fmla="*/ 600038 h 2607908"/>
              <a:gd name="connsiteX3154" fmla="*/ 1844558 w 3689114"/>
              <a:gd name="connsiteY3154" fmla="*/ 593336 h 2607908"/>
              <a:gd name="connsiteX3155" fmla="*/ 3054336 w 3689114"/>
              <a:gd name="connsiteY3155" fmla="*/ 498821 h 2607908"/>
              <a:gd name="connsiteX3156" fmla="*/ 3055767 w 3689114"/>
              <a:gd name="connsiteY3156" fmla="*/ 500250 h 2607908"/>
              <a:gd name="connsiteX3157" fmla="*/ 3054336 w 3689114"/>
              <a:gd name="connsiteY3157" fmla="*/ 501683 h 2607908"/>
              <a:gd name="connsiteX3158" fmla="*/ 3052906 w 3689114"/>
              <a:gd name="connsiteY3158" fmla="*/ 500250 h 2607908"/>
              <a:gd name="connsiteX3159" fmla="*/ 3054336 w 3689114"/>
              <a:gd name="connsiteY3159" fmla="*/ 498821 h 2607908"/>
              <a:gd name="connsiteX3160" fmla="*/ 634779 w 3689114"/>
              <a:gd name="connsiteY3160" fmla="*/ 498819 h 2607908"/>
              <a:gd name="connsiteX3161" fmla="*/ 636210 w 3689114"/>
              <a:gd name="connsiteY3161" fmla="*/ 500250 h 2607908"/>
              <a:gd name="connsiteX3162" fmla="*/ 634779 w 3689114"/>
              <a:gd name="connsiteY3162" fmla="*/ 501680 h 2607908"/>
              <a:gd name="connsiteX3163" fmla="*/ 633350 w 3689114"/>
              <a:gd name="connsiteY3163" fmla="*/ 500250 h 2607908"/>
              <a:gd name="connsiteX3164" fmla="*/ 634779 w 3689114"/>
              <a:gd name="connsiteY3164" fmla="*/ 498819 h 2607908"/>
              <a:gd name="connsiteX3165" fmla="*/ 2939119 w 3689114"/>
              <a:gd name="connsiteY3165" fmla="*/ 498370 h 2607908"/>
              <a:gd name="connsiteX3166" fmla="*/ 2941000 w 3689114"/>
              <a:gd name="connsiteY3166" fmla="*/ 500254 h 2607908"/>
              <a:gd name="connsiteX3167" fmla="*/ 2939119 w 3689114"/>
              <a:gd name="connsiteY3167" fmla="*/ 502134 h 2607908"/>
              <a:gd name="connsiteX3168" fmla="*/ 2937237 w 3689114"/>
              <a:gd name="connsiteY3168" fmla="*/ 500254 h 2607908"/>
              <a:gd name="connsiteX3169" fmla="*/ 2939119 w 3689114"/>
              <a:gd name="connsiteY3169" fmla="*/ 498370 h 2607908"/>
              <a:gd name="connsiteX3170" fmla="*/ 749996 w 3689114"/>
              <a:gd name="connsiteY3170" fmla="*/ 498370 h 2607908"/>
              <a:gd name="connsiteX3171" fmla="*/ 751877 w 3689114"/>
              <a:gd name="connsiteY3171" fmla="*/ 500254 h 2607908"/>
              <a:gd name="connsiteX3172" fmla="*/ 749996 w 3689114"/>
              <a:gd name="connsiteY3172" fmla="*/ 502134 h 2607908"/>
              <a:gd name="connsiteX3173" fmla="*/ 748114 w 3689114"/>
              <a:gd name="connsiteY3173" fmla="*/ 500254 h 2607908"/>
              <a:gd name="connsiteX3174" fmla="*/ 749996 w 3689114"/>
              <a:gd name="connsiteY3174" fmla="*/ 498370 h 2607908"/>
              <a:gd name="connsiteX3175" fmla="*/ 2823902 w 3689114"/>
              <a:gd name="connsiteY3175" fmla="*/ 497861 h 2607908"/>
              <a:gd name="connsiteX3176" fmla="*/ 2826295 w 3689114"/>
              <a:gd name="connsiteY3176" fmla="*/ 500254 h 2607908"/>
              <a:gd name="connsiteX3177" fmla="*/ 2823902 w 3689114"/>
              <a:gd name="connsiteY3177" fmla="*/ 502651 h 2607908"/>
              <a:gd name="connsiteX3178" fmla="*/ 2821509 w 3689114"/>
              <a:gd name="connsiteY3178" fmla="*/ 500254 h 2607908"/>
              <a:gd name="connsiteX3179" fmla="*/ 2823902 w 3689114"/>
              <a:gd name="connsiteY3179" fmla="*/ 497861 h 2607908"/>
              <a:gd name="connsiteX3180" fmla="*/ 865213 w 3689114"/>
              <a:gd name="connsiteY3180" fmla="*/ 497861 h 2607908"/>
              <a:gd name="connsiteX3181" fmla="*/ 867606 w 3689114"/>
              <a:gd name="connsiteY3181" fmla="*/ 500254 h 2607908"/>
              <a:gd name="connsiteX3182" fmla="*/ 865213 w 3689114"/>
              <a:gd name="connsiteY3182" fmla="*/ 502651 h 2607908"/>
              <a:gd name="connsiteX3183" fmla="*/ 862820 w 3689114"/>
              <a:gd name="connsiteY3183" fmla="*/ 500254 h 2607908"/>
              <a:gd name="connsiteX3184" fmla="*/ 865213 w 3689114"/>
              <a:gd name="connsiteY3184" fmla="*/ 497861 h 2607908"/>
              <a:gd name="connsiteX3185" fmla="*/ 2708685 w 3689114"/>
              <a:gd name="connsiteY3185" fmla="*/ 497368 h 2607908"/>
              <a:gd name="connsiteX3186" fmla="*/ 2711574 w 3689114"/>
              <a:gd name="connsiteY3186" fmla="*/ 500254 h 2607908"/>
              <a:gd name="connsiteX3187" fmla="*/ 2708685 w 3689114"/>
              <a:gd name="connsiteY3187" fmla="*/ 503143 h 2607908"/>
              <a:gd name="connsiteX3188" fmla="*/ 2705796 w 3689114"/>
              <a:gd name="connsiteY3188" fmla="*/ 500254 h 2607908"/>
              <a:gd name="connsiteX3189" fmla="*/ 2708685 w 3689114"/>
              <a:gd name="connsiteY3189" fmla="*/ 497368 h 2607908"/>
              <a:gd name="connsiteX3190" fmla="*/ 980430 w 3689114"/>
              <a:gd name="connsiteY3190" fmla="*/ 497368 h 2607908"/>
              <a:gd name="connsiteX3191" fmla="*/ 983318 w 3689114"/>
              <a:gd name="connsiteY3191" fmla="*/ 500254 h 2607908"/>
              <a:gd name="connsiteX3192" fmla="*/ 980430 w 3689114"/>
              <a:gd name="connsiteY3192" fmla="*/ 503140 h 2607908"/>
              <a:gd name="connsiteX3193" fmla="*/ 977541 w 3689114"/>
              <a:gd name="connsiteY3193" fmla="*/ 500254 h 2607908"/>
              <a:gd name="connsiteX3194" fmla="*/ 980430 w 3689114"/>
              <a:gd name="connsiteY3194" fmla="*/ 497368 h 2607908"/>
              <a:gd name="connsiteX3195" fmla="*/ 2593467 w 3689114"/>
              <a:gd name="connsiteY3195" fmla="*/ 496823 h 2607908"/>
              <a:gd name="connsiteX3196" fmla="*/ 2596898 w 3689114"/>
              <a:gd name="connsiteY3196" fmla="*/ 500254 h 2607908"/>
              <a:gd name="connsiteX3197" fmla="*/ 2593467 w 3689114"/>
              <a:gd name="connsiteY3197" fmla="*/ 503687 h 2607908"/>
              <a:gd name="connsiteX3198" fmla="*/ 2590037 w 3689114"/>
              <a:gd name="connsiteY3198" fmla="*/ 500254 h 2607908"/>
              <a:gd name="connsiteX3199" fmla="*/ 2593467 w 3689114"/>
              <a:gd name="connsiteY3199" fmla="*/ 496823 h 2607908"/>
              <a:gd name="connsiteX3200" fmla="*/ 1095646 w 3689114"/>
              <a:gd name="connsiteY3200" fmla="*/ 496823 h 2607908"/>
              <a:gd name="connsiteX3201" fmla="*/ 1099077 w 3689114"/>
              <a:gd name="connsiteY3201" fmla="*/ 500254 h 2607908"/>
              <a:gd name="connsiteX3202" fmla="*/ 1095646 w 3689114"/>
              <a:gd name="connsiteY3202" fmla="*/ 503687 h 2607908"/>
              <a:gd name="connsiteX3203" fmla="*/ 1092216 w 3689114"/>
              <a:gd name="connsiteY3203" fmla="*/ 500254 h 2607908"/>
              <a:gd name="connsiteX3204" fmla="*/ 1095646 w 3689114"/>
              <a:gd name="connsiteY3204" fmla="*/ 496823 h 2607908"/>
              <a:gd name="connsiteX3205" fmla="*/ 2478250 w 3689114"/>
              <a:gd name="connsiteY3205" fmla="*/ 496324 h 2607908"/>
              <a:gd name="connsiteX3206" fmla="*/ 2482181 w 3689114"/>
              <a:gd name="connsiteY3206" fmla="*/ 500254 h 2607908"/>
              <a:gd name="connsiteX3207" fmla="*/ 2478250 w 3689114"/>
              <a:gd name="connsiteY3207" fmla="*/ 504187 h 2607908"/>
              <a:gd name="connsiteX3208" fmla="*/ 2474320 w 3689114"/>
              <a:gd name="connsiteY3208" fmla="*/ 500254 h 2607908"/>
              <a:gd name="connsiteX3209" fmla="*/ 2478250 w 3689114"/>
              <a:gd name="connsiteY3209" fmla="*/ 496324 h 2607908"/>
              <a:gd name="connsiteX3210" fmla="*/ 1210864 w 3689114"/>
              <a:gd name="connsiteY3210" fmla="*/ 496324 h 2607908"/>
              <a:gd name="connsiteX3211" fmla="*/ 1214794 w 3689114"/>
              <a:gd name="connsiteY3211" fmla="*/ 500254 h 2607908"/>
              <a:gd name="connsiteX3212" fmla="*/ 1210864 w 3689114"/>
              <a:gd name="connsiteY3212" fmla="*/ 504187 h 2607908"/>
              <a:gd name="connsiteX3213" fmla="*/ 1206933 w 3689114"/>
              <a:gd name="connsiteY3213" fmla="*/ 500254 h 2607908"/>
              <a:gd name="connsiteX3214" fmla="*/ 1210864 w 3689114"/>
              <a:gd name="connsiteY3214" fmla="*/ 496324 h 2607908"/>
              <a:gd name="connsiteX3215" fmla="*/ 2363034 w 3689114"/>
              <a:gd name="connsiteY3215" fmla="*/ 495886 h 2607908"/>
              <a:gd name="connsiteX3216" fmla="*/ 2367407 w 3689114"/>
              <a:gd name="connsiteY3216" fmla="*/ 500254 h 2607908"/>
              <a:gd name="connsiteX3217" fmla="*/ 2363034 w 3689114"/>
              <a:gd name="connsiteY3217" fmla="*/ 504627 h 2607908"/>
              <a:gd name="connsiteX3218" fmla="*/ 2358661 w 3689114"/>
              <a:gd name="connsiteY3218" fmla="*/ 500254 h 2607908"/>
              <a:gd name="connsiteX3219" fmla="*/ 2363034 w 3689114"/>
              <a:gd name="connsiteY3219" fmla="*/ 495886 h 2607908"/>
              <a:gd name="connsiteX3220" fmla="*/ 1326080 w 3689114"/>
              <a:gd name="connsiteY3220" fmla="*/ 495886 h 2607908"/>
              <a:gd name="connsiteX3221" fmla="*/ 1330453 w 3689114"/>
              <a:gd name="connsiteY3221" fmla="*/ 500254 h 2607908"/>
              <a:gd name="connsiteX3222" fmla="*/ 1326080 w 3689114"/>
              <a:gd name="connsiteY3222" fmla="*/ 504627 h 2607908"/>
              <a:gd name="connsiteX3223" fmla="*/ 1321708 w 3689114"/>
              <a:gd name="connsiteY3223" fmla="*/ 500254 h 2607908"/>
              <a:gd name="connsiteX3224" fmla="*/ 1326080 w 3689114"/>
              <a:gd name="connsiteY3224" fmla="*/ 495886 h 2607908"/>
              <a:gd name="connsiteX3225" fmla="*/ 2247817 w 3689114"/>
              <a:gd name="connsiteY3225" fmla="*/ 495421 h 2607908"/>
              <a:gd name="connsiteX3226" fmla="*/ 2252654 w 3689114"/>
              <a:gd name="connsiteY3226" fmla="*/ 500254 h 2607908"/>
              <a:gd name="connsiteX3227" fmla="*/ 2247817 w 3689114"/>
              <a:gd name="connsiteY3227" fmla="*/ 505095 h 2607908"/>
              <a:gd name="connsiteX3228" fmla="*/ 2242979 w 3689114"/>
              <a:gd name="connsiteY3228" fmla="*/ 500254 h 2607908"/>
              <a:gd name="connsiteX3229" fmla="*/ 2247817 w 3689114"/>
              <a:gd name="connsiteY3229" fmla="*/ 495421 h 2607908"/>
              <a:gd name="connsiteX3230" fmla="*/ 1441298 w 3689114"/>
              <a:gd name="connsiteY3230" fmla="*/ 495421 h 2607908"/>
              <a:gd name="connsiteX3231" fmla="*/ 1446135 w 3689114"/>
              <a:gd name="connsiteY3231" fmla="*/ 500254 h 2607908"/>
              <a:gd name="connsiteX3232" fmla="*/ 1441298 w 3689114"/>
              <a:gd name="connsiteY3232" fmla="*/ 505093 h 2607908"/>
              <a:gd name="connsiteX3233" fmla="*/ 1436460 w 3689114"/>
              <a:gd name="connsiteY3233" fmla="*/ 500254 h 2607908"/>
              <a:gd name="connsiteX3234" fmla="*/ 1441298 w 3689114"/>
              <a:gd name="connsiteY3234" fmla="*/ 495421 h 2607908"/>
              <a:gd name="connsiteX3235" fmla="*/ 2132600 w 3689114"/>
              <a:gd name="connsiteY3235" fmla="*/ 495127 h 2607908"/>
              <a:gd name="connsiteX3236" fmla="*/ 2137727 w 3689114"/>
              <a:gd name="connsiteY3236" fmla="*/ 500254 h 2607908"/>
              <a:gd name="connsiteX3237" fmla="*/ 2132600 w 3689114"/>
              <a:gd name="connsiteY3237" fmla="*/ 505385 h 2607908"/>
              <a:gd name="connsiteX3238" fmla="*/ 2127472 w 3689114"/>
              <a:gd name="connsiteY3238" fmla="*/ 500254 h 2607908"/>
              <a:gd name="connsiteX3239" fmla="*/ 2132600 w 3689114"/>
              <a:gd name="connsiteY3239" fmla="*/ 495127 h 2607908"/>
              <a:gd name="connsiteX3240" fmla="*/ 1556514 w 3689114"/>
              <a:gd name="connsiteY3240" fmla="*/ 495127 h 2607908"/>
              <a:gd name="connsiteX3241" fmla="*/ 1561642 w 3689114"/>
              <a:gd name="connsiteY3241" fmla="*/ 500254 h 2607908"/>
              <a:gd name="connsiteX3242" fmla="*/ 1556514 w 3689114"/>
              <a:gd name="connsiteY3242" fmla="*/ 505385 h 2607908"/>
              <a:gd name="connsiteX3243" fmla="*/ 1551387 w 3689114"/>
              <a:gd name="connsiteY3243" fmla="*/ 500254 h 2607908"/>
              <a:gd name="connsiteX3244" fmla="*/ 1556514 w 3689114"/>
              <a:gd name="connsiteY3244" fmla="*/ 495127 h 2607908"/>
              <a:gd name="connsiteX3245" fmla="*/ 2017383 w 3689114"/>
              <a:gd name="connsiteY3245" fmla="*/ 494930 h 2607908"/>
              <a:gd name="connsiteX3246" fmla="*/ 2022708 w 3689114"/>
              <a:gd name="connsiteY3246" fmla="*/ 500254 h 2607908"/>
              <a:gd name="connsiteX3247" fmla="*/ 2017383 w 3689114"/>
              <a:gd name="connsiteY3247" fmla="*/ 505582 h 2607908"/>
              <a:gd name="connsiteX3248" fmla="*/ 2012057 w 3689114"/>
              <a:gd name="connsiteY3248" fmla="*/ 500254 h 2607908"/>
              <a:gd name="connsiteX3249" fmla="*/ 2017383 w 3689114"/>
              <a:gd name="connsiteY3249" fmla="*/ 494930 h 2607908"/>
              <a:gd name="connsiteX3250" fmla="*/ 1671732 w 3689114"/>
              <a:gd name="connsiteY3250" fmla="*/ 494930 h 2607908"/>
              <a:gd name="connsiteX3251" fmla="*/ 1677057 w 3689114"/>
              <a:gd name="connsiteY3251" fmla="*/ 500254 h 2607908"/>
              <a:gd name="connsiteX3252" fmla="*/ 1671732 w 3689114"/>
              <a:gd name="connsiteY3252" fmla="*/ 505582 h 2607908"/>
              <a:gd name="connsiteX3253" fmla="*/ 1666406 w 3689114"/>
              <a:gd name="connsiteY3253" fmla="*/ 500254 h 2607908"/>
              <a:gd name="connsiteX3254" fmla="*/ 1671732 w 3689114"/>
              <a:gd name="connsiteY3254" fmla="*/ 494930 h 2607908"/>
              <a:gd name="connsiteX3255" fmla="*/ 1902166 w 3689114"/>
              <a:gd name="connsiteY3255" fmla="*/ 494828 h 2607908"/>
              <a:gd name="connsiteX3256" fmla="*/ 1907591 w 3689114"/>
              <a:gd name="connsiteY3256" fmla="*/ 500254 h 2607908"/>
              <a:gd name="connsiteX3257" fmla="*/ 1902166 w 3689114"/>
              <a:gd name="connsiteY3257" fmla="*/ 505680 h 2607908"/>
              <a:gd name="connsiteX3258" fmla="*/ 1896740 w 3689114"/>
              <a:gd name="connsiteY3258" fmla="*/ 500254 h 2607908"/>
              <a:gd name="connsiteX3259" fmla="*/ 1902166 w 3689114"/>
              <a:gd name="connsiteY3259" fmla="*/ 494828 h 2607908"/>
              <a:gd name="connsiteX3260" fmla="*/ 1786949 w 3689114"/>
              <a:gd name="connsiteY3260" fmla="*/ 494828 h 2607908"/>
              <a:gd name="connsiteX3261" fmla="*/ 1792374 w 3689114"/>
              <a:gd name="connsiteY3261" fmla="*/ 500254 h 2607908"/>
              <a:gd name="connsiteX3262" fmla="*/ 1786949 w 3689114"/>
              <a:gd name="connsiteY3262" fmla="*/ 505680 h 2607908"/>
              <a:gd name="connsiteX3263" fmla="*/ 1781522 w 3689114"/>
              <a:gd name="connsiteY3263" fmla="*/ 500254 h 2607908"/>
              <a:gd name="connsiteX3264" fmla="*/ 1786949 w 3689114"/>
              <a:gd name="connsiteY3264" fmla="*/ 494828 h 2607908"/>
              <a:gd name="connsiteX3265" fmla="*/ 2996727 w 3689114"/>
              <a:gd name="connsiteY3265" fmla="*/ 399242 h 2607908"/>
              <a:gd name="connsiteX3266" fmla="*/ 2997955 w 3689114"/>
              <a:gd name="connsiteY3266" fmla="*/ 400472 h 2607908"/>
              <a:gd name="connsiteX3267" fmla="*/ 2996727 w 3689114"/>
              <a:gd name="connsiteY3267" fmla="*/ 401698 h 2607908"/>
              <a:gd name="connsiteX3268" fmla="*/ 2995500 w 3689114"/>
              <a:gd name="connsiteY3268" fmla="*/ 400472 h 2607908"/>
              <a:gd name="connsiteX3269" fmla="*/ 2996727 w 3689114"/>
              <a:gd name="connsiteY3269" fmla="*/ 399242 h 2607908"/>
              <a:gd name="connsiteX3270" fmla="*/ 692388 w 3689114"/>
              <a:gd name="connsiteY3270" fmla="*/ 399242 h 2607908"/>
              <a:gd name="connsiteX3271" fmla="*/ 693615 w 3689114"/>
              <a:gd name="connsiteY3271" fmla="*/ 400469 h 2607908"/>
              <a:gd name="connsiteX3272" fmla="*/ 692388 w 3689114"/>
              <a:gd name="connsiteY3272" fmla="*/ 401695 h 2607908"/>
              <a:gd name="connsiteX3273" fmla="*/ 691160 w 3689114"/>
              <a:gd name="connsiteY3273" fmla="*/ 400469 h 2607908"/>
              <a:gd name="connsiteX3274" fmla="*/ 692388 w 3689114"/>
              <a:gd name="connsiteY3274" fmla="*/ 399242 h 2607908"/>
              <a:gd name="connsiteX3275" fmla="*/ 2881510 w 3689114"/>
              <a:gd name="connsiteY3275" fmla="*/ 398824 h 2607908"/>
              <a:gd name="connsiteX3276" fmla="*/ 2883159 w 3689114"/>
              <a:gd name="connsiteY3276" fmla="*/ 400472 h 2607908"/>
              <a:gd name="connsiteX3277" fmla="*/ 2881510 w 3689114"/>
              <a:gd name="connsiteY3277" fmla="*/ 402122 h 2607908"/>
              <a:gd name="connsiteX3278" fmla="*/ 2879862 w 3689114"/>
              <a:gd name="connsiteY3278" fmla="*/ 400472 h 2607908"/>
              <a:gd name="connsiteX3279" fmla="*/ 2881510 w 3689114"/>
              <a:gd name="connsiteY3279" fmla="*/ 398824 h 2607908"/>
              <a:gd name="connsiteX3280" fmla="*/ 807603 w 3689114"/>
              <a:gd name="connsiteY3280" fmla="*/ 398822 h 2607908"/>
              <a:gd name="connsiteX3281" fmla="*/ 809252 w 3689114"/>
              <a:gd name="connsiteY3281" fmla="*/ 400472 h 2607908"/>
              <a:gd name="connsiteX3282" fmla="*/ 807603 w 3689114"/>
              <a:gd name="connsiteY3282" fmla="*/ 402119 h 2607908"/>
              <a:gd name="connsiteX3283" fmla="*/ 805955 w 3689114"/>
              <a:gd name="connsiteY3283" fmla="*/ 400472 h 2607908"/>
              <a:gd name="connsiteX3284" fmla="*/ 807603 w 3689114"/>
              <a:gd name="connsiteY3284" fmla="*/ 398822 h 2607908"/>
              <a:gd name="connsiteX3285" fmla="*/ 2766293 w 3689114"/>
              <a:gd name="connsiteY3285" fmla="*/ 398406 h 2607908"/>
              <a:gd name="connsiteX3286" fmla="*/ 2768360 w 3689114"/>
              <a:gd name="connsiteY3286" fmla="*/ 400477 h 2607908"/>
              <a:gd name="connsiteX3287" fmla="*/ 2766293 w 3689114"/>
              <a:gd name="connsiteY3287" fmla="*/ 402540 h 2607908"/>
              <a:gd name="connsiteX3288" fmla="*/ 2764227 w 3689114"/>
              <a:gd name="connsiteY3288" fmla="*/ 400477 h 2607908"/>
              <a:gd name="connsiteX3289" fmla="*/ 2766293 w 3689114"/>
              <a:gd name="connsiteY3289" fmla="*/ 398406 h 2607908"/>
              <a:gd name="connsiteX3290" fmla="*/ 922821 w 3689114"/>
              <a:gd name="connsiteY3290" fmla="*/ 398406 h 2607908"/>
              <a:gd name="connsiteX3291" fmla="*/ 924887 w 3689114"/>
              <a:gd name="connsiteY3291" fmla="*/ 400477 h 2607908"/>
              <a:gd name="connsiteX3292" fmla="*/ 922821 w 3689114"/>
              <a:gd name="connsiteY3292" fmla="*/ 402540 h 2607908"/>
              <a:gd name="connsiteX3293" fmla="*/ 920754 w 3689114"/>
              <a:gd name="connsiteY3293" fmla="*/ 400477 h 2607908"/>
              <a:gd name="connsiteX3294" fmla="*/ 922821 w 3689114"/>
              <a:gd name="connsiteY3294" fmla="*/ 398406 h 2607908"/>
              <a:gd name="connsiteX3295" fmla="*/ 2651076 w 3689114"/>
              <a:gd name="connsiteY3295" fmla="*/ 398013 h 2607908"/>
              <a:gd name="connsiteX3296" fmla="*/ 2653537 w 3689114"/>
              <a:gd name="connsiteY3296" fmla="*/ 400477 h 2607908"/>
              <a:gd name="connsiteX3297" fmla="*/ 2651076 w 3689114"/>
              <a:gd name="connsiteY3297" fmla="*/ 402933 h 2607908"/>
              <a:gd name="connsiteX3298" fmla="*/ 2648616 w 3689114"/>
              <a:gd name="connsiteY3298" fmla="*/ 400477 h 2607908"/>
              <a:gd name="connsiteX3299" fmla="*/ 2651076 w 3689114"/>
              <a:gd name="connsiteY3299" fmla="*/ 398013 h 2607908"/>
              <a:gd name="connsiteX3300" fmla="*/ 1038038 w 3689114"/>
              <a:gd name="connsiteY3300" fmla="*/ 397942 h 2607908"/>
              <a:gd name="connsiteX3301" fmla="*/ 1040568 w 3689114"/>
              <a:gd name="connsiteY3301" fmla="*/ 400477 h 2607908"/>
              <a:gd name="connsiteX3302" fmla="*/ 1038038 w 3689114"/>
              <a:gd name="connsiteY3302" fmla="*/ 403005 h 2607908"/>
              <a:gd name="connsiteX3303" fmla="*/ 1035508 w 3689114"/>
              <a:gd name="connsiteY3303" fmla="*/ 400477 h 2607908"/>
              <a:gd name="connsiteX3304" fmla="*/ 1038038 w 3689114"/>
              <a:gd name="connsiteY3304" fmla="*/ 397942 h 2607908"/>
              <a:gd name="connsiteX3305" fmla="*/ 2535859 w 3689114"/>
              <a:gd name="connsiteY3305" fmla="*/ 397509 h 2607908"/>
              <a:gd name="connsiteX3306" fmla="*/ 2538822 w 3689114"/>
              <a:gd name="connsiteY3306" fmla="*/ 400477 h 2607908"/>
              <a:gd name="connsiteX3307" fmla="*/ 2535859 w 3689114"/>
              <a:gd name="connsiteY3307" fmla="*/ 403436 h 2607908"/>
              <a:gd name="connsiteX3308" fmla="*/ 2532896 w 3689114"/>
              <a:gd name="connsiteY3308" fmla="*/ 400477 h 2607908"/>
              <a:gd name="connsiteX3309" fmla="*/ 2535859 w 3689114"/>
              <a:gd name="connsiteY3309" fmla="*/ 397509 h 2607908"/>
              <a:gd name="connsiteX3310" fmla="*/ 1153255 w 3689114"/>
              <a:gd name="connsiteY3310" fmla="*/ 397509 h 2607908"/>
              <a:gd name="connsiteX3311" fmla="*/ 1156218 w 3689114"/>
              <a:gd name="connsiteY3311" fmla="*/ 400477 h 2607908"/>
              <a:gd name="connsiteX3312" fmla="*/ 1153255 w 3689114"/>
              <a:gd name="connsiteY3312" fmla="*/ 403436 h 2607908"/>
              <a:gd name="connsiteX3313" fmla="*/ 1150292 w 3689114"/>
              <a:gd name="connsiteY3313" fmla="*/ 400477 h 2607908"/>
              <a:gd name="connsiteX3314" fmla="*/ 1153255 w 3689114"/>
              <a:gd name="connsiteY3314" fmla="*/ 397509 h 2607908"/>
              <a:gd name="connsiteX3315" fmla="*/ 2420642 w 3689114"/>
              <a:gd name="connsiteY3315" fmla="*/ 397124 h 2607908"/>
              <a:gd name="connsiteX3316" fmla="*/ 2423993 w 3689114"/>
              <a:gd name="connsiteY3316" fmla="*/ 400477 h 2607908"/>
              <a:gd name="connsiteX3317" fmla="*/ 2420642 w 3689114"/>
              <a:gd name="connsiteY3317" fmla="*/ 403827 h 2607908"/>
              <a:gd name="connsiteX3318" fmla="*/ 2417292 w 3689114"/>
              <a:gd name="connsiteY3318" fmla="*/ 400477 h 2607908"/>
              <a:gd name="connsiteX3319" fmla="*/ 2420642 w 3689114"/>
              <a:gd name="connsiteY3319" fmla="*/ 397124 h 2607908"/>
              <a:gd name="connsiteX3320" fmla="*/ 1268471 w 3689114"/>
              <a:gd name="connsiteY3320" fmla="*/ 397124 h 2607908"/>
              <a:gd name="connsiteX3321" fmla="*/ 1271822 w 3689114"/>
              <a:gd name="connsiteY3321" fmla="*/ 400477 h 2607908"/>
              <a:gd name="connsiteX3322" fmla="*/ 1268471 w 3689114"/>
              <a:gd name="connsiteY3322" fmla="*/ 403827 h 2607908"/>
              <a:gd name="connsiteX3323" fmla="*/ 1265121 w 3689114"/>
              <a:gd name="connsiteY3323" fmla="*/ 400477 h 2607908"/>
              <a:gd name="connsiteX3324" fmla="*/ 1268471 w 3689114"/>
              <a:gd name="connsiteY3324" fmla="*/ 397124 h 2607908"/>
              <a:gd name="connsiteX3325" fmla="*/ 2305425 w 3689114"/>
              <a:gd name="connsiteY3325" fmla="*/ 396796 h 2607908"/>
              <a:gd name="connsiteX3326" fmla="*/ 2309101 w 3689114"/>
              <a:gd name="connsiteY3326" fmla="*/ 400477 h 2607908"/>
              <a:gd name="connsiteX3327" fmla="*/ 2305425 w 3689114"/>
              <a:gd name="connsiteY3327" fmla="*/ 404150 h 2607908"/>
              <a:gd name="connsiteX3328" fmla="*/ 2301749 w 3689114"/>
              <a:gd name="connsiteY3328" fmla="*/ 400477 h 2607908"/>
              <a:gd name="connsiteX3329" fmla="*/ 2305425 w 3689114"/>
              <a:gd name="connsiteY3329" fmla="*/ 396796 h 2607908"/>
              <a:gd name="connsiteX3330" fmla="*/ 1383689 w 3689114"/>
              <a:gd name="connsiteY3330" fmla="*/ 396796 h 2607908"/>
              <a:gd name="connsiteX3331" fmla="*/ 1387366 w 3689114"/>
              <a:gd name="connsiteY3331" fmla="*/ 400477 h 2607908"/>
              <a:gd name="connsiteX3332" fmla="*/ 1383689 w 3689114"/>
              <a:gd name="connsiteY3332" fmla="*/ 404150 h 2607908"/>
              <a:gd name="connsiteX3333" fmla="*/ 1380013 w 3689114"/>
              <a:gd name="connsiteY3333" fmla="*/ 400477 h 2607908"/>
              <a:gd name="connsiteX3334" fmla="*/ 1383689 w 3689114"/>
              <a:gd name="connsiteY3334" fmla="*/ 396796 h 2607908"/>
              <a:gd name="connsiteX3335" fmla="*/ 2190208 w 3689114"/>
              <a:gd name="connsiteY3335" fmla="*/ 396457 h 2607908"/>
              <a:gd name="connsiteX3336" fmla="*/ 2194225 w 3689114"/>
              <a:gd name="connsiteY3336" fmla="*/ 400477 h 2607908"/>
              <a:gd name="connsiteX3337" fmla="*/ 2190208 w 3689114"/>
              <a:gd name="connsiteY3337" fmla="*/ 404489 h 2607908"/>
              <a:gd name="connsiteX3338" fmla="*/ 2186191 w 3689114"/>
              <a:gd name="connsiteY3338" fmla="*/ 400477 h 2607908"/>
              <a:gd name="connsiteX3339" fmla="*/ 2190208 w 3689114"/>
              <a:gd name="connsiteY3339" fmla="*/ 396457 h 2607908"/>
              <a:gd name="connsiteX3340" fmla="*/ 1498906 w 3689114"/>
              <a:gd name="connsiteY3340" fmla="*/ 396457 h 2607908"/>
              <a:gd name="connsiteX3341" fmla="*/ 1502923 w 3689114"/>
              <a:gd name="connsiteY3341" fmla="*/ 400477 h 2607908"/>
              <a:gd name="connsiteX3342" fmla="*/ 1498906 w 3689114"/>
              <a:gd name="connsiteY3342" fmla="*/ 404489 h 2607908"/>
              <a:gd name="connsiteX3343" fmla="*/ 1494889 w 3689114"/>
              <a:gd name="connsiteY3343" fmla="*/ 400477 h 2607908"/>
              <a:gd name="connsiteX3344" fmla="*/ 1498906 w 3689114"/>
              <a:gd name="connsiteY3344" fmla="*/ 396457 h 2607908"/>
              <a:gd name="connsiteX3345" fmla="*/ 2074991 w 3689114"/>
              <a:gd name="connsiteY3345" fmla="*/ 396190 h 2607908"/>
              <a:gd name="connsiteX3346" fmla="*/ 2079273 w 3689114"/>
              <a:gd name="connsiteY3346" fmla="*/ 400477 h 2607908"/>
              <a:gd name="connsiteX3347" fmla="*/ 2074991 w 3689114"/>
              <a:gd name="connsiteY3347" fmla="*/ 404757 h 2607908"/>
              <a:gd name="connsiteX3348" fmla="*/ 2070709 w 3689114"/>
              <a:gd name="connsiteY3348" fmla="*/ 400477 h 2607908"/>
              <a:gd name="connsiteX3349" fmla="*/ 2074991 w 3689114"/>
              <a:gd name="connsiteY3349" fmla="*/ 396190 h 2607908"/>
              <a:gd name="connsiteX3350" fmla="*/ 1614123 w 3689114"/>
              <a:gd name="connsiteY3350" fmla="*/ 396190 h 2607908"/>
              <a:gd name="connsiteX3351" fmla="*/ 1618405 w 3689114"/>
              <a:gd name="connsiteY3351" fmla="*/ 400477 h 2607908"/>
              <a:gd name="connsiteX3352" fmla="*/ 1614123 w 3689114"/>
              <a:gd name="connsiteY3352" fmla="*/ 404757 h 2607908"/>
              <a:gd name="connsiteX3353" fmla="*/ 1609841 w 3689114"/>
              <a:gd name="connsiteY3353" fmla="*/ 400477 h 2607908"/>
              <a:gd name="connsiteX3354" fmla="*/ 1614123 w 3689114"/>
              <a:gd name="connsiteY3354" fmla="*/ 396190 h 2607908"/>
              <a:gd name="connsiteX3355" fmla="*/ 1959774 w 3689114"/>
              <a:gd name="connsiteY3355" fmla="*/ 396099 h 2607908"/>
              <a:gd name="connsiteX3356" fmla="*/ 1964146 w 3689114"/>
              <a:gd name="connsiteY3356" fmla="*/ 400477 h 2607908"/>
              <a:gd name="connsiteX3357" fmla="*/ 1959774 w 3689114"/>
              <a:gd name="connsiteY3357" fmla="*/ 404847 h 2607908"/>
              <a:gd name="connsiteX3358" fmla="*/ 1955401 w 3689114"/>
              <a:gd name="connsiteY3358" fmla="*/ 400477 h 2607908"/>
              <a:gd name="connsiteX3359" fmla="*/ 1959774 w 3689114"/>
              <a:gd name="connsiteY3359" fmla="*/ 396099 h 2607908"/>
              <a:gd name="connsiteX3360" fmla="*/ 1729340 w 3689114"/>
              <a:gd name="connsiteY3360" fmla="*/ 396099 h 2607908"/>
              <a:gd name="connsiteX3361" fmla="*/ 1733713 w 3689114"/>
              <a:gd name="connsiteY3361" fmla="*/ 400477 h 2607908"/>
              <a:gd name="connsiteX3362" fmla="*/ 1729340 w 3689114"/>
              <a:gd name="connsiteY3362" fmla="*/ 404847 h 2607908"/>
              <a:gd name="connsiteX3363" fmla="*/ 1724968 w 3689114"/>
              <a:gd name="connsiteY3363" fmla="*/ 400477 h 2607908"/>
              <a:gd name="connsiteX3364" fmla="*/ 1729340 w 3689114"/>
              <a:gd name="connsiteY3364" fmla="*/ 396099 h 2607908"/>
              <a:gd name="connsiteX3365" fmla="*/ 1844557 w 3689114"/>
              <a:gd name="connsiteY3365" fmla="*/ 396010 h 2607908"/>
              <a:gd name="connsiteX3366" fmla="*/ 1849021 w 3689114"/>
              <a:gd name="connsiteY3366" fmla="*/ 400477 h 2607908"/>
              <a:gd name="connsiteX3367" fmla="*/ 1844557 w 3689114"/>
              <a:gd name="connsiteY3367" fmla="*/ 404934 h 2607908"/>
              <a:gd name="connsiteX3368" fmla="*/ 1840093 w 3689114"/>
              <a:gd name="connsiteY3368" fmla="*/ 400477 h 2607908"/>
              <a:gd name="connsiteX3369" fmla="*/ 1844557 w 3689114"/>
              <a:gd name="connsiteY3369" fmla="*/ 396010 h 2607908"/>
              <a:gd name="connsiteX3370" fmla="*/ 2823902 w 3689114"/>
              <a:gd name="connsiteY3370" fmla="*/ 299312 h 2607908"/>
              <a:gd name="connsiteX3371" fmla="*/ 2825281 w 3689114"/>
              <a:gd name="connsiteY3371" fmla="*/ 300691 h 2607908"/>
              <a:gd name="connsiteX3372" fmla="*/ 2823902 w 3689114"/>
              <a:gd name="connsiteY3372" fmla="*/ 302071 h 2607908"/>
              <a:gd name="connsiteX3373" fmla="*/ 2822524 w 3689114"/>
              <a:gd name="connsiteY3373" fmla="*/ 300691 h 2607908"/>
              <a:gd name="connsiteX3374" fmla="*/ 2823902 w 3689114"/>
              <a:gd name="connsiteY3374" fmla="*/ 299312 h 2607908"/>
              <a:gd name="connsiteX3375" fmla="*/ 865213 w 3689114"/>
              <a:gd name="connsiteY3375" fmla="*/ 299312 h 2607908"/>
              <a:gd name="connsiteX3376" fmla="*/ 866591 w 3689114"/>
              <a:gd name="connsiteY3376" fmla="*/ 300691 h 2607908"/>
              <a:gd name="connsiteX3377" fmla="*/ 865213 w 3689114"/>
              <a:gd name="connsiteY3377" fmla="*/ 302069 h 2607908"/>
              <a:gd name="connsiteX3378" fmla="*/ 863834 w 3689114"/>
              <a:gd name="connsiteY3378" fmla="*/ 300691 h 2607908"/>
              <a:gd name="connsiteX3379" fmla="*/ 865213 w 3689114"/>
              <a:gd name="connsiteY3379" fmla="*/ 299312 h 2607908"/>
              <a:gd name="connsiteX3380" fmla="*/ 2708685 w 3689114"/>
              <a:gd name="connsiteY3380" fmla="*/ 298985 h 2607908"/>
              <a:gd name="connsiteX3381" fmla="*/ 2710391 w 3689114"/>
              <a:gd name="connsiteY3381" fmla="*/ 300691 h 2607908"/>
              <a:gd name="connsiteX3382" fmla="*/ 2708685 w 3689114"/>
              <a:gd name="connsiteY3382" fmla="*/ 302397 h 2607908"/>
              <a:gd name="connsiteX3383" fmla="*/ 2706980 w 3689114"/>
              <a:gd name="connsiteY3383" fmla="*/ 300691 h 2607908"/>
              <a:gd name="connsiteX3384" fmla="*/ 2708685 w 3689114"/>
              <a:gd name="connsiteY3384" fmla="*/ 298985 h 2607908"/>
              <a:gd name="connsiteX3385" fmla="*/ 980430 w 3689114"/>
              <a:gd name="connsiteY3385" fmla="*/ 298985 h 2607908"/>
              <a:gd name="connsiteX3386" fmla="*/ 982135 w 3689114"/>
              <a:gd name="connsiteY3386" fmla="*/ 300691 h 2607908"/>
              <a:gd name="connsiteX3387" fmla="*/ 980430 w 3689114"/>
              <a:gd name="connsiteY3387" fmla="*/ 302396 h 2607908"/>
              <a:gd name="connsiteX3388" fmla="*/ 978724 w 3689114"/>
              <a:gd name="connsiteY3388" fmla="*/ 300691 h 2607908"/>
              <a:gd name="connsiteX3389" fmla="*/ 980430 w 3689114"/>
              <a:gd name="connsiteY3389" fmla="*/ 298985 h 2607908"/>
              <a:gd name="connsiteX3390" fmla="*/ 2593468 w 3689114"/>
              <a:gd name="connsiteY3390" fmla="*/ 298626 h 2607908"/>
              <a:gd name="connsiteX3391" fmla="*/ 2595535 w 3689114"/>
              <a:gd name="connsiteY3391" fmla="*/ 300691 h 2607908"/>
              <a:gd name="connsiteX3392" fmla="*/ 2593468 w 3689114"/>
              <a:gd name="connsiteY3392" fmla="*/ 302756 h 2607908"/>
              <a:gd name="connsiteX3393" fmla="*/ 2591402 w 3689114"/>
              <a:gd name="connsiteY3393" fmla="*/ 300691 h 2607908"/>
              <a:gd name="connsiteX3394" fmla="*/ 2593468 w 3689114"/>
              <a:gd name="connsiteY3394" fmla="*/ 298626 h 2607908"/>
              <a:gd name="connsiteX3395" fmla="*/ 1095647 w 3689114"/>
              <a:gd name="connsiteY3395" fmla="*/ 298626 h 2607908"/>
              <a:gd name="connsiteX3396" fmla="*/ 1097713 w 3689114"/>
              <a:gd name="connsiteY3396" fmla="*/ 300691 h 2607908"/>
              <a:gd name="connsiteX3397" fmla="*/ 1095647 w 3689114"/>
              <a:gd name="connsiteY3397" fmla="*/ 302756 h 2607908"/>
              <a:gd name="connsiteX3398" fmla="*/ 1093581 w 3689114"/>
              <a:gd name="connsiteY3398" fmla="*/ 300691 h 2607908"/>
              <a:gd name="connsiteX3399" fmla="*/ 1095647 w 3689114"/>
              <a:gd name="connsiteY3399" fmla="*/ 298626 h 2607908"/>
              <a:gd name="connsiteX3400" fmla="*/ 2478251 w 3689114"/>
              <a:gd name="connsiteY3400" fmla="*/ 298304 h 2607908"/>
              <a:gd name="connsiteX3401" fmla="*/ 2480644 w 3689114"/>
              <a:gd name="connsiteY3401" fmla="*/ 300691 h 2607908"/>
              <a:gd name="connsiteX3402" fmla="*/ 2478251 w 3689114"/>
              <a:gd name="connsiteY3402" fmla="*/ 303084 h 2607908"/>
              <a:gd name="connsiteX3403" fmla="*/ 2475858 w 3689114"/>
              <a:gd name="connsiteY3403" fmla="*/ 300691 h 2607908"/>
              <a:gd name="connsiteX3404" fmla="*/ 2478251 w 3689114"/>
              <a:gd name="connsiteY3404" fmla="*/ 298304 h 2607908"/>
              <a:gd name="connsiteX3405" fmla="*/ 1210863 w 3689114"/>
              <a:gd name="connsiteY3405" fmla="*/ 298304 h 2607908"/>
              <a:gd name="connsiteX3406" fmla="*/ 1213256 w 3689114"/>
              <a:gd name="connsiteY3406" fmla="*/ 300691 h 2607908"/>
              <a:gd name="connsiteX3407" fmla="*/ 1210863 w 3689114"/>
              <a:gd name="connsiteY3407" fmla="*/ 303084 h 2607908"/>
              <a:gd name="connsiteX3408" fmla="*/ 1208470 w 3689114"/>
              <a:gd name="connsiteY3408" fmla="*/ 300691 h 2607908"/>
              <a:gd name="connsiteX3409" fmla="*/ 1210863 w 3689114"/>
              <a:gd name="connsiteY3409" fmla="*/ 298304 h 2607908"/>
              <a:gd name="connsiteX3410" fmla="*/ 2363034 w 3689114"/>
              <a:gd name="connsiteY3410" fmla="*/ 297949 h 2607908"/>
              <a:gd name="connsiteX3411" fmla="*/ 2365776 w 3689114"/>
              <a:gd name="connsiteY3411" fmla="*/ 300691 h 2607908"/>
              <a:gd name="connsiteX3412" fmla="*/ 2363034 w 3689114"/>
              <a:gd name="connsiteY3412" fmla="*/ 303433 h 2607908"/>
              <a:gd name="connsiteX3413" fmla="*/ 2360291 w 3689114"/>
              <a:gd name="connsiteY3413" fmla="*/ 300691 h 2607908"/>
              <a:gd name="connsiteX3414" fmla="*/ 2363034 w 3689114"/>
              <a:gd name="connsiteY3414" fmla="*/ 297949 h 2607908"/>
              <a:gd name="connsiteX3415" fmla="*/ 1326081 w 3689114"/>
              <a:gd name="connsiteY3415" fmla="*/ 297949 h 2607908"/>
              <a:gd name="connsiteX3416" fmla="*/ 1328823 w 3689114"/>
              <a:gd name="connsiteY3416" fmla="*/ 300691 h 2607908"/>
              <a:gd name="connsiteX3417" fmla="*/ 1326081 w 3689114"/>
              <a:gd name="connsiteY3417" fmla="*/ 303433 h 2607908"/>
              <a:gd name="connsiteX3418" fmla="*/ 1323338 w 3689114"/>
              <a:gd name="connsiteY3418" fmla="*/ 300691 h 2607908"/>
              <a:gd name="connsiteX3419" fmla="*/ 1326081 w 3689114"/>
              <a:gd name="connsiteY3419" fmla="*/ 297949 h 2607908"/>
              <a:gd name="connsiteX3420" fmla="*/ 2247817 w 3689114"/>
              <a:gd name="connsiteY3420" fmla="*/ 297653 h 2607908"/>
              <a:gd name="connsiteX3421" fmla="*/ 2250856 w 3689114"/>
              <a:gd name="connsiteY3421" fmla="*/ 300691 h 2607908"/>
              <a:gd name="connsiteX3422" fmla="*/ 2247817 w 3689114"/>
              <a:gd name="connsiteY3422" fmla="*/ 303728 h 2607908"/>
              <a:gd name="connsiteX3423" fmla="*/ 2244778 w 3689114"/>
              <a:gd name="connsiteY3423" fmla="*/ 300691 h 2607908"/>
              <a:gd name="connsiteX3424" fmla="*/ 2247817 w 3689114"/>
              <a:gd name="connsiteY3424" fmla="*/ 297653 h 2607908"/>
              <a:gd name="connsiteX3425" fmla="*/ 1441297 w 3689114"/>
              <a:gd name="connsiteY3425" fmla="*/ 297653 h 2607908"/>
              <a:gd name="connsiteX3426" fmla="*/ 1444337 w 3689114"/>
              <a:gd name="connsiteY3426" fmla="*/ 300691 h 2607908"/>
              <a:gd name="connsiteX3427" fmla="*/ 1441297 w 3689114"/>
              <a:gd name="connsiteY3427" fmla="*/ 303728 h 2607908"/>
              <a:gd name="connsiteX3428" fmla="*/ 1438258 w 3689114"/>
              <a:gd name="connsiteY3428" fmla="*/ 300691 h 2607908"/>
              <a:gd name="connsiteX3429" fmla="*/ 1441297 w 3689114"/>
              <a:gd name="connsiteY3429" fmla="*/ 297653 h 2607908"/>
              <a:gd name="connsiteX3430" fmla="*/ 2132600 w 3689114"/>
              <a:gd name="connsiteY3430" fmla="*/ 297419 h 2607908"/>
              <a:gd name="connsiteX3431" fmla="*/ 2135870 w 3689114"/>
              <a:gd name="connsiteY3431" fmla="*/ 300691 h 2607908"/>
              <a:gd name="connsiteX3432" fmla="*/ 2132600 w 3689114"/>
              <a:gd name="connsiteY3432" fmla="*/ 303963 h 2607908"/>
              <a:gd name="connsiteX3433" fmla="*/ 2129328 w 3689114"/>
              <a:gd name="connsiteY3433" fmla="*/ 300691 h 2607908"/>
              <a:gd name="connsiteX3434" fmla="*/ 2132600 w 3689114"/>
              <a:gd name="connsiteY3434" fmla="*/ 297419 h 2607908"/>
              <a:gd name="connsiteX3435" fmla="*/ 1556515 w 3689114"/>
              <a:gd name="connsiteY3435" fmla="*/ 297419 h 2607908"/>
              <a:gd name="connsiteX3436" fmla="*/ 1559786 w 3689114"/>
              <a:gd name="connsiteY3436" fmla="*/ 300691 h 2607908"/>
              <a:gd name="connsiteX3437" fmla="*/ 1556515 w 3689114"/>
              <a:gd name="connsiteY3437" fmla="*/ 303963 h 2607908"/>
              <a:gd name="connsiteX3438" fmla="*/ 1553244 w 3689114"/>
              <a:gd name="connsiteY3438" fmla="*/ 300691 h 2607908"/>
              <a:gd name="connsiteX3439" fmla="*/ 1556515 w 3689114"/>
              <a:gd name="connsiteY3439" fmla="*/ 297419 h 2607908"/>
              <a:gd name="connsiteX3440" fmla="*/ 2017383 w 3689114"/>
              <a:gd name="connsiteY3440" fmla="*/ 297258 h 2607908"/>
              <a:gd name="connsiteX3441" fmla="*/ 2020814 w 3689114"/>
              <a:gd name="connsiteY3441" fmla="*/ 300691 h 2607908"/>
              <a:gd name="connsiteX3442" fmla="*/ 2017383 w 3689114"/>
              <a:gd name="connsiteY3442" fmla="*/ 304122 h 2607908"/>
              <a:gd name="connsiteX3443" fmla="*/ 2013953 w 3689114"/>
              <a:gd name="connsiteY3443" fmla="*/ 300691 h 2607908"/>
              <a:gd name="connsiteX3444" fmla="*/ 2017383 w 3689114"/>
              <a:gd name="connsiteY3444" fmla="*/ 297258 h 2607908"/>
              <a:gd name="connsiteX3445" fmla="*/ 1671732 w 3689114"/>
              <a:gd name="connsiteY3445" fmla="*/ 297258 h 2607908"/>
              <a:gd name="connsiteX3446" fmla="*/ 1675162 w 3689114"/>
              <a:gd name="connsiteY3446" fmla="*/ 300691 h 2607908"/>
              <a:gd name="connsiteX3447" fmla="*/ 1671732 w 3689114"/>
              <a:gd name="connsiteY3447" fmla="*/ 304122 h 2607908"/>
              <a:gd name="connsiteX3448" fmla="*/ 1668301 w 3689114"/>
              <a:gd name="connsiteY3448" fmla="*/ 300691 h 2607908"/>
              <a:gd name="connsiteX3449" fmla="*/ 1671732 w 3689114"/>
              <a:gd name="connsiteY3449" fmla="*/ 297258 h 2607908"/>
              <a:gd name="connsiteX3450" fmla="*/ 1902166 w 3689114"/>
              <a:gd name="connsiteY3450" fmla="*/ 297180 h 2607908"/>
              <a:gd name="connsiteX3451" fmla="*/ 1905677 w 3689114"/>
              <a:gd name="connsiteY3451" fmla="*/ 300691 h 2607908"/>
              <a:gd name="connsiteX3452" fmla="*/ 1902166 w 3689114"/>
              <a:gd name="connsiteY3452" fmla="*/ 304201 h 2607908"/>
              <a:gd name="connsiteX3453" fmla="*/ 1898654 w 3689114"/>
              <a:gd name="connsiteY3453" fmla="*/ 300691 h 2607908"/>
              <a:gd name="connsiteX3454" fmla="*/ 1902166 w 3689114"/>
              <a:gd name="connsiteY3454" fmla="*/ 297180 h 2607908"/>
              <a:gd name="connsiteX3455" fmla="*/ 1786949 w 3689114"/>
              <a:gd name="connsiteY3455" fmla="*/ 297180 h 2607908"/>
              <a:gd name="connsiteX3456" fmla="*/ 1790460 w 3689114"/>
              <a:gd name="connsiteY3456" fmla="*/ 300691 h 2607908"/>
              <a:gd name="connsiteX3457" fmla="*/ 1786949 w 3689114"/>
              <a:gd name="connsiteY3457" fmla="*/ 304201 h 2607908"/>
              <a:gd name="connsiteX3458" fmla="*/ 1783437 w 3689114"/>
              <a:gd name="connsiteY3458" fmla="*/ 300691 h 2607908"/>
              <a:gd name="connsiteX3459" fmla="*/ 1786949 w 3689114"/>
              <a:gd name="connsiteY3459" fmla="*/ 297180 h 2607908"/>
              <a:gd name="connsiteX3460" fmla="*/ 2766293 w 3689114"/>
              <a:gd name="connsiteY3460" fmla="*/ 199820 h 2607908"/>
              <a:gd name="connsiteX3461" fmla="*/ 2767378 w 3689114"/>
              <a:gd name="connsiteY3461" fmla="*/ 200905 h 2607908"/>
              <a:gd name="connsiteX3462" fmla="*/ 2766293 w 3689114"/>
              <a:gd name="connsiteY3462" fmla="*/ 201990 h 2607908"/>
              <a:gd name="connsiteX3463" fmla="*/ 2765208 w 3689114"/>
              <a:gd name="connsiteY3463" fmla="*/ 200905 h 2607908"/>
              <a:gd name="connsiteX3464" fmla="*/ 2766293 w 3689114"/>
              <a:gd name="connsiteY3464" fmla="*/ 199820 h 2607908"/>
              <a:gd name="connsiteX3465" fmla="*/ 922821 w 3689114"/>
              <a:gd name="connsiteY3465" fmla="*/ 199820 h 2607908"/>
              <a:gd name="connsiteX3466" fmla="*/ 923906 w 3689114"/>
              <a:gd name="connsiteY3466" fmla="*/ 200905 h 2607908"/>
              <a:gd name="connsiteX3467" fmla="*/ 922821 w 3689114"/>
              <a:gd name="connsiteY3467" fmla="*/ 201990 h 2607908"/>
              <a:gd name="connsiteX3468" fmla="*/ 921736 w 3689114"/>
              <a:gd name="connsiteY3468" fmla="*/ 200905 h 2607908"/>
              <a:gd name="connsiteX3469" fmla="*/ 922821 w 3689114"/>
              <a:gd name="connsiteY3469" fmla="*/ 199820 h 2607908"/>
              <a:gd name="connsiteX3470" fmla="*/ 2651076 w 3689114"/>
              <a:gd name="connsiteY3470" fmla="*/ 199529 h 2607908"/>
              <a:gd name="connsiteX3471" fmla="*/ 2652455 w 3689114"/>
              <a:gd name="connsiteY3471" fmla="*/ 200908 h 2607908"/>
              <a:gd name="connsiteX3472" fmla="*/ 2651076 w 3689114"/>
              <a:gd name="connsiteY3472" fmla="*/ 202286 h 2607908"/>
              <a:gd name="connsiteX3473" fmla="*/ 2649698 w 3689114"/>
              <a:gd name="connsiteY3473" fmla="*/ 200908 h 2607908"/>
              <a:gd name="connsiteX3474" fmla="*/ 2651076 w 3689114"/>
              <a:gd name="connsiteY3474" fmla="*/ 199529 h 2607908"/>
              <a:gd name="connsiteX3475" fmla="*/ 1038038 w 3689114"/>
              <a:gd name="connsiteY3475" fmla="*/ 199529 h 2607908"/>
              <a:gd name="connsiteX3476" fmla="*/ 1039416 w 3689114"/>
              <a:gd name="connsiteY3476" fmla="*/ 200905 h 2607908"/>
              <a:gd name="connsiteX3477" fmla="*/ 1038038 w 3689114"/>
              <a:gd name="connsiteY3477" fmla="*/ 202286 h 2607908"/>
              <a:gd name="connsiteX3478" fmla="*/ 1036660 w 3689114"/>
              <a:gd name="connsiteY3478" fmla="*/ 200905 h 2607908"/>
              <a:gd name="connsiteX3479" fmla="*/ 1038038 w 3689114"/>
              <a:gd name="connsiteY3479" fmla="*/ 199529 h 2607908"/>
              <a:gd name="connsiteX3480" fmla="*/ 2535860 w 3689114"/>
              <a:gd name="connsiteY3480" fmla="*/ 199257 h 2607908"/>
              <a:gd name="connsiteX3481" fmla="*/ 2537508 w 3689114"/>
              <a:gd name="connsiteY3481" fmla="*/ 200905 h 2607908"/>
              <a:gd name="connsiteX3482" fmla="*/ 2535860 w 3689114"/>
              <a:gd name="connsiteY3482" fmla="*/ 202555 h 2607908"/>
              <a:gd name="connsiteX3483" fmla="*/ 2534211 w 3689114"/>
              <a:gd name="connsiteY3483" fmla="*/ 200905 h 2607908"/>
              <a:gd name="connsiteX3484" fmla="*/ 2535860 w 3689114"/>
              <a:gd name="connsiteY3484" fmla="*/ 199257 h 2607908"/>
              <a:gd name="connsiteX3485" fmla="*/ 1153254 w 3689114"/>
              <a:gd name="connsiteY3485" fmla="*/ 199257 h 2607908"/>
              <a:gd name="connsiteX3486" fmla="*/ 1154903 w 3689114"/>
              <a:gd name="connsiteY3486" fmla="*/ 200905 h 2607908"/>
              <a:gd name="connsiteX3487" fmla="*/ 1153254 w 3689114"/>
              <a:gd name="connsiteY3487" fmla="*/ 202555 h 2607908"/>
              <a:gd name="connsiteX3488" fmla="*/ 1151606 w 3689114"/>
              <a:gd name="connsiteY3488" fmla="*/ 200905 h 2607908"/>
              <a:gd name="connsiteX3489" fmla="*/ 1153254 w 3689114"/>
              <a:gd name="connsiteY3489" fmla="*/ 199257 h 2607908"/>
              <a:gd name="connsiteX3490" fmla="*/ 2420642 w 3689114"/>
              <a:gd name="connsiteY3490" fmla="*/ 198965 h 2607908"/>
              <a:gd name="connsiteX3491" fmla="*/ 2422584 w 3689114"/>
              <a:gd name="connsiteY3491" fmla="*/ 200905 h 2607908"/>
              <a:gd name="connsiteX3492" fmla="*/ 2420642 w 3689114"/>
              <a:gd name="connsiteY3492" fmla="*/ 202848 h 2607908"/>
              <a:gd name="connsiteX3493" fmla="*/ 2418700 w 3689114"/>
              <a:gd name="connsiteY3493" fmla="*/ 200905 h 2607908"/>
              <a:gd name="connsiteX3494" fmla="*/ 2420642 w 3689114"/>
              <a:gd name="connsiteY3494" fmla="*/ 198965 h 2607908"/>
              <a:gd name="connsiteX3495" fmla="*/ 1268472 w 3689114"/>
              <a:gd name="connsiteY3495" fmla="*/ 198965 h 2607908"/>
              <a:gd name="connsiteX3496" fmla="*/ 1270414 w 3689114"/>
              <a:gd name="connsiteY3496" fmla="*/ 200905 h 2607908"/>
              <a:gd name="connsiteX3497" fmla="*/ 1268472 w 3689114"/>
              <a:gd name="connsiteY3497" fmla="*/ 202848 h 2607908"/>
              <a:gd name="connsiteX3498" fmla="*/ 1266530 w 3689114"/>
              <a:gd name="connsiteY3498" fmla="*/ 200905 h 2607908"/>
              <a:gd name="connsiteX3499" fmla="*/ 1268472 w 3689114"/>
              <a:gd name="connsiteY3499" fmla="*/ 198965 h 2607908"/>
              <a:gd name="connsiteX3500" fmla="*/ 2305426 w 3689114"/>
              <a:gd name="connsiteY3500" fmla="*/ 198713 h 2607908"/>
              <a:gd name="connsiteX3501" fmla="*/ 2307619 w 3689114"/>
              <a:gd name="connsiteY3501" fmla="*/ 200908 h 2607908"/>
              <a:gd name="connsiteX3502" fmla="*/ 2305426 w 3689114"/>
              <a:gd name="connsiteY3502" fmla="*/ 203101 h 2607908"/>
              <a:gd name="connsiteX3503" fmla="*/ 2303231 w 3689114"/>
              <a:gd name="connsiteY3503" fmla="*/ 200908 h 2607908"/>
              <a:gd name="connsiteX3504" fmla="*/ 2305426 w 3689114"/>
              <a:gd name="connsiteY3504" fmla="*/ 198713 h 2607908"/>
              <a:gd name="connsiteX3505" fmla="*/ 1383689 w 3689114"/>
              <a:gd name="connsiteY3505" fmla="*/ 198713 h 2607908"/>
              <a:gd name="connsiteX3506" fmla="*/ 1385883 w 3689114"/>
              <a:gd name="connsiteY3506" fmla="*/ 200905 h 2607908"/>
              <a:gd name="connsiteX3507" fmla="*/ 1383689 w 3689114"/>
              <a:gd name="connsiteY3507" fmla="*/ 203101 h 2607908"/>
              <a:gd name="connsiteX3508" fmla="*/ 1381495 w 3689114"/>
              <a:gd name="connsiteY3508" fmla="*/ 200905 h 2607908"/>
              <a:gd name="connsiteX3509" fmla="*/ 1383689 w 3689114"/>
              <a:gd name="connsiteY3509" fmla="*/ 198713 h 2607908"/>
              <a:gd name="connsiteX3510" fmla="*/ 2190209 w 3689114"/>
              <a:gd name="connsiteY3510" fmla="*/ 198514 h 2607908"/>
              <a:gd name="connsiteX3511" fmla="*/ 2192602 w 3689114"/>
              <a:gd name="connsiteY3511" fmla="*/ 200905 h 2607908"/>
              <a:gd name="connsiteX3512" fmla="*/ 2190209 w 3689114"/>
              <a:gd name="connsiteY3512" fmla="*/ 203301 h 2607908"/>
              <a:gd name="connsiteX3513" fmla="*/ 2187816 w 3689114"/>
              <a:gd name="connsiteY3513" fmla="*/ 200905 h 2607908"/>
              <a:gd name="connsiteX3514" fmla="*/ 2190209 w 3689114"/>
              <a:gd name="connsiteY3514" fmla="*/ 198514 h 2607908"/>
              <a:gd name="connsiteX3515" fmla="*/ 1498906 w 3689114"/>
              <a:gd name="connsiteY3515" fmla="*/ 198514 h 2607908"/>
              <a:gd name="connsiteX3516" fmla="*/ 1501299 w 3689114"/>
              <a:gd name="connsiteY3516" fmla="*/ 200905 h 2607908"/>
              <a:gd name="connsiteX3517" fmla="*/ 1498906 w 3689114"/>
              <a:gd name="connsiteY3517" fmla="*/ 203301 h 2607908"/>
              <a:gd name="connsiteX3518" fmla="*/ 1496513 w 3689114"/>
              <a:gd name="connsiteY3518" fmla="*/ 200905 h 2607908"/>
              <a:gd name="connsiteX3519" fmla="*/ 1498906 w 3689114"/>
              <a:gd name="connsiteY3519" fmla="*/ 198514 h 2607908"/>
              <a:gd name="connsiteX3520" fmla="*/ 2074991 w 3689114"/>
              <a:gd name="connsiteY3520" fmla="*/ 198375 h 2607908"/>
              <a:gd name="connsiteX3521" fmla="*/ 2077521 w 3689114"/>
              <a:gd name="connsiteY3521" fmla="*/ 200905 h 2607908"/>
              <a:gd name="connsiteX3522" fmla="*/ 2074991 w 3689114"/>
              <a:gd name="connsiteY3522" fmla="*/ 203437 h 2607908"/>
              <a:gd name="connsiteX3523" fmla="*/ 2072461 w 3689114"/>
              <a:gd name="connsiteY3523" fmla="*/ 200905 h 2607908"/>
              <a:gd name="connsiteX3524" fmla="*/ 2074991 w 3689114"/>
              <a:gd name="connsiteY3524" fmla="*/ 198375 h 2607908"/>
              <a:gd name="connsiteX3525" fmla="*/ 1614123 w 3689114"/>
              <a:gd name="connsiteY3525" fmla="*/ 198375 h 2607908"/>
              <a:gd name="connsiteX3526" fmla="*/ 1616653 w 3689114"/>
              <a:gd name="connsiteY3526" fmla="*/ 200905 h 2607908"/>
              <a:gd name="connsiteX3527" fmla="*/ 1614123 w 3689114"/>
              <a:gd name="connsiteY3527" fmla="*/ 203437 h 2607908"/>
              <a:gd name="connsiteX3528" fmla="*/ 1611593 w 3689114"/>
              <a:gd name="connsiteY3528" fmla="*/ 200905 h 2607908"/>
              <a:gd name="connsiteX3529" fmla="*/ 1614123 w 3689114"/>
              <a:gd name="connsiteY3529" fmla="*/ 198375 h 2607908"/>
              <a:gd name="connsiteX3530" fmla="*/ 1959774 w 3689114"/>
              <a:gd name="connsiteY3530" fmla="*/ 198307 h 2607908"/>
              <a:gd name="connsiteX3531" fmla="*/ 1962374 w 3689114"/>
              <a:gd name="connsiteY3531" fmla="*/ 200905 h 2607908"/>
              <a:gd name="connsiteX3532" fmla="*/ 1959774 w 3689114"/>
              <a:gd name="connsiteY3532" fmla="*/ 203504 h 2607908"/>
              <a:gd name="connsiteX3533" fmla="*/ 1957174 w 3689114"/>
              <a:gd name="connsiteY3533" fmla="*/ 200905 h 2607908"/>
              <a:gd name="connsiteX3534" fmla="*/ 1959774 w 3689114"/>
              <a:gd name="connsiteY3534" fmla="*/ 198307 h 2607908"/>
              <a:gd name="connsiteX3535" fmla="*/ 1729340 w 3689114"/>
              <a:gd name="connsiteY3535" fmla="*/ 198307 h 2607908"/>
              <a:gd name="connsiteX3536" fmla="*/ 1731940 w 3689114"/>
              <a:gd name="connsiteY3536" fmla="*/ 200905 h 2607908"/>
              <a:gd name="connsiteX3537" fmla="*/ 1729340 w 3689114"/>
              <a:gd name="connsiteY3537" fmla="*/ 203504 h 2607908"/>
              <a:gd name="connsiteX3538" fmla="*/ 1726740 w 3689114"/>
              <a:gd name="connsiteY3538" fmla="*/ 200905 h 2607908"/>
              <a:gd name="connsiteX3539" fmla="*/ 1729340 w 3689114"/>
              <a:gd name="connsiteY3539" fmla="*/ 198307 h 2607908"/>
              <a:gd name="connsiteX3540" fmla="*/ 1844558 w 3689114"/>
              <a:gd name="connsiteY3540" fmla="*/ 198236 h 2607908"/>
              <a:gd name="connsiteX3541" fmla="*/ 1847228 w 3689114"/>
              <a:gd name="connsiteY3541" fmla="*/ 200905 h 2607908"/>
              <a:gd name="connsiteX3542" fmla="*/ 1844558 w 3689114"/>
              <a:gd name="connsiteY3542" fmla="*/ 203577 h 2607908"/>
              <a:gd name="connsiteX3543" fmla="*/ 1841887 w 3689114"/>
              <a:gd name="connsiteY3543" fmla="*/ 200905 h 2607908"/>
              <a:gd name="connsiteX3544" fmla="*/ 1844558 w 3689114"/>
              <a:gd name="connsiteY3544" fmla="*/ 198236 h 2607908"/>
              <a:gd name="connsiteX3545" fmla="*/ 2478251 w 3689114"/>
              <a:gd name="connsiteY3545" fmla="*/ 99885 h 2607908"/>
              <a:gd name="connsiteX3546" fmla="*/ 2479479 w 3689114"/>
              <a:gd name="connsiteY3546" fmla="*/ 101114 h 2607908"/>
              <a:gd name="connsiteX3547" fmla="*/ 2478251 w 3689114"/>
              <a:gd name="connsiteY3547" fmla="*/ 102341 h 2607908"/>
              <a:gd name="connsiteX3548" fmla="*/ 2477023 w 3689114"/>
              <a:gd name="connsiteY3548" fmla="*/ 101114 h 2607908"/>
              <a:gd name="connsiteX3549" fmla="*/ 2478251 w 3689114"/>
              <a:gd name="connsiteY3549" fmla="*/ 99885 h 2607908"/>
              <a:gd name="connsiteX3550" fmla="*/ 1210864 w 3689114"/>
              <a:gd name="connsiteY3550" fmla="*/ 99885 h 2607908"/>
              <a:gd name="connsiteX3551" fmla="*/ 1212092 w 3689114"/>
              <a:gd name="connsiteY3551" fmla="*/ 101112 h 2607908"/>
              <a:gd name="connsiteX3552" fmla="*/ 1210864 w 3689114"/>
              <a:gd name="connsiteY3552" fmla="*/ 102340 h 2607908"/>
              <a:gd name="connsiteX3553" fmla="*/ 1209636 w 3689114"/>
              <a:gd name="connsiteY3553" fmla="*/ 101112 h 2607908"/>
              <a:gd name="connsiteX3554" fmla="*/ 1210864 w 3689114"/>
              <a:gd name="connsiteY3554" fmla="*/ 99885 h 2607908"/>
              <a:gd name="connsiteX3555" fmla="*/ 2363034 w 3689114"/>
              <a:gd name="connsiteY3555" fmla="*/ 99682 h 2607908"/>
              <a:gd name="connsiteX3556" fmla="*/ 2364464 w 3689114"/>
              <a:gd name="connsiteY3556" fmla="*/ 101114 h 2607908"/>
              <a:gd name="connsiteX3557" fmla="*/ 2363034 w 3689114"/>
              <a:gd name="connsiteY3557" fmla="*/ 102543 h 2607908"/>
              <a:gd name="connsiteX3558" fmla="*/ 2361603 w 3689114"/>
              <a:gd name="connsiteY3558" fmla="*/ 101114 h 2607908"/>
              <a:gd name="connsiteX3559" fmla="*/ 2363034 w 3689114"/>
              <a:gd name="connsiteY3559" fmla="*/ 99682 h 2607908"/>
              <a:gd name="connsiteX3560" fmla="*/ 1326080 w 3689114"/>
              <a:gd name="connsiteY3560" fmla="*/ 99682 h 2607908"/>
              <a:gd name="connsiteX3561" fmla="*/ 1327511 w 3689114"/>
              <a:gd name="connsiteY3561" fmla="*/ 101112 h 2607908"/>
              <a:gd name="connsiteX3562" fmla="*/ 1326080 w 3689114"/>
              <a:gd name="connsiteY3562" fmla="*/ 102543 h 2607908"/>
              <a:gd name="connsiteX3563" fmla="*/ 1324650 w 3689114"/>
              <a:gd name="connsiteY3563" fmla="*/ 101112 h 2607908"/>
              <a:gd name="connsiteX3564" fmla="*/ 1326080 w 3689114"/>
              <a:gd name="connsiteY3564" fmla="*/ 99682 h 2607908"/>
              <a:gd name="connsiteX3565" fmla="*/ 2247816 w 3689114"/>
              <a:gd name="connsiteY3565" fmla="*/ 99521 h 2607908"/>
              <a:gd name="connsiteX3566" fmla="*/ 2249409 w 3689114"/>
              <a:gd name="connsiteY3566" fmla="*/ 101114 h 2607908"/>
              <a:gd name="connsiteX3567" fmla="*/ 2247816 w 3689114"/>
              <a:gd name="connsiteY3567" fmla="*/ 102706 h 2607908"/>
              <a:gd name="connsiteX3568" fmla="*/ 2246224 w 3689114"/>
              <a:gd name="connsiteY3568" fmla="*/ 101114 h 2607908"/>
              <a:gd name="connsiteX3569" fmla="*/ 2247816 w 3689114"/>
              <a:gd name="connsiteY3569" fmla="*/ 99521 h 2607908"/>
              <a:gd name="connsiteX3570" fmla="*/ 1441297 w 3689114"/>
              <a:gd name="connsiteY3570" fmla="*/ 99521 h 2607908"/>
              <a:gd name="connsiteX3571" fmla="*/ 1442890 w 3689114"/>
              <a:gd name="connsiteY3571" fmla="*/ 101114 h 2607908"/>
              <a:gd name="connsiteX3572" fmla="*/ 1441297 w 3689114"/>
              <a:gd name="connsiteY3572" fmla="*/ 102706 h 2607908"/>
              <a:gd name="connsiteX3573" fmla="*/ 1439705 w 3689114"/>
              <a:gd name="connsiteY3573" fmla="*/ 101114 h 2607908"/>
              <a:gd name="connsiteX3574" fmla="*/ 1441297 w 3689114"/>
              <a:gd name="connsiteY3574" fmla="*/ 99521 h 2607908"/>
              <a:gd name="connsiteX3575" fmla="*/ 2132599 w 3689114"/>
              <a:gd name="connsiteY3575" fmla="*/ 99351 h 2607908"/>
              <a:gd name="connsiteX3576" fmla="*/ 2134363 w 3689114"/>
              <a:gd name="connsiteY3576" fmla="*/ 101114 h 2607908"/>
              <a:gd name="connsiteX3577" fmla="*/ 2132599 w 3689114"/>
              <a:gd name="connsiteY3577" fmla="*/ 102877 h 2607908"/>
              <a:gd name="connsiteX3578" fmla="*/ 2130836 w 3689114"/>
              <a:gd name="connsiteY3578" fmla="*/ 101114 h 2607908"/>
              <a:gd name="connsiteX3579" fmla="*/ 2132599 w 3689114"/>
              <a:gd name="connsiteY3579" fmla="*/ 99351 h 2607908"/>
              <a:gd name="connsiteX3580" fmla="*/ 1556515 w 3689114"/>
              <a:gd name="connsiteY3580" fmla="*/ 99350 h 2607908"/>
              <a:gd name="connsiteX3581" fmla="*/ 1558278 w 3689114"/>
              <a:gd name="connsiteY3581" fmla="*/ 101114 h 2607908"/>
              <a:gd name="connsiteX3582" fmla="*/ 1556515 w 3689114"/>
              <a:gd name="connsiteY3582" fmla="*/ 102876 h 2607908"/>
              <a:gd name="connsiteX3583" fmla="*/ 1554752 w 3689114"/>
              <a:gd name="connsiteY3583" fmla="*/ 101114 h 2607908"/>
              <a:gd name="connsiteX3584" fmla="*/ 1556515 w 3689114"/>
              <a:gd name="connsiteY3584" fmla="*/ 99350 h 2607908"/>
              <a:gd name="connsiteX3585" fmla="*/ 2017383 w 3689114"/>
              <a:gd name="connsiteY3585" fmla="*/ 99291 h 2607908"/>
              <a:gd name="connsiteX3586" fmla="*/ 2019205 w 3689114"/>
              <a:gd name="connsiteY3586" fmla="*/ 101114 h 2607908"/>
              <a:gd name="connsiteX3587" fmla="*/ 2017383 w 3689114"/>
              <a:gd name="connsiteY3587" fmla="*/ 102935 h 2607908"/>
              <a:gd name="connsiteX3588" fmla="*/ 2015561 w 3689114"/>
              <a:gd name="connsiteY3588" fmla="*/ 101114 h 2607908"/>
              <a:gd name="connsiteX3589" fmla="*/ 2017383 w 3689114"/>
              <a:gd name="connsiteY3589" fmla="*/ 99291 h 2607908"/>
              <a:gd name="connsiteX3590" fmla="*/ 1671732 w 3689114"/>
              <a:gd name="connsiteY3590" fmla="*/ 99291 h 2607908"/>
              <a:gd name="connsiteX3591" fmla="*/ 1673554 w 3689114"/>
              <a:gd name="connsiteY3591" fmla="*/ 101114 h 2607908"/>
              <a:gd name="connsiteX3592" fmla="*/ 1671732 w 3689114"/>
              <a:gd name="connsiteY3592" fmla="*/ 102935 h 2607908"/>
              <a:gd name="connsiteX3593" fmla="*/ 1669910 w 3689114"/>
              <a:gd name="connsiteY3593" fmla="*/ 101114 h 2607908"/>
              <a:gd name="connsiteX3594" fmla="*/ 1671732 w 3689114"/>
              <a:gd name="connsiteY3594" fmla="*/ 99291 h 2607908"/>
              <a:gd name="connsiteX3595" fmla="*/ 1902166 w 3689114"/>
              <a:gd name="connsiteY3595" fmla="*/ 99231 h 2607908"/>
              <a:gd name="connsiteX3596" fmla="*/ 1904047 w 3689114"/>
              <a:gd name="connsiteY3596" fmla="*/ 101114 h 2607908"/>
              <a:gd name="connsiteX3597" fmla="*/ 1902166 w 3689114"/>
              <a:gd name="connsiteY3597" fmla="*/ 102995 h 2607908"/>
              <a:gd name="connsiteX3598" fmla="*/ 1900284 w 3689114"/>
              <a:gd name="connsiteY3598" fmla="*/ 101114 h 2607908"/>
              <a:gd name="connsiteX3599" fmla="*/ 1902166 w 3689114"/>
              <a:gd name="connsiteY3599" fmla="*/ 99231 h 2607908"/>
              <a:gd name="connsiteX3600" fmla="*/ 1786949 w 3689114"/>
              <a:gd name="connsiteY3600" fmla="*/ 99231 h 2607908"/>
              <a:gd name="connsiteX3601" fmla="*/ 1788830 w 3689114"/>
              <a:gd name="connsiteY3601" fmla="*/ 101114 h 2607908"/>
              <a:gd name="connsiteX3602" fmla="*/ 1786949 w 3689114"/>
              <a:gd name="connsiteY3602" fmla="*/ 102995 h 2607908"/>
              <a:gd name="connsiteX3603" fmla="*/ 1785067 w 3689114"/>
              <a:gd name="connsiteY3603" fmla="*/ 101114 h 2607908"/>
              <a:gd name="connsiteX3604" fmla="*/ 1786949 w 3689114"/>
              <a:gd name="connsiteY3604" fmla="*/ 99231 h 2607908"/>
              <a:gd name="connsiteX3605" fmla="*/ 2190208 w 3689114"/>
              <a:gd name="connsiteY3605" fmla="*/ 195 h 2607908"/>
              <a:gd name="connsiteX3606" fmla="*/ 2191340 w 3689114"/>
              <a:gd name="connsiteY3606" fmla="*/ 1326 h 2607908"/>
              <a:gd name="connsiteX3607" fmla="*/ 2190208 w 3689114"/>
              <a:gd name="connsiteY3607" fmla="*/ 2459 h 2607908"/>
              <a:gd name="connsiteX3608" fmla="*/ 2189077 w 3689114"/>
              <a:gd name="connsiteY3608" fmla="*/ 1326 h 2607908"/>
              <a:gd name="connsiteX3609" fmla="*/ 2190208 w 3689114"/>
              <a:gd name="connsiteY3609" fmla="*/ 195 h 2607908"/>
              <a:gd name="connsiteX3610" fmla="*/ 1498906 w 3689114"/>
              <a:gd name="connsiteY3610" fmla="*/ 195 h 2607908"/>
              <a:gd name="connsiteX3611" fmla="*/ 1500038 w 3689114"/>
              <a:gd name="connsiteY3611" fmla="*/ 1326 h 2607908"/>
              <a:gd name="connsiteX3612" fmla="*/ 1498906 w 3689114"/>
              <a:gd name="connsiteY3612" fmla="*/ 2458 h 2607908"/>
              <a:gd name="connsiteX3613" fmla="*/ 1497774 w 3689114"/>
              <a:gd name="connsiteY3613" fmla="*/ 1326 h 2607908"/>
              <a:gd name="connsiteX3614" fmla="*/ 1498906 w 3689114"/>
              <a:gd name="connsiteY3614" fmla="*/ 195 h 2607908"/>
              <a:gd name="connsiteX3615" fmla="*/ 2074992 w 3689114"/>
              <a:gd name="connsiteY3615" fmla="*/ 99 h 2607908"/>
              <a:gd name="connsiteX3616" fmla="*/ 2076219 w 3689114"/>
              <a:gd name="connsiteY3616" fmla="*/ 1326 h 2607908"/>
              <a:gd name="connsiteX3617" fmla="*/ 2074992 w 3689114"/>
              <a:gd name="connsiteY3617" fmla="*/ 2554 h 2607908"/>
              <a:gd name="connsiteX3618" fmla="*/ 2073764 w 3689114"/>
              <a:gd name="connsiteY3618" fmla="*/ 1326 h 2607908"/>
              <a:gd name="connsiteX3619" fmla="*/ 2074992 w 3689114"/>
              <a:gd name="connsiteY3619" fmla="*/ 99 h 2607908"/>
              <a:gd name="connsiteX3620" fmla="*/ 1614123 w 3689114"/>
              <a:gd name="connsiteY3620" fmla="*/ 99 h 2607908"/>
              <a:gd name="connsiteX3621" fmla="*/ 1615350 w 3689114"/>
              <a:gd name="connsiteY3621" fmla="*/ 1326 h 2607908"/>
              <a:gd name="connsiteX3622" fmla="*/ 1614123 w 3689114"/>
              <a:gd name="connsiteY3622" fmla="*/ 2554 h 2607908"/>
              <a:gd name="connsiteX3623" fmla="*/ 1612896 w 3689114"/>
              <a:gd name="connsiteY3623" fmla="*/ 1326 h 2607908"/>
              <a:gd name="connsiteX3624" fmla="*/ 1614123 w 3689114"/>
              <a:gd name="connsiteY3624" fmla="*/ 99 h 2607908"/>
              <a:gd name="connsiteX3625" fmla="*/ 1959774 w 3689114"/>
              <a:gd name="connsiteY3625" fmla="*/ 50 h 2607908"/>
              <a:gd name="connsiteX3626" fmla="*/ 1961052 w 3689114"/>
              <a:gd name="connsiteY3626" fmla="*/ 1326 h 2607908"/>
              <a:gd name="connsiteX3627" fmla="*/ 1959774 w 3689114"/>
              <a:gd name="connsiteY3627" fmla="*/ 2603 h 2607908"/>
              <a:gd name="connsiteX3628" fmla="*/ 1958498 w 3689114"/>
              <a:gd name="connsiteY3628" fmla="*/ 1326 h 2607908"/>
              <a:gd name="connsiteX3629" fmla="*/ 1959774 w 3689114"/>
              <a:gd name="connsiteY3629" fmla="*/ 50 h 2607908"/>
              <a:gd name="connsiteX3630" fmla="*/ 1729340 w 3689114"/>
              <a:gd name="connsiteY3630" fmla="*/ 50 h 2607908"/>
              <a:gd name="connsiteX3631" fmla="*/ 1730617 w 3689114"/>
              <a:gd name="connsiteY3631" fmla="*/ 1326 h 2607908"/>
              <a:gd name="connsiteX3632" fmla="*/ 1729340 w 3689114"/>
              <a:gd name="connsiteY3632" fmla="*/ 2603 h 2607908"/>
              <a:gd name="connsiteX3633" fmla="*/ 1728064 w 3689114"/>
              <a:gd name="connsiteY3633" fmla="*/ 1326 h 2607908"/>
              <a:gd name="connsiteX3634" fmla="*/ 1729340 w 3689114"/>
              <a:gd name="connsiteY3634" fmla="*/ 50 h 2607908"/>
              <a:gd name="connsiteX3635" fmla="*/ 1844557 w 3689114"/>
              <a:gd name="connsiteY3635" fmla="*/ 0 h 2607908"/>
              <a:gd name="connsiteX3636" fmla="*/ 1845884 w 3689114"/>
              <a:gd name="connsiteY3636" fmla="*/ 1326 h 2607908"/>
              <a:gd name="connsiteX3637" fmla="*/ 1844557 w 3689114"/>
              <a:gd name="connsiteY3637" fmla="*/ 2654 h 2607908"/>
              <a:gd name="connsiteX3638" fmla="*/ 1843230 w 3689114"/>
              <a:gd name="connsiteY3638" fmla="*/ 1326 h 2607908"/>
              <a:gd name="connsiteX3639" fmla="*/ 1844557 w 3689114"/>
              <a:gd name="connsiteY3639" fmla="*/ 0 h 26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</a:cxnLst>
            <a:rect l="l" t="t" r="r" b="b"/>
            <a:pathLst>
              <a:path w="3689114" h="2607908">
                <a:moveTo>
                  <a:pt x="3457596" y="2594295"/>
                </a:moveTo>
                <a:cubicBezTo>
                  <a:pt x="3458301" y="2594295"/>
                  <a:pt x="3458873" y="2594867"/>
                  <a:pt x="3458873" y="2595572"/>
                </a:cubicBezTo>
                <a:cubicBezTo>
                  <a:pt x="3458873" y="2596277"/>
                  <a:pt x="3458301" y="2596849"/>
                  <a:pt x="3457596" y="2596849"/>
                </a:cubicBezTo>
                <a:cubicBezTo>
                  <a:pt x="3456890" y="2596849"/>
                  <a:pt x="3456319" y="2596277"/>
                  <a:pt x="3456319" y="2595572"/>
                </a:cubicBezTo>
                <a:cubicBezTo>
                  <a:pt x="3456319" y="2594867"/>
                  <a:pt x="3456890" y="2594295"/>
                  <a:pt x="3457596" y="2594295"/>
                </a:cubicBezTo>
                <a:close/>
                <a:moveTo>
                  <a:pt x="231519" y="2594295"/>
                </a:moveTo>
                <a:cubicBezTo>
                  <a:pt x="232224" y="2594295"/>
                  <a:pt x="232796" y="2594867"/>
                  <a:pt x="232796" y="2595572"/>
                </a:cubicBezTo>
                <a:cubicBezTo>
                  <a:pt x="232796" y="2596277"/>
                  <a:pt x="232224" y="2596849"/>
                  <a:pt x="231519" y="2596849"/>
                </a:cubicBezTo>
                <a:cubicBezTo>
                  <a:pt x="230814" y="2596849"/>
                  <a:pt x="230242" y="2596277"/>
                  <a:pt x="230242" y="2595572"/>
                </a:cubicBezTo>
                <a:cubicBezTo>
                  <a:pt x="230242" y="2594867"/>
                  <a:pt x="230814" y="2594295"/>
                  <a:pt x="231519" y="2594295"/>
                </a:cubicBezTo>
                <a:close/>
                <a:moveTo>
                  <a:pt x="3342378" y="2593690"/>
                </a:moveTo>
                <a:cubicBezTo>
                  <a:pt x="3343417" y="2593690"/>
                  <a:pt x="3344260" y="2594533"/>
                  <a:pt x="3344260" y="2595572"/>
                </a:cubicBezTo>
                <a:cubicBezTo>
                  <a:pt x="3344260" y="2596611"/>
                  <a:pt x="3343417" y="2597454"/>
                  <a:pt x="3342378" y="2597454"/>
                </a:cubicBezTo>
                <a:cubicBezTo>
                  <a:pt x="3341339" y="2597454"/>
                  <a:pt x="3340497" y="2596611"/>
                  <a:pt x="3340497" y="2595572"/>
                </a:cubicBezTo>
                <a:cubicBezTo>
                  <a:pt x="3340497" y="2594533"/>
                  <a:pt x="3341339" y="2593690"/>
                  <a:pt x="3342378" y="2593690"/>
                </a:cubicBezTo>
                <a:close/>
                <a:moveTo>
                  <a:pt x="346737" y="2593690"/>
                </a:moveTo>
                <a:cubicBezTo>
                  <a:pt x="347775" y="2593690"/>
                  <a:pt x="348618" y="2594533"/>
                  <a:pt x="348618" y="2595572"/>
                </a:cubicBezTo>
                <a:cubicBezTo>
                  <a:pt x="348618" y="2596611"/>
                  <a:pt x="347775" y="2597454"/>
                  <a:pt x="346737" y="2597454"/>
                </a:cubicBezTo>
                <a:cubicBezTo>
                  <a:pt x="345698" y="2597454"/>
                  <a:pt x="344854" y="2596611"/>
                  <a:pt x="344854" y="2595572"/>
                </a:cubicBezTo>
                <a:cubicBezTo>
                  <a:pt x="344854" y="2594533"/>
                  <a:pt x="345698" y="2593690"/>
                  <a:pt x="346737" y="2593690"/>
                </a:cubicBezTo>
                <a:close/>
                <a:moveTo>
                  <a:pt x="3227162" y="2592972"/>
                </a:moveTo>
                <a:cubicBezTo>
                  <a:pt x="3228597" y="2592972"/>
                  <a:pt x="3229761" y="2594136"/>
                  <a:pt x="3229761" y="2595572"/>
                </a:cubicBezTo>
                <a:cubicBezTo>
                  <a:pt x="3229761" y="2597008"/>
                  <a:pt x="3228597" y="2598172"/>
                  <a:pt x="3227162" y="2598172"/>
                </a:cubicBezTo>
                <a:cubicBezTo>
                  <a:pt x="3225725" y="2598172"/>
                  <a:pt x="3224561" y="2597008"/>
                  <a:pt x="3224561" y="2595572"/>
                </a:cubicBezTo>
                <a:cubicBezTo>
                  <a:pt x="3224561" y="2594136"/>
                  <a:pt x="3225726" y="2592972"/>
                  <a:pt x="3227162" y="2592972"/>
                </a:cubicBezTo>
                <a:close/>
                <a:moveTo>
                  <a:pt x="461954" y="2592972"/>
                </a:moveTo>
                <a:cubicBezTo>
                  <a:pt x="463391" y="2592972"/>
                  <a:pt x="464554" y="2594136"/>
                  <a:pt x="464554" y="2595572"/>
                </a:cubicBezTo>
                <a:cubicBezTo>
                  <a:pt x="464554" y="2597008"/>
                  <a:pt x="463391" y="2598172"/>
                  <a:pt x="461954" y="2598172"/>
                </a:cubicBezTo>
                <a:cubicBezTo>
                  <a:pt x="460518" y="2598172"/>
                  <a:pt x="459354" y="2597008"/>
                  <a:pt x="459354" y="2595572"/>
                </a:cubicBezTo>
                <a:cubicBezTo>
                  <a:pt x="459354" y="2594136"/>
                  <a:pt x="460518" y="2592972"/>
                  <a:pt x="461954" y="2592972"/>
                </a:cubicBezTo>
                <a:close/>
                <a:moveTo>
                  <a:pt x="3111944" y="2592061"/>
                </a:moveTo>
                <a:cubicBezTo>
                  <a:pt x="3113884" y="2592061"/>
                  <a:pt x="3115455" y="2593633"/>
                  <a:pt x="3115455" y="2595572"/>
                </a:cubicBezTo>
                <a:cubicBezTo>
                  <a:pt x="3115455" y="2597512"/>
                  <a:pt x="3113883" y="2599083"/>
                  <a:pt x="3111944" y="2599083"/>
                </a:cubicBezTo>
                <a:cubicBezTo>
                  <a:pt x="3110005" y="2599083"/>
                  <a:pt x="3108433" y="2597512"/>
                  <a:pt x="3108433" y="2595572"/>
                </a:cubicBezTo>
                <a:cubicBezTo>
                  <a:pt x="3108433" y="2593633"/>
                  <a:pt x="3110005" y="2592061"/>
                  <a:pt x="3111944" y="2592061"/>
                </a:cubicBezTo>
                <a:close/>
                <a:moveTo>
                  <a:pt x="577170" y="2592061"/>
                </a:moveTo>
                <a:cubicBezTo>
                  <a:pt x="579109" y="2592061"/>
                  <a:pt x="580681" y="2593633"/>
                  <a:pt x="580681" y="2595572"/>
                </a:cubicBezTo>
                <a:cubicBezTo>
                  <a:pt x="580681" y="2597512"/>
                  <a:pt x="579109" y="2599083"/>
                  <a:pt x="577170" y="2599083"/>
                </a:cubicBezTo>
                <a:cubicBezTo>
                  <a:pt x="575230" y="2599083"/>
                  <a:pt x="573659" y="2597512"/>
                  <a:pt x="573659" y="2595572"/>
                </a:cubicBezTo>
                <a:cubicBezTo>
                  <a:pt x="573659" y="2593633"/>
                  <a:pt x="575230" y="2592061"/>
                  <a:pt x="577170" y="2592061"/>
                </a:cubicBezTo>
                <a:close/>
                <a:moveTo>
                  <a:pt x="2996727" y="2591199"/>
                </a:moveTo>
                <a:cubicBezTo>
                  <a:pt x="2999143" y="2591199"/>
                  <a:pt x="3001100" y="2593157"/>
                  <a:pt x="3001100" y="2595572"/>
                </a:cubicBezTo>
                <a:cubicBezTo>
                  <a:pt x="3001100" y="2597987"/>
                  <a:pt x="2999142" y="2599944"/>
                  <a:pt x="2996727" y="2599944"/>
                </a:cubicBezTo>
                <a:cubicBezTo>
                  <a:pt x="2994312" y="2599944"/>
                  <a:pt x="2992355" y="2597987"/>
                  <a:pt x="2992355" y="2595572"/>
                </a:cubicBezTo>
                <a:cubicBezTo>
                  <a:pt x="2992355" y="2593157"/>
                  <a:pt x="2994313" y="2591199"/>
                  <a:pt x="2996727" y="2591199"/>
                </a:cubicBezTo>
                <a:close/>
                <a:moveTo>
                  <a:pt x="692388" y="2591199"/>
                </a:moveTo>
                <a:cubicBezTo>
                  <a:pt x="694803" y="2591199"/>
                  <a:pt x="696760" y="2593157"/>
                  <a:pt x="696760" y="2595572"/>
                </a:cubicBezTo>
                <a:cubicBezTo>
                  <a:pt x="696760" y="2597987"/>
                  <a:pt x="694803" y="2599944"/>
                  <a:pt x="692388" y="2599944"/>
                </a:cubicBezTo>
                <a:cubicBezTo>
                  <a:pt x="689973" y="2599944"/>
                  <a:pt x="688015" y="2597987"/>
                  <a:pt x="688015" y="2595572"/>
                </a:cubicBezTo>
                <a:cubicBezTo>
                  <a:pt x="688015" y="2593157"/>
                  <a:pt x="689973" y="2591199"/>
                  <a:pt x="692388" y="2591199"/>
                </a:cubicBezTo>
                <a:close/>
                <a:moveTo>
                  <a:pt x="2881510" y="2590246"/>
                </a:moveTo>
                <a:cubicBezTo>
                  <a:pt x="2884452" y="2590246"/>
                  <a:pt x="2886836" y="2592631"/>
                  <a:pt x="2886836" y="2595572"/>
                </a:cubicBezTo>
                <a:cubicBezTo>
                  <a:pt x="2886836" y="2598513"/>
                  <a:pt x="2884452" y="2600897"/>
                  <a:pt x="2881510" y="2600897"/>
                </a:cubicBezTo>
                <a:cubicBezTo>
                  <a:pt x="2878569" y="2600897"/>
                  <a:pt x="2876185" y="2598513"/>
                  <a:pt x="2876185" y="2595572"/>
                </a:cubicBezTo>
                <a:cubicBezTo>
                  <a:pt x="2876185" y="2592630"/>
                  <a:pt x="2878570" y="2590246"/>
                  <a:pt x="2881510" y="2590246"/>
                </a:cubicBezTo>
                <a:close/>
                <a:moveTo>
                  <a:pt x="807604" y="2590246"/>
                </a:moveTo>
                <a:cubicBezTo>
                  <a:pt x="810545" y="2590246"/>
                  <a:pt x="812929" y="2592631"/>
                  <a:pt x="812929" y="2595572"/>
                </a:cubicBezTo>
                <a:cubicBezTo>
                  <a:pt x="812929" y="2598513"/>
                  <a:pt x="810545" y="2600897"/>
                  <a:pt x="807604" y="2600897"/>
                </a:cubicBezTo>
                <a:cubicBezTo>
                  <a:pt x="804663" y="2600897"/>
                  <a:pt x="802279" y="2598513"/>
                  <a:pt x="802279" y="2595572"/>
                </a:cubicBezTo>
                <a:cubicBezTo>
                  <a:pt x="802279" y="2592630"/>
                  <a:pt x="804663" y="2590246"/>
                  <a:pt x="807604" y="2590246"/>
                </a:cubicBezTo>
                <a:close/>
                <a:moveTo>
                  <a:pt x="2766293" y="2589202"/>
                </a:moveTo>
                <a:cubicBezTo>
                  <a:pt x="2769812" y="2589202"/>
                  <a:pt x="2772663" y="2592054"/>
                  <a:pt x="2772663" y="2595572"/>
                </a:cubicBezTo>
                <a:cubicBezTo>
                  <a:pt x="2772663" y="2599090"/>
                  <a:pt x="2769812" y="2601942"/>
                  <a:pt x="2766293" y="2601942"/>
                </a:cubicBezTo>
                <a:cubicBezTo>
                  <a:pt x="2762776" y="2601942"/>
                  <a:pt x="2759924" y="2599090"/>
                  <a:pt x="2759924" y="2595572"/>
                </a:cubicBezTo>
                <a:cubicBezTo>
                  <a:pt x="2759924" y="2592054"/>
                  <a:pt x="2762776" y="2589202"/>
                  <a:pt x="2766293" y="2589202"/>
                </a:cubicBezTo>
                <a:close/>
                <a:moveTo>
                  <a:pt x="922821" y="2589202"/>
                </a:moveTo>
                <a:cubicBezTo>
                  <a:pt x="926339" y="2589202"/>
                  <a:pt x="929191" y="2592054"/>
                  <a:pt x="929191" y="2595572"/>
                </a:cubicBezTo>
                <a:cubicBezTo>
                  <a:pt x="929191" y="2599090"/>
                  <a:pt x="926339" y="2601942"/>
                  <a:pt x="922821" y="2601942"/>
                </a:cubicBezTo>
                <a:cubicBezTo>
                  <a:pt x="919303" y="2601942"/>
                  <a:pt x="916452" y="2599090"/>
                  <a:pt x="916452" y="2595572"/>
                </a:cubicBezTo>
                <a:cubicBezTo>
                  <a:pt x="916452" y="2592054"/>
                  <a:pt x="919303" y="2589202"/>
                  <a:pt x="922821" y="2589202"/>
                </a:cubicBezTo>
                <a:close/>
                <a:moveTo>
                  <a:pt x="2651076" y="2588185"/>
                </a:moveTo>
                <a:cubicBezTo>
                  <a:pt x="2655155" y="2588185"/>
                  <a:pt x="2658463" y="2591492"/>
                  <a:pt x="2658463" y="2595572"/>
                </a:cubicBezTo>
                <a:cubicBezTo>
                  <a:pt x="2658463" y="2599652"/>
                  <a:pt x="2655155" y="2602958"/>
                  <a:pt x="2651076" y="2602958"/>
                </a:cubicBezTo>
                <a:cubicBezTo>
                  <a:pt x="2646997" y="2602958"/>
                  <a:pt x="2643690" y="2599652"/>
                  <a:pt x="2643690" y="2595572"/>
                </a:cubicBezTo>
                <a:cubicBezTo>
                  <a:pt x="2643690" y="2591492"/>
                  <a:pt x="2646997" y="2588185"/>
                  <a:pt x="2651076" y="2588185"/>
                </a:cubicBezTo>
                <a:close/>
                <a:moveTo>
                  <a:pt x="1038038" y="2588185"/>
                </a:moveTo>
                <a:cubicBezTo>
                  <a:pt x="1042118" y="2588185"/>
                  <a:pt x="1045425" y="2591492"/>
                  <a:pt x="1045425" y="2595572"/>
                </a:cubicBezTo>
                <a:cubicBezTo>
                  <a:pt x="1045425" y="2599652"/>
                  <a:pt x="1042118" y="2602958"/>
                  <a:pt x="1038038" y="2602958"/>
                </a:cubicBezTo>
                <a:cubicBezTo>
                  <a:pt x="1033959" y="2602958"/>
                  <a:pt x="1030651" y="2599652"/>
                  <a:pt x="1030651" y="2595572"/>
                </a:cubicBezTo>
                <a:cubicBezTo>
                  <a:pt x="1030651" y="2591492"/>
                  <a:pt x="1033959" y="2588185"/>
                  <a:pt x="1038038" y="2588185"/>
                </a:cubicBezTo>
                <a:close/>
                <a:moveTo>
                  <a:pt x="2535860" y="2587095"/>
                </a:moveTo>
                <a:cubicBezTo>
                  <a:pt x="2540541" y="2587095"/>
                  <a:pt x="2544337" y="2590890"/>
                  <a:pt x="2544337" y="2595572"/>
                </a:cubicBezTo>
                <a:cubicBezTo>
                  <a:pt x="2544337" y="2600254"/>
                  <a:pt x="2540541" y="2604049"/>
                  <a:pt x="2535860" y="2604049"/>
                </a:cubicBezTo>
                <a:cubicBezTo>
                  <a:pt x="2531178" y="2604049"/>
                  <a:pt x="2527382" y="2600254"/>
                  <a:pt x="2527382" y="2595572"/>
                </a:cubicBezTo>
                <a:cubicBezTo>
                  <a:pt x="2527382" y="2590890"/>
                  <a:pt x="2531178" y="2587095"/>
                  <a:pt x="2535860" y="2587095"/>
                </a:cubicBezTo>
                <a:close/>
                <a:moveTo>
                  <a:pt x="1153255" y="2587095"/>
                </a:moveTo>
                <a:cubicBezTo>
                  <a:pt x="1157937" y="2587095"/>
                  <a:pt x="1161732" y="2590890"/>
                  <a:pt x="1161732" y="2595572"/>
                </a:cubicBezTo>
                <a:cubicBezTo>
                  <a:pt x="1161732" y="2600254"/>
                  <a:pt x="1157937" y="2604049"/>
                  <a:pt x="1153255" y="2604049"/>
                </a:cubicBezTo>
                <a:cubicBezTo>
                  <a:pt x="1148573" y="2604049"/>
                  <a:pt x="1144777" y="2600254"/>
                  <a:pt x="1144777" y="2595572"/>
                </a:cubicBezTo>
                <a:cubicBezTo>
                  <a:pt x="1144777" y="2590890"/>
                  <a:pt x="1148573" y="2587095"/>
                  <a:pt x="1153255" y="2587095"/>
                </a:cubicBezTo>
                <a:close/>
                <a:moveTo>
                  <a:pt x="2420643" y="2586064"/>
                </a:moveTo>
                <a:cubicBezTo>
                  <a:pt x="2425894" y="2586064"/>
                  <a:pt x="2430150" y="2590321"/>
                  <a:pt x="2430150" y="2595572"/>
                </a:cubicBezTo>
                <a:cubicBezTo>
                  <a:pt x="2430150" y="2600823"/>
                  <a:pt x="2425894" y="2605081"/>
                  <a:pt x="2420643" y="2605081"/>
                </a:cubicBezTo>
                <a:cubicBezTo>
                  <a:pt x="2415391" y="2605081"/>
                  <a:pt x="2411135" y="2600823"/>
                  <a:pt x="2411135" y="2595572"/>
                </a:cubicBezTo>
                <a:cubicBezTo>
                  <a:pt x="2411135" y="2590321"/>
                  <a:pt x="2415391" y="2586064"/>
                  <a:pt x="2420643" y="2586064"/>
                </a:cubicBezTo>
                <a:close/>
                <a:moveTo>
                  <a:pt x="1268472" y="2586064"/>
                </a:moveTo>
                <a:cubicBezTo>
                  <a:pt x="1273723" y="2586064"/>
                  <a:pt x="1277980" y="2590321"/>
                  <a:pt x="1277980" y="2595572"/>
                </a:cubicBezTo>
                <a:cubicBezTo>
                  <a:pt x="1277980" y="2600823"/>
                  <a:pt x="1273723" y="2605081"/>
                  <a:pt x="1268472" y="2605081"/>
                </a:cubicBezTo>
                <a:cubicBezTo>
                  <a:pt x="1263220" y="2605081"/>
                  <a:pt x="1258964" y="2600823"/>
                  <a:pt x="1258964" y="2595572"/>
                </a:cubicBezTo>
                <a:cubicBezTo>
                  <a:pt x="1258964" y="2590321"/>
                  <a:pt x="1263220" y="2586064"/>
                  <a:pt x="1268472" y="2586064"/>
                </a:cubicBezTo>
                <a:close/>
                <a:moveTo>
                  <a:pt x="2305426" y="2585115"/>
                </a:moveTo>
                <a:cubicBezTo>
                  <a:pt x="2311201" y="2585115"/>
                  <a:pt x="2315882" y="2589796"/>
                  <a:pt x="2315882" y="2595572"/>
                </a:cubicBezTo>
                <a:cubicBezTo>
                  <a:pt x="2315882" y="2601348"/>
                  <a:pt x="2311201" y="2606029"/>
                  <a:pt x="2305426" y="2606029"/>
                </a:cubicBezTo>
                <a:cubicBezTo>
                  <a:pt x="2299650" y="2606029"/>
                  <a:pt x="2294968" y="2601348"/>
                  <a:pt x="2294968" y="2595572"/>
                </a:cubicBezTo>
                <a:cubicBezTo>
                  <a:pt x="2294968" y="2589796"/>
                  <a:pt x="2299650" y="2585115"/>
                  <a:pt x="2305426" y="2585115"/>
                </a:cubicBezTo>
                <a:close/>
                <a:moveTo>
                  <a:pt x="1383689" y="2585115"/>
                </a:moveTo>
                <a:cubicBezTo>
                  <a:pt x="1389464" y="2585115"/>
                  <a:pt x="1394146" y="2589796"/>
                  <a:pt x="1394146" y="2595572"/>
                </a:cubicBezTo>
                <a:cubicBezTo>
                  <a:pt x="1394146" y="2601348"/>
                  <a:pt x="1389464" y="2606029"/>
                  <a:pt x="1383689" y="2606029"/>
                </a:cubicBezTo>
                <a:cubicBezTo>
                  <a:pt x="1377913" y="2606029"/>
                  <a:pt x="1373232" y="2601348"/>
                  <a:pt x="1373232" y="2595572"/>
                </a:cubicBezTo>
                <a:cubicBezTo>
                  <a:pt x="1373232" y="2589796"/>
                  <a:pt x="1377913" y="2585115"/>
                  <a:pt x="1383689" y="2585115"/>
                </a:cubicBezTo>
                <a:close/>
                <a:moveTo>
                  <a:pt x="2190208" y="2584410"/>
                </a:moveTo>
                <a:cubicBezTo>
                  <a:pt x="2196373" y="2584410"/>
                  <a:pt x="2201370" y="2589408"/>
                  <a:pt x="2201370" y="2595572"/>
                </a:cubicBezTo>
                <a:cubicBezTo>
                  <a:pt x="2201370" y="2601737"/>
                  <a:pt x="2196373" y="2606734"/>
                  <a:pt x="2190208" y="2606734"/>
                </a:cubicBezTo>
                <a:cubicBezTo>
                  <a:pt x="2184044" y="2606734"/>
                  <a:pt x="2179046" y="2601737"/>
                  <a:pt x="2179046" y="2595572"/>
                </a:cubicBezTo>
                <a:cubicBezTo>
                  <a:pt x="2179046" y="2589408"/>
                  <a:pt x="2184044" y="2584410"/>
                  <a:pt x="2190208" y="2584410"/>
                </a:cubicBezTo>
                <a:close/>
                <a:moveTo>
                  <a:pt x="1498906" y="2584410"/>
                </a:moveTo>
                <a:cubicBezTo>
                  <a:pt x="1505070" y="2584410"/>
                  <a:pt x="1510068" y="2589408"/>
                  <a:pt x="1510068" y="2595572"/>
                </a:cubicBezTo>
                <a:cubicBezTo>
                  <a:pt x="1510068" y="2601737"/>
                  <a:pt x="1505070" y="2606734"/>
                  <a:pt x="1498906" y="2606734"/>
                </a:cubicBezTo>
                <a:cubicBezTo>
                  <a:pt x="1492742" y="2606734"/>
                  <a:pt x="1487744" y="2601737"/>
                  <a:pt x="1487744" y="2595572"/>
                </a:cubicBezTo>
                <a:cubicBezTo>
                  <a:pt x="1487744" y="2589408"/>
                  <a:pt x="1492742" y="2584410"/>
                  <a:pt x="1498906" y="2584410"/>
                </a:cubicBezTo>
                <a:close/>
                <a:moveTo>
                  <a:pt x="2074991" y="2583830"/>
                </a:moveTo>
                <a:cubicBezTo>
                  <a:pt x="2081476" y="2583830"/>
                  <a:pt x="2086733" y="2589087"/>
                  <a:pt x="2086733" y="2595572"/>
                </a:cubicBezTo>
                <a:cubicBezTo>
                  <a:pt x="2086733" y="2602057"/>
                  <a:pt x="2081476" y="2607314"/>
                  <a:pt x="2074991" y="2607314"/>
                </a:cubicBezTo>
                <a:cubicBezTo>
                  <a:pt x="2068506" y="2607314"/>
                  <a:pt x="2063249" y="2602057"/>
                  <a:pt x="2063249" y="2595572"/>
                </a:cubicBezTo>
                <a:cubicBezTo>
                  <a:pt x="2063249" y="2589087"/>
                  <a:pt x="2068506" y="2583830"/>
                  <a:pt x="2074991" y="2583830"/>
                </a:cubicBezTo>
                <a:close/>
                <a:moveTo>
                  <a:pt x="1614123" y="2583830"/>
                </a:moveTo>
                <a:cubicBezTo>
                  <a:pt x="1620608" y="2583830"/>
                  <a:pt x="1625865" y="2589087"/>
                  <a:pt x="1625865" y="2595572"/>
                </a:cubicBezTo>
                <a:cubicBezTo>
                  <a:pt x="1625865" y="2602057"/>
                  <a:pt x="1620608" y="2607314"/>
                  <a:pt x="1614123" y="2607314"/>
                </a:cubicBezTo>
                <a:cubicBezTo>
                  <a:pt x="1607638" y="2607314"/>
                  <a:pt x="1602381" y="2602057"/>
                  <a:pt x="1602381" y="2595572"/>
                </a:cubicBezTo>
                <a:cubicBezTo>
                  <a:pt x="1602381" y="2589087"/>
                  <a:pt x="1607638" y="2583830"/>
                  <a:pt x="1614123" y="2583830"/>
                </a:cubicBezTo>
                <a:close/>
                <a:moveTo>
                  <a:pt x="1959774" y="2583386"/>
                </a:moveTo>
                <a:cubicBezTo>
                  <a:pt x="1966505" y="2583386"/>
                  <a:pt x="1971960" y="2588842"/>
                  <a:pt x="1971960" y="2595572"/>
                </a:cubicBezTo>
                <a:cubicBezTo>
                  <a:pt x="1971960" y="2602303"/>
                  <a:pt x="1966505" y="2607758"/>
                  <a:pt x="1959774" y="2607758"/>
                </a:cubicBezTo>
                <a:cubicBezTo>
                  <a:pt x="1953044" y="2607758"/>
                  <a:pt x="1947588" y="2602303"/>
                  <a:pt x="1947588" y="2595572"/>
                </a:cubicBezTo>
                <a:cubicBezTo>
                  <a:pt x="1947588" y="2588842"/>
                  <a:pt x="1953044" y="2583386"/>
                  <a:pt x="1959774" y="2583386"/>
                </a:cubicBezTo>
                <a:close/>
                <a:moveTo>
                  <a:pt x="1729340" y="2583386"/>
                </a:moveTo>
                <a:cubicBezTo>
                  <a:pt x="1736071" y="2583386"/>
                  <a:pt x="1741526" y="2588842"/>
                  <a:pt x="1741526" y="2595572"/>
                </a:cubicBezTo>
                <a:cubicBezTo>
                  <a:pt x="1741526" y="2602303"/>
                  <a:pt x="1736071" y="2607758"/>
                  <a:pt x="1729340" y="2607758"/>
                </a:cubicBezTo>
                <a:cubicBezTo>
                  <a:pt x="1722610" y="2607758"/>
                  <a:pt x="1717154" y="2602303"/>
                  <a:pt x="1717154" y="2595572"/>
                </a:cubicBezTo>
                <a:cubicBezTo>
                  <a:pt x="1717154" y="2588842"/>
                  <a:pt x="1722610" y="2583386"/>
                  <a:pt x="1729340" y="2583386"/>
                </a:cubicBezTo>
                <a:close/>
                <a:moveTo>
                  <a:pt x="1844558" y="2583236"/>
                </a:moveTo>
                <a:cubicBezTo>
                  <a:pt x="1851370" y="2583236"/>
                  <a:pt x="1856893" y="2588759"/>
                  <a:pt x="1856893" y="2595572"/>
                </a:cubicBezTo>
                <a:cubicBezTo>
                  <a:pt x="1856893" y="2602385"/>
                  <a:pt x="1851370" y="2607908"/>
                  <a:pt x="1844558" y="2607908"/>
                </a:cubicBezTo>
                <a:cubicBezTo>
                  <a:pt x="1837744" y="2607908"/>
                  <a:pt x="1832221" y="2602385"/>
                  <a:pt x="1832221" y="2595572"/>
                </a:cubicBezTo>
                <a:cubicBezTo>
                  <a:pt x="1832221" y="2588759"/>
                  <a:pt x="1837744" y="2583236"/>
                  <a:pt x="1844558" y="2583236"/>
                </a:cubicBezTo>
                <a:close/>
                <a:moveTo>
                  <a:pt x="3515204" y="2494563"/>
                </a:moveTo>
                <a:cubicBezTo>
                  <a:pt x="3515882" y="2494563"/>
                  <a:pt x="3516432" y="2495113"/>
                  <a:pt x="3516432" y="2495791"/>
                </a:cubicBezTo>
                <a:cubicBezTo>
                  <a:pt x="3516432" y="2496469"/>
                  <a:pt x="3515882" y="2497018"/>
                  <a:pt x="3515204" y="2497018"/>
                </a:cubicBezTo>
                <a:cubicBezTo>
                  <a:pt x="3514526" y="2497018"/>
                  <a:pt x="3513976" y="2496469"/>
                  <a:pt x="3513976" y="2495791"/>
                </a:cubicBezTo>
                <a:cubicBezTo>
                  <a:pt x="3513976" y="2495112"/>
                  <a:pt x="3514526" y="2494563"/>
                  <a:pt x="3515204" y="2494563"/>
                </a:cubicBezTo>
                <a:close/>
                <a:moveTo>
                  <a:pt x="173910" y="2494563"/>
                </a:moveTo>
                <a:cubicBezTo>
                  <a:pt x="174589" y="2494563"/>
                  <a:pt x="175139" y="2495113"/>
                  <a:pt x="175139" y="2495791"/>
                </a:cubicBezTo>
                <a:cubicBezTo>
                  <a:pt x="175139" y="2496469"/>
                  <a:pt x="174589" y="2497018"/>
                  <a:pt x="173910" y="2497018"/>
                </a:cubicBezTo>
                <a:cubicBezTo>
                  <a:pt x="173233" y="2497018"/>
                  <a:pt x="172683" y="2496469"/>
                  <a:pt x="172683" y="2495791"/>
                </a:cubicBezTo>
                <a:cubicBezTo>
                  <a:pt x="172683" y="2495112"/>
                  <a:pt x="173233" y="2494563"/>
                  <a:pt x="173910" y="2494563"/>
                </a:cubicBezTo>
                <a:close/>
                <a:moveTo>
                  <a:pt x="3399987" y="2493969"/>
                </a:moveTo>
                <a:cubicBezTo>
                  <a:pt x="3400993" y="2493969"/>
                  <a:pt x="3401809" y="2494785"/>
                  <a:pt x="3401809" y="2495791"/>
                </a:cubicBezTo>
                <a:cubicBezTo>
                  <a:pt x="3401809" y="2496797"/>
                  <a:pt x="3400993" y="2497613"/>
                  <a:pt x="3399987" y="2497613"/>
                </a:cubicBezTo>
                <a:cubicBezTo>
                  <a:pt x="3398981" y="2497613"/>
                  <a:pt x="3398165" y="2496797"/>
                  <a:pt x="3398165" y="2495791"/>
                </a:cubicBezTo>
                <a:cubicBezTo>
                  <a:pt x="3398165" y="2494785"/>
                  <a:pt x="3398981" y="2493969"/>
                  <a:pt x="3399987" y="2493969"/>
                </a:cubicBezTo>
                <a:close/>
                <a:moveTo>
                  <a:pt x="289128" y="2493969"/>
                </a:moveTo>
                <a:cubicBezTo>
                  <a:pt x="290133" y="2493969"/>
                  <a:pt x="290950" y="2494785"/>
                  <a:pt x="290950" y="2495791"/>
                </a:cubicBezTo>
                <a:cubicBezTo>
                  <a:pt x="290950" y="2496797"/>
                  <a:pt x="290133" y="2497613"/>
                  <a:pt x="289128" y="2497613"/>
                </a:cubicBezTo>
                <a:cubicBezTo>
                  <a:pt x="288122" y="2497613"/>
                  <a:pt x="287307" y="2496797"/>
                  <a:pt x="287307" y="2495791"/>
                </a:cubicBezTo>
                <a:cubicBezTo>
                  <a:pt x="287307" y="2494785"/>
                  <a:pt x="288122" y="2493969"/>
                  <a:pt x="289128" y="2493969"/>
                </a:cubicBezTo>
                <a:close/>
                <a:moveTo>
                  <a:pt x="3284770" y="2493192"/>
                </a:moveTo>
                <a:cubicBezTo>
                  <a:pt x="3286206" y="2493192"/>
                  <a:pt x="3287370" y="2494355"/>
                  <a:pt x="3287370" y="2495791"/>
                </a:cubicBezTo>
                <a:cubicBezTo>
                  <a:pt x="3287370" y="2497227"/>
                  <a:pt x="3286205" y="2498391"/>
                  <a:pt x="3284770" y="2498391"/>
                </a:cubicBezTo>
                <a:cubicBezTo>
                  <a:pt x="3283334" y="2498391"/>
                  <a:pt x="3282170" y="2497227"/>
                  <a:pt x="3282170" y="2495791"/>
                </a:cubicBezTo>
                <a:cubicBezTo>
                  <a:pt x="3282170" y="2494355"/>
                  <a:pt x="3283335" y="2493192"/>
                  <a:pt x="3284770" y="2493192"/>
                </a:cubicBezTo>
                <a:close/>
                <a:moveTo>
                  <a:pt x="404345" y="2493192"/>
                </a:moveTo>
                <a:cubicBezTo>
                  <a:pt x="405781" y="2493192"/>
                  <a:pt x="406945" y="2494355"/>
                  <a:pt x="406945" y="2495791"/>
                </a:cubicBezTo>
                <a:cubicBezTo>
                  <a:pt x="406945" y="2497227"/>
                  <a:pt x="405781" y="2498391"/>
                  <a:pt x="404345" y="2498391"/>
                </a:cubicBezTo>
                <a:cubicBezTo>
                  <a:pt x="402909" y="2498391"/>
                  <a:pt x="401744" y="2497227"/>
                  <a:pt x="401744" y="2495791"/>
                </a:cubicBezTo>
                <a:cubicBezTo>
                  <a:pt x="401744" y="2494355"/>
                  <a:pt x="402909" y="2493192"/>
                  <a:pt x="404345" y="2493192"/>
                </a:cubicBezTo>
                <a:close/>
                <a:moveTo>
                  <a:pt x="3169553" y="2492361"/>
                </a:moveTo>
                <a:cubicBezTo>
                  <a:pt x="3171447" y="2492361"/>
                  <a:pt x="3172983" y="2493897"/>
                  <a:pt x="3172983" y="2495791"/>
                </a:cubicBezTo>
                <a:cubicBezTo>
                  <a:pt x="3172983" y="2497685"/>
                  <a:pt x="3171447" y="2499222"/>
                  <a:pt x="3169553" y="2499222"/>
                </a:cubicBezTo>
                <a:cubicBezTo>
                  <a:pt x="3167658" y="2499222"/>
                  <a:pt x="3166122" y="2497685"/>
                  <a:pt x="3166122" y="2495791"/>
                </a:cubicBezTo>
                <a:cubicBezTo>
                  <a:pt x="3166122" y="2493897"/>
                  <a:pt x="3167658" y="2492361"/>
                  <a:pt x="3169553" y="2492361"/>
                </a:cubicBezTo>
                <a:close/>
                <a:moveTo>
                  <a:pt x="519562" y="2492361"/>
                </a:moveTo>
                <a:cubicBezTo>
                  <a:pt x="521457" y="2492361"/>
                  <a:pt x="522992" y="2493897"/>
                  <a:pt x="522992" y="2495791"/>
                </a:cubicBezTo>
                <a:cubicBezTo>
                  <a:pt x="522992" y="2497685"/>
                  <a:pt x="521457" y="2499222"/>
                  <a:pt x="519562" y="2499222"/>
                </a:cubicBezTo>
                <a:cubicBezTo>
                  <a:pt x="517666" y="2499222"/>
                  <a:pt x="516132" y="2497685"/>
                  <a:pt x="516132" y="2495791"/>
                </a:cubicBezTo>
                <a:cubicBezTo>
                  <a:pt x="516132" y="2493897"/>
                  <a:pt x="517666" y="2492361"/>
                  <a:pt x="519562" y="2492361"/>
                </a:cubicBezTo>
                <a:close/>
                <a:moveTo>
                  <a:pt x="3054336" y="2491327"/>
                </a:moveTo>
                <a:cubicBezTo>
                  <a:pt x="3056800" y="2491327"/>
                  <a:pt x="3058799" y="2493325"/>
                  <a:pt x="3058799" y="2495791"/>
                </a:cubicBezTo>
                <a:cubicBezTo>
                  <a:pt x="3058799" y="2498257"/>
                  <a:pt x="3056801" y="2500255"/>
                  <a:pt x="3054336" y="2500255"/>
                </a:cubicBezTo>
                <a:cubicBezTo>
                  <a:pt x="3051870" y="2500255"/>
                  <a:pt x="3049871" y="2498257"/>
                  <a:pt x="3049871" y="2495791"/>
                </a:cubicBezTo>
                <a:cubicBezTo>
                  <a:pt x="3049871" y="2493325"/>
                  <a:pt x="3051870" y="2491327"/>
                  <a:pt x="3054336" y="2491327"/>
                </a:cubicBezTo>
                <a:close/>
                <a:moveTo>
                  <a:pt x="634779" y="2491327"/>
                </a:moveTo>
                <a:cubicBezTo>
                  <a:pt x="637244" y="2491327"/>
                  <a:pt x="639242" y="2493325"/>
                  <a:pt x="639242" y="2495791"/>
                </a:cubicBezTo>
                <a:cubicBezTo>
                  <a:pt x="639242" y="2498257"/>
                  <a:pt x="637244" y="2500255"/>
                  <a:pt x="634779" y="2500255"/>
                </a:cubicBezTo>
                <a:cubicBezTo>
                  <a:pt x="632314" y="2500255"/>
                  <a:pt x="630316" y="2498257"/>
                  <a:pt x="630316" y="2495791"/>
                </a:cubicBezTo>
                <a:cubicBezTo>
                  <a:pt x="630316" y="2493325"/>
                  <a:pt x="632314" y="2491327"/>
                  <a:pt x="634779" y="2491327"/>
                </a:cubicBezTo>
                <a:close/>
                <a:moveTo>
                  <a:pt x="2939119" y="2490264"/>
                </a:moveTo>
                <a:cubicBezTo>
                  <a:pt x="2942171" y="2490264"/>
                  <a:pt x="2944646" y="2492739"/>
                  <a:pt x="2944646" y="2495791"/>
                </a:cubicBezTo>
                <a:cubicBezTo>
                  <a:pt x="2944646" y="2498844"/>
                  <a:pt x="2942171" y="2501318"/>
                  <a:pt x="2939119" y="2501318"/>
                </a:cubicBezTo>
                <a:cubicBezTo>
                  <a:pt x="2936066" y="2501318"/>
                  <a:pt x="2933592" y="2498844"/>
                  <a:pt x="2933592" y="2495791"/>
                </a:cubicBezTo>
                <a:cubicBezTo>
                  <a:pt x="2933592" y="2492739"/>
                  <a:pt x="2936066" y="2490264"/>
                  <a:pt x="2939119" y="2490264"/>
                </a:cubicBezTo>
                <a:close/>
                <a:moveTo>
                  <a:pt x="749995" y="2490264"/>
                </a:moveTo>
                <a:cubicBezTo>
                  <a:pt x="753048" y="2490264"/>
                  <a:pt x="755523" y="2492739"/>
                  <a:pt x="755523" y="2495791"/>
                </a:cubicBezTo>
                <a:cubicBezTo>
                  <a:pt x="755523" y="2498844"/>
                  <a:pt x="753048" y="2501318"/>
                  <a:pt x="749995" y="2501318"/>
                </a:cubicBezTo>
                <a:cubicBezTo>
                  <a:pt x="746943" y="2501318"/>
                  <a:pt x="744468" y="2498844"/>
                  <a:pt x="744468" y="2495791"/>
                </a:cubicBezTo>
                <a:cubicBezTo>
                  <a:pt x="744468" y="2492739"/>
                  <a:pt x="746943" y="2490264"/>
                  <a:pt x="749995" y="2490264"/>
                </a:cubicBezTo>
                <a:close/>
                <a:moveTo>
                  <a:pt x="865212" y="2489202"/>
                </a:moveTo>
                <a:cubicBezTo>
                  <a:pt x="868852" y="2489202"/>
                  <a:pt x="871802" y="2492152"/>
                  <a:pt x="871802" y="2495791"/>
                </a:cubicBezTo>
                <a:cubicBezTo>
                  <a:pt x="871802" y="2499431"/>
                  <a:pt x="868852" y="2502381"/>
                  <a:pt x="865212" y="2502381"/>
                </a:cubicBezTo>
                <a:cubicBezTo>
                  <a:pt x="861573" y="2502381"/>
                  <a:pt x="858623" y="2499431"/>
                  <a:pt x="858623" y="2495791"/>
                </a:cubicBezTo>
                <a:cubicBezTo>
                  <a:pt x="858623" y="2492152"/>
                  <a:pt x="861573" y="2489202"/>
                  <a:pt x="865212" y="2489202"/>
                </a:cubicBezTo>
                <a:close/>
                <a:moveTo>
                  <a:pt x="2823902" y="2489091"/>
                </a:moveTo>
                <a:cubicBezTo>
                  <a:pt x="2827602" y="2489091"/>
                  <a:pt x="2830602" y="2492091"/>
                  <a:pt x="2830602" y="2495792"/>
                </a:cubicBezTo>
                <a:cubicBezTo>
                  <a:pt x="2830602" y="2499492"/>
                  <a:pt x="2827602" y="2502492"/>
                  <a:pt x="2823902" y="2502492"/>
                </a:cubicBezTo>
                <a:cubicBezTo>
                  <a:pt x="2820202" y="2502492"/>
                  <a:pt x="2817201" y="2499492"/>
                  <a:pt x="2817201" y="2495792"/>
                </a:cubicBezTo>
                <a:cubicBezTo>
                  <a:pt x="2817201" y="2492091"/>
                  <a:pt x="2820202" y="2489091"/>
                  <a:pt x="2823902" y="2489091"/>
                </a:cubicBezTo>
                <a:close/>
                <a:moveTo>
                  <a:pt x="2708685" y="2488049"/>
                </a:moveTo>
                <a:cubicBezTo>
                  <a:pt x="2712961" y="2488049"/>
                  <a:pt x="2716427" y="2491515"/>
                  <a:pt x="2716427" y="2495792"/>
                </a:cubicBezTo>
                <a:cubicBezTo>
                  <a:pt x="2716427" y="2500067"/>
                  <a:pt x="2712961" y="2503533"/>
                  <a:pt x="2708685" y="2503533"/>
                </a:cubicBezTo>
                <a:cubicBezTo>
                  <a:pt x="2704409" y="2503533"/>
                  <a:pt x="2700943" y="2500067"/>
                  <a:pt x="2700943" y="2495792"/>
                </a:cubicBezTo>
                <a:cubicBezTo>
                  <a:pt x="2700943" y="2491515"/>
                  <a:pt x="2704409" y="2488049"/>
                  <a:pt x="2708685" y="2488049"/>
                </a:cubicBezTo>
                <a:close/>
                <a:moveTo>
                  <a:pt x="980430" y="2488049"/>
                </a:moveTo>
                <a:cubicBezTo>
                  <a:pt x="984705" y="2488049"/>
                  <a:pt x="988172" y="2491515"/>
                  <a:pt x="988172" y="2495792"/>
                </a:cubicBezTo>
                <a:cubicBezTo>
                  <a:pt x="988172" y="2500067"/>
                  <a:pt x="984705" y="2503533"/>
                  <a:pt x="980430" y="2503533"/>
                </a:cubicBezTo>
                <a:cubicBezTo>
                  <a:pt x="976154" y="2503533"/>
                  <a:pt x="972687" y="2500067"/>
                  <a:pt x="972687" y="2495792"/>
                </a:cubicBezTo>
                <a:cubicBezTo>
                  <a:pt x="972687" y="2491515"/>
                  <a:pt x="976154" y="2488049"/>
                  <a:pt x="980430" y="2488049"/>
                </a:cubicBezTo>
                <a:close/>
                <a:moveTo>
                  <a:pt x="2593468" y="2486805"/>
                </a:moveTo>
                <a:cubicBezTo>
                  <a:pt x="2598430" y="2486805"/>
                  <a:pt x="2602454" y="2490828"/>
                  <a:pt x="2602454" y="2495791"/>
                </a:cubicBezTo>
                <a:cubicBezTo>
                  <a:pt x="2602454" y="2500753"/>
                  <a:pt x="2598430" y="2504777"/>
                  <a:pt x="2593468" y="2504777"/>
                </a:cubicBezTo>
                <a:cubicBezTo>
                  <a:pt x="2588505" y="2504777"/>
                  <a:pt x="2584482" y="2500753"/>
                  <a:pt x="2584482" y="2495791"/>
                </a:cubicBezTo>
                <a:cubicBezTo>
                  <a:pt x="2584482" y="2490828"/>
                  <a:pt x="2588505" y="2486805"/>
                  <a:pt x="2593468" y="2486805"/>
                </a:cubicBezTo>
                <a:close/>
                <a:moveTo>
                  <a:pt x="1095646" y="2486805"/>
                </a:moveTo>
                <a:cubicBezTo>
                  <a:pt x="1100608" y="2486805"/>
                  <a:pt x="1104632" y="2490828"/>
                  <a:pt x="1104632" y="2495791"/>
                </a:cubicBezTo>
                <a:cubicBezTo>
                  <a:pt x="1104632" y="2500753"/>
                  <a:pt x="1100608" y="2504777"/>
                  <a:pt x="1095646" y="2504777"/>
                </a:cubicBezTo>
                <a:cubicBezTo>
                  <a:pt x="1090683" y="2504777"/>
                  <a:pt x="1086661" y="2500753"/>
                  <a:pt x="1086661" y="2495791"/>
                </a:cubicBezTo>
                <a:cubicBezTo>
                  <a:pt x="1086661" y="2490828"/>
                  <a:pt x="1090683" y="2486805"/>
                  <a:pt x="1095646" y="2486805"/>
                </a:cubicBezTo>
                <a:close/>
                <a:moveTo>
                  <a:pt x="2478251" y="2485610"/>
                </a:moveTo>
                <a:cubicBezTo>
                  <a:pt x="2483874" y="2485610"/>
                  <a:pt x="2488433" y="2490169"/>
                  <a:pt x="2488433" y="2495792"/>
                </a:cubicBezTo>
                <a:cubicBezTo>
                  <a:pt x="2488433" y="2501415"/>
                  <a:pt x="2483874" y="2505973"/>
                  <a:pt x="2478251" y="2505973"/>
                </a:cubicBezTo>
                <a:cubicBezTo>
                  <a:pt x="2472628" y="2505973"/>
                  <a:pt x="2468069" y="2501415"/>
                  <a:pt x="2468069" y="2495792"/>
                </a:cubicBezTo>
                <a:cubicBezTo>
                  <a:pt x="2468069" y="2490169"/>
                  <a:pt x="2472628" y="2485610"/>
                  <a:pt x="2478251" y="2485610"/>
                </a:cubicBezTo>
                <a:close/>
                <a:moveTo>
                  <a:pt x="1210864" y="2485610"/>
                </a:moveTo>
                <a:cubicBezTo>
                  <a:pt x="1216487" y="2485610"/>
                  <a:pt x="1221045" y="2490169"/>
                  <a:pt x="1221045" y="2495792"/>
                </a:cubicBezTo>
                <a:cubicBezTo>
                  <a:pt x="1221045" y="2501415"/>
                  <a:pt x="1216487" y="2505973"/>
                  <a:pt x="1210864" y="2505973"/>
                </a:cubicBezTo>
                <a:cubicBezTo>
                  <a:pt x="1205241" y="2505973"/>
                  <a:pt x="1200682" y="2501415"/>
                  <a:pt x="1200682" y="2495792"/>
                </a:cubicBezTo>
                <a:cubicBezTo>
                  <a:pt x="1200682" y="2490169"/>
                  <a:pt x="1205241" y="2485610"/>
                  <a:pt x="1210864" y="2485610"/>
                </a:cubicBezTo>
                <a:close/>
                <a:moveTo>
                  <a:pt x="2363033" y="2484629"/>
                </a:moveTo>
                <a:cubicBezTo>
                  <a:pt x="2369198" y="2484629"/>
                  <a:pt x="2374195" y="2489627"/>
                  <a:pt x="2374195" y="2495791"/>
                </a:cubicBezTo>
                <a:cubicBezTo>
                  <a:pt x="2374195" y="2501956"/>
                  <a:pt x="2369198" y="2506953"/>
                  <a:pt x="2363033" y="2506953"/>
                </a:cubicBezTo>
                <a:cubicBezTo>
                  <a:pt x="2356869" y="2506953"/>
                  <a:pt x="2351872" y="2501956"/>
                  <a:pt x="2351872" y="2495791"/>
                </a:cubicBezTo>
                <a:cubicBezTo>
                  <a:pt x="2351872" y="2489627"/>
                  <a:pt x="2356869" y="2484629"/>
                  <a:pt x="2363033" y="2484629"/>
                </a:cubicBezTo>
                <a:close/>
                <a:moveTo>
                  <a:pt x="1326080" y="2484629"/>
                </a:moveTo>
                <a:cubicBezTo>
                  <a:pt x="1332245" y="2484629"/>
                  <a:pt x="1337243" y="2489627"/>
                  <a:pt x="1337243" y="2495791"/>
                </a:cubicBezTo>
                <a:cubicBezTo>
                  <a:pt x="1337243" y="2501956"/>
                  <a:pt x="1332245" y="2506953"/>
                  <a:pt x="1326080" y="2506953"/>
                </a:cubicBezTo>
                <a:cubicBezTo>
                  <a:pt x="1319916" y="2506953"/>
                  <a:pt x="1314919" y="2501956"/>
                  <a:pt x="1314919" y="2495791"/>
                </a:cubicBezTo>
                <a:cubicBezTo>
                  <a:pt x="1314919" y="2489627"/>
                  <a:pt x="1319916" y="2484629"/>
                  <a:pt x="1326080" y="2484629"/>
                </a:cubicBezTo>
                <a:close/>
                <a:moveTo>
                  <a:pt x="2247817" y="2483605"/>
                </a:moveTo>
                <a:cubicBezTo>
                  <a:pt x="2254547" y="2483605"/>
                  <a:pt x="2260002" y="2489062"/>
                  <a:pt x="2260002" y="2495792"/>
                </a:cubicBezTo>
                <a:cubicBezTo>
                  <a:pt x="2260002" y="2502522"/>
                  <a:pt x="2254547" y="2507977"/>
                  <a:pt x="2247817" y="2507977"/>
                </a:cubicBezTo>
                <a:cubicBezTo>
                  <a:pt x="2241087" y="2507977"/>
                  <a:pt x="2235631" y="2502522"/>
                  <a:pt x="2235631" y="2495792"/>
                </a:cubicBezTo>
                <a:cubicBezTo>
                  <a:pt x="2235631" y="2489062"/>
                  <a:pt x="2241087" y="2483605"/>
                  <a:pt x="2247817" y="2483605"/>
                </a:cubicBezTo>
                <a:close/>
                <a:moveTo>
                  <a:pt x="1441298" y="2483605"/>
                </a:moveTo>
                <a:cubicBezTo>
                  <a:pt x="1448028" y="2483605"/>
                  <a:pt x="1453484" y="2489062"/>
                  <a:pt x="1453484" y="2495792"/>
                </a:cubicBezTo>
                <a:cubicBezTo>
                  <a:pt x="1453484" y="2502522"/>
                  <a:pt x="1448028" y="2507977"/>
                  <a:pt x="1441298" y="2507977"/>
                </a:cubicBezTo>
                <a:cubicBezTo>
                  <a:pt x="1434568" y="2507977"/>
                  <a:pt x="1429112" y="2502522"/>
                  <a:pt x="1429112" y="2495792"/>
                </a:cubicBezTo>
                <a:cubicBezTo>
                  <a:pt x="1429112" y="2489062"/>
                  <a:pt x="1434568" y="2483605"/>
                  <a:pt x="1441298" y="2483605"/>
                </a:cubicBezTo>
                <a:close/>
                <a:moveTo>
                  <a:pt x="1556514" y="2482847"/>
                </a:moveTo>
                <a:cubicBezTo>
                  <a:pt x="1563664" y="2482847"/>
                  <a:pt x="1569459" y="2488642"/>
                  <a:pt x="1569459" y="2495791"/>
                </a:cubicBezTo>
                <a:cubicBezTo>
                  <a:pt x="1569459" y="2502940"/>
                  <a:pt x="1563664" y="2508736"/>
                  <a:pt x="1556514" y="2508736"/>
                </a:cubicBezTo>
                <a:cubicBezTo>
                  <a:pt x="1549366" y="2508736"/>
                  <a:pt x="1543570" y="2502940"/>
                  <a:pt x="1543570" y="2495791"/>
                </a:cubicBezTo>
                <a:cubicBezTo>
                  <a:pt x="1543570" y="2488642"/>
                  <a:pt x="1549366" y="2482847"/>
                  <a:pt x="1556514" y="2482847"/>
                </a:cubicBezTo>
                <a:close/>
                <a:moveTo>
                  <a:pt x="2132600" y="2482692"/>
                </a:moveTo>
                <a:cubicBezTo>
                  <a:pt x="2139834" y="2482692"/>
                  <a:pt x="2145699" y="2488556"/>
                  <a:pt x="2145699" y="2495791"/>
                </a:cubicBezTo>
                <a:cubicBezTo>
                  <a:pt x="2145699" y="2503025"/>
                  <a:pt x="2139834" y="2508890"/>
                  <a:pt x="2132600" y="2508890"/>
                </a:cubicBezTo>
                <a:cubicBezTo>
                  <a:pt x="2125366" y="2508890"/>
                  <a:pt x="2119501" y="2503025"/>
                  <a:pt x="2119501" y="2495791"/>
                </a:cubicBezTo>
                <a:cubicBezTo>
                  <a:pt x="2119501" y="2488557"/>
                  <a:pt x="2125365" y="2482692"/>
                  <a:pt x="2132600" y="2482692"/>
                </a:cubicBezTo>
                <a:close/>
                <a:moveTo>
                  <a:pt x="2017383" y="2482224"/>
                </a:moveTo>
                <a:cubicBezTo>
                  <a:pt x="2024875" y="2482224"/>
                  <a:pt x="2030950" y="2488298"/>
                  <a:pt x="2030950" y="2495792"/>
                </a:cubicBezTo>
                <a:cubicBezTo>
                  <a:pt x="2030950" y="2503284"/>
                  <a:pt x="2024875" y="2509359"/>
                  <a:pt x="2017383" y="2509359"/>
                </a:cubicBezTo>
                <a:cubicBezTo>
                  <a:pt x="2009890" y="2509359"/>
                  <a:pt x="2003815" y="2503284"/>
                  <a:pt x="2003815" y="2495792"/>
                </a:cubicBezTo>
                <a:cubicBezTo>
                  <a:pt x="2003815" y="2488298"/>
                  <a:pt x="2009890" y="2482224"/>
                  <a:pt x="2017383" y="2482224"/>
                </a:cubicBezTo>
                <a:close/>
                <a:moveTo>
                  <a:pt x="1671732" y="2482224"/>
                </a:moveTo>
                <a:cubicBezTo>
                  <a:pt x="1679225" y="2482224"/>
                  <a:pt x="1685299" y="2488298"/>
                  <a:pt x="1685299" y="2495792"/>
                </a:cubicBezTo>
                <a:cubicBezTo>
                  <a:pt x="1685299" y="2503284"/>
                  <a:pt x="1679225" y="2509359"/>
                  <a:pt x="1671732" y="2509359"/>
                </a:cubicBezTo>
                <a:cubicBezTo>
                  <a:pt x="1664239" y="2509359"/>
                  <a:pt x="1658165" y="2503284"/>
                  <a:pt x="1658165" y="2495792"/>
                </a:cubicBezTo>
                <a:cubicBezTo>
                  <a:pt x="1658165" y="2488298"/>
                  <a:pt x="1664239" y="2482224"/>
                  <a:pt x="1671732" y="2482224"/>
                </a:cubicBezTo>
                <a:close/>
                <a:moveTo>
                  <a:pt x="1902166" y="2481907"/>
                </a:moveTo>
                <a:cubicBezTo>
                  <a:pt x="1909834" y="2481907"/>
                  <a:pt x="1916050" y="2488123"/>
                  <a:pt x="1916050" y="2495791"/>
                </a:cubicBezTo>
                <a:cubicBezTo>
                  <a:pt x="1916050" y="2503459"/>
                  <a:pt x="1909834" y="2509675"/>
                  <a:pt x="1902166" y="2509675"/>
                </a:cubicBezTo>
                <a:cubicBezTo>
                  <a:pt x="1894498" y="2509675"/>
                  <a:pt x="1888282" y="2503459"/>
                  <a:pt x="1888282" y="2495791"/>
                </a:cubicBezTo>
                <a:cubicBezTo>
                  <a:pt x="1888282" y="2488123"/>
                  <a:pt x="1894498" y="2481907"/>
                  <a:pt x="1902166" y="2481907"/>
                </a:cubicBezTo>
                <a:close/>
                <a:moveTo>
                  <a:pt x="1786949" y="2481907"/>
                </a:moveTo>
                <a:cubicBezTo>
                  <a:pt x="1794617" y="2481907"/>
                  <a:pt x="1800833" y="2488123"/>
                  <a:pt x="1800833" y="2495791"/>
                </a:cubicBezTo>
                <a:cubicBezTo>
                  <a:pt x="1800833" y="2503459"/>
                  <a:pt x="1794617" y="2509675"/>
                  <a:pt x="1786949" y="2509675"/>
                </a:cubicBezTo>
                <a:cubicBezTo>
                  <a:pt x="1779281" y="2509675"/>
                  <a:pt x="1773065" y="2503459"/>
                  <a:pt x="1773065" y="2495791"/>
                </a:cubicBezTo>
                <a:cubicBezTo>
                  <a:pt x="1773065" y="2488123"/>
                  <a:pt x="1779281" y="2481907"/>
                  <a:pt x="1786949" y="2481907"/>
                </a:cubicBezTo>
                <a:close/>
                <a:moveTo>
                  <a:pt x="3572813" y="2394831"/>
                </a:moveTo>
                <a:cubicBezTo>
                  <a:pt x="3573464" y="2394831"/>
                  <a:pt x="3573992" y="2395359"/>
                  <a:pt x="3573992" y="2396010"/>
                </a:cubicBezTo>
                <a:cubicBezTo>
                  <a:pt x="3573992" y="2396662"/>
                  <a:pt x="3573464" y="2397189"/>
                  <a:pt x="3572813" y="2397189"/>
                </a:cubicBezTo>
                <a:cubicBezTo>
                  <a:pt x="3572161" y="2397189"/>
                  <a:pt x="3571634" y="2396662"/>
                  <a:pt x="3571634" y="2396010"/>
                </a:cubicBezTo>
                <a:cubicBezTo>
                  <a:pt x="3571634" y="2395359"/>
                  <a:pt x="3572161" y="2394831"/>
                  <a:pt x="3572813" y="2394831"/>
                </a:cubicBezTo>
                <a:close/>
                <a:moveTo>
                  <a:pt x="116302" y="2394831"/>
                </a:moveTo>
                <a:cubicBezTo>
                  <a:pt x="116954" y="2394831"/>
                  <a:pt x="117481" y="2395359"/>
                  <a:pt x="117481" y="2396010"/>
                </a:cubicBezTo>
                <a:cubicBezTo>
                  <a:pt x="117481" y="2396662"/>
                  <a:pt x="116954" y="2397189"/>
                  <a:pt x="116302" y="2397189"/>
                </a:cubicBezTo>
                <a:cubicBezTo>
                  <a:pt x="115651" y="2397189"/>
                  <a:pt x="115123" y="2396662"/>
                  <a:pt x="115123" y="2396010"/>
                </a:cubicBezTo>
                <a:cubicBezTo>
                  <a:pt x="115123" y="2395359"/>
                  <a:pt x="115651" y="2394831"/>
                  <a:pt x="116302" y="2394831"/>
                </a:cubicBezTo>
                <a:close/>
                <a:moveTo>
                  <a:pt x="3457595" y="2394247"/>
                </a:moveTo>
                <a:cubicBezTo>
                  <a:pt x="3458569" y="2394247"/>
                  <a:pt x="3459359" y="2395037"/>
                  <a:pt x="3459359" y="2396010"/>
                </a:cubicBezTo>
                <a:cubicBezTo>
                  <a:pt x="3459359" y="2396984"/>
                  <a:pt x="3458569" y="2397774"/>
                  <a:pt x="3457595" y="2397774"/>
                </a:cubicBezTo>
                <a:cubicBezTo>
                  <a:pt x="3456621" y="2397774"/>
                  <a:pt x="3455832" y="2396984"/>
                  <a:pt x="3455832" y="2396010"/>
                </a:cubicBezTo>
                <a:cubicBezTo>
                  <a:pt x="3455832" y="2395037"/>
                  <a:pt x="3456621" y="2394247"/>
                  <a:pt x="3457595" y="2394247"/>
                </a:cubicBezTo>
                <a:close/>
                <a:moveTo>
                  <a:pt x="231519" y="2394247"/>
                </a:moveTo>
                <a:cubicBezTo>
                  <a:pt x="232493" y="2394247"/>
                  <a:pt x="233283" y="2395037"/>
                  <a:pt x="233283" y="2396010"/>
                </a:cubicBezTo>
                <a:cubicBezTo>
                  <a:pt x="233283" y="2396984"/>
                  <a:pt x="232493" y="2397774"/>
                  <a:pt x="231519" y="2397774"/>
                </a:cubicBezTo>
                <a:cubicBezTo>
                  <a:pt x="230546" y="2397774"/>
                  <a:pt x="229757" y="2396984"/>
                  <a:pt x="229757" y="2396010"/>
                </a:cubicBezTo>
                <a:cubicBezTo>
                  <a:pt x="229757" y="2395037"/>
                  <a:pt x="230546" y="2394247"/>
                  <a:pt x="231519" y="2394247"/>
                </a:cubicBezTo>
                <a:close/>
                <a:moveTo>
                  <a:pt x="3342379" y="2393481"/>
                </a:moveTo>
                <a:cubicBezTo>
                  <a:pt x="3343775" y="2393481"/>
                  <a:pt x="3344908" y="2394613"/>
                  <a:pt x="3344908" y="2396010"/>
                </a:cubicBezTo>
                <a:cubicBezTo>
                  <a:pt x="3344908" y="2397408"/>
                  <a:pt x="3343775" y="2398541"/>
                  <a:pt x="3342379" y="2398541"/>
                </a:cubicBezTo>
                <a:cubicBezTo>
                  <a:pt x="3340981" y="2398541"/>
                  <a:pt x="3339849" y="2397408"/>
                  <a:pt x="3339849" y="2396010"/>
                </a:cubicBezTo>
                <a:cubicBezTo>
                  <a:pt x="3339849" y="2394613"/>
                  <a:pt x="3340981" y="2393481"/>
                  <a:pt x="3342379" y="2393481"/>
                </a:cubicBezTo>
                <a:close/>
                <a:moveTo>
                  <a:pt x="346736" y="2393481"/>
                </a:moveTo>
                <a:cubicBezTo>
                  <a:pt x="348134" y="2393481"/>
                  <a:pt x="349267" y="2394613"/>
                  <a:pt x="349267" y="2396010"/>
                </a:cubicBezTo>
                <a:cubicBezTo>
                  <a:pt x="349267" y="2397408"/>
                  <a:pt x="348134" y="2398541"/>
                  <a:pt x="346736" y="2398541"/>
                </a:cubicBezTo>
                <a:cubicBezTo>
                  <a:pt x="345340" y="2398541"/>
                  <a:pt x="344207" y="2397408"/>
                  <a:pt x="344207" y="2396010"/>
                </a:cubicBezTo>
                <a:cubicBezTo>
                  <a:pt x="344207" y="2394613"/>
                  <a:pt x="345340" y="2393481"/>
                  <a:pt x="346736" y="2393481"/>
                </a:cubicBezTo>
                <a:close/>
                <a:moveTo>
                  <a:pt x="3227162" y="2392660"/>
                </a:moveTo>
                <a:cubicBezTo>
                  <a:pt x="3229012" y="2392660"/>
                  <a:pt x="3230512" y="2394160"/>
                  <a:pt x="3230512" y="2396010"/>
                </a:cubicBezTo>
                <a:cubicBezTo>
                  <a:pt x="3230512" y="2397861"/>
                  <a:pt x="3229012" y="2399361"/>
                  <a:pt x="3227162" y="2399361"/>
                </a:cubicBezTo>
                <a:cubicBezTo>
                  <a:pt x="3225312" y="2399361"/>
                  <a:pt x="3223812" y="2397861"/>
                  <a:pt x="3223812" y="2396010"/>
                </a:cubicBezTo>
                <a:cubicBezTo>
                  <a:pt x="3223812" y="2394160"/>
                  <a:pt x="3225312" y="2392660"/>
                  <a:pt x="3227162" y="2392660"/>
                </a:cubicBezTo>
                <a:close/>
                <a:moveTo>
                  <a:pt x="461953" y="2392660"/>
                </a:moveTo>
                <a:cubicBezTo>
                  <a:pt x="463804" y="2392660"/>
                  <a:pt x="465304" y="2394160"/>
                  <a:pt x="465304" y="2396010"/>
                </a:cubicBezTo>
                <a:cubicBezTo>
                  <a:pt x="465304" y="2397861"/>
                  <a:pt x="463804" y="2399361"/>
                  <a:pt x="461953" y="2399361"/>
                </a:cubicBezTo>
                <a:cubicBezTo>
                  <a:pt x="460103" y="2399361"/>
                  <a:pt x="458603" y="2397861"/>
                  <a:pt x="458603" y="2396010"/>
                </a:cubicBezTo>
                <a:cubicBezTo>
                  <a:pt x="458603" y="2394160"/>
                  <a:pt x="460104" y="2392660"/>
                  <a:pt x="461953" y="2392660"/>
                </a:cubicBezTo>
                <a:close/>
                <a:moveTo>
                  <a:pt x="3111944" y="2391638"/>
                </a:moveTo>
                <a:cubicBezTo>
                  <a:pt x="3114359" y="2391638"/>
                  <a:pt x="3116317" y="2393595"/>
                  <a:pt x="3116317" y="2396010"/>
                </a:cubicBezTo>
                <a:cubicBezTo>
                  <a:pt x="3116317" y="2398425"/>
                  <a:pt x="3114359" y="2400383"/>
                  <a:pt x="3111944" y="2400383"/>
                </a:cubicBezTo>
                <a:cubicBezTo>
                  <a:pt x="3109530" y="2400383"/>
                  <a:pt x="3107572" y="2398425"/>
                  <a:pt x="3107572" y="2396010"/>
                </a:cubicBezTo>
                <a:cubicBezTo>
                  <a:pt x="3107572" y="2393595"/>
                  <a:pt x="3109530" y="2391638"/>
                  <a:pt x="3111944" y="2391638"/>
                </a:cubicBezTo>
                <a:close/>
                <a:moveTo>
                  <a:pt x="577170" y="2391638"/>
                </a:moveTo>
                <a:cubicBezTo>
                  <a:pt x="579585" y="2391638"/>
                  <a:pt x="581544" y="2393595"/>
                  <a:pt x="581544" y="2396010"/>
                </a:cubicBezTo>
                <a:cubicBezTo>
                  <a:pt x="581544" y="2398425"/>
                  <a:pt x="579585" y="2400383"/>
                  <a:pt x="577170" y="2400383"/>
                </a:cubicBezTo>
                <a:cubicBezTo>
                  <a:pt x="574756" y="2400383"/>
                  <a:pt x="572799" y="2398425"/>
                  <a:pt x="572799" y="2396010"/>
                </a:cubicBezTo>
                <a:cubicBezTo>
                  <a:pt x="572799" y="2393595"/>
                  <a:pt x="574756" y="2391638"/>
                  <a:pt x="577170" y="2391638"/>
                </a:cubicBezTo>
                <a:close/>
                <a:moveTo>
                  <a:pt x="2996728" y="2390483"/>
                </a:moveTo>
                <a:cubicBezTo>
                  <a:pt x="2999780" y="2390483"/>
                  <a:pt x="3002255" y="2392958"/>
                  <a:pt x="3002255" y="2396010"/>
                </a:cubicBezTo>
                <a:cubicBezTo>
                  <a:pt x="3002255" y="2399063"/>
                  <a:pt x="2999780" y="2401538"/>
                  <a:pt x="2996728" y="2401538"/>
                </a:cubicBezTo>
                <a:cubicBezTo>
                  <a:pt x="2993676" y="2401538"/>
                  <a:pt x="2991201" y="2399063"/>
                  <a:pt x="2991201" y="2396010"/>
                </a:cubicBezTo>
                <a:cubicBezTo>
                  <a:pt x="2991201" y="2392958"/>
                  <a:pt x="2993676" y="2390483"/>
                  <a:pt x="2996728" y="2390483"/>
                </a:cubicBezTo>
                <a:close/>
                <a:moveTo>
                  <a:pt x="692388" y="2390483"/>
                </a:moveTo>
                <a:cubicBezTo>
                  <a:pt x="695440" y="2390483"/>
                  <a:pt x="697915" y="2392958"/>
                  <a:pt x="697915" y="2396010"/>
                </a:cubicBezTo>
                <a:cubicBezTo>
                  <a:pt x="697915" y="2399063"/>
                  <a:pt x="695440" y="2401538"/>
                  <a:pt x="692388" y="2401538"/>
                </a:cubicBezTo>
                <a:cubicBezTo>
                  <a:pt x="689335" y="2401538"/>
                  <a:pt x="686861" y="2399063"/>
                  <a:pt x="686861" y="2396010"/>
                </a:cubicBezTo>
                <a:cubicBezTo>
                  <a:pt x="686861" y="2392958"/>
                  <a:pt x="689335" y="2390483"/>
                  <a:pt x="692388" y="2390483"/>
                </a:cubicBezTo>
                <a:close/>
                <a:moveTo>
                  <a:pt x="807604" y="2389421"/>
                </a:moveTo>
                <a:cubicBezTo>
                  <a:pt x="811244" y="2389421"/>
                  <a:pt x="814193" y="2392371"/>
                  <a:pt x="814193" y="2396010"/>
                </a:cubicBezTo>
                <a:cubicBezTo>
                  <a:pt x="814193" y="2399650"/>
                  <a:pt x="811244" y="2402600"/>
                  <a:pt x="807604" y="2402600"/>
                </a:cubicBezTo>
                <a:cubicBezTo>
                  <a:pt x="803965" y="2402600"/>
                  <a:pt x="801015" y="2399650"/>
                  <a:pt x="801015" y="2396010"/>
                </a:cubicBezTo>
                <a:cubicBezTo>
                  <a:pt x="801015" y="2392371"/>
                  <a:pt x="803965" y="2389421"/>
                  <a:pt x="807604" y="2389421"/>
                </a:cubicBezTo>
                <a:close/>
                <a:moveTo>
                  <a:pt x="2881510" y="2389309"/>
                </a:moveTo>
                <a:cubicBezTo>
                  <a:pt x="2885210" y="2389309"/>
                  <a:pt x="2888210" y="2392310"/>
                  <a:pt x="2888210" y="2396010"/>
                </a:cubicBezTo>
                <a:cubicBezTo>
                  <a:pt x="2888210" y="2399710"/>
                  <a:pt x="2885210" y="2402710"/>
                  <a:pt x="2881510" y="2402710"/>
                </a:cubicBezTo>
                <a:cubicBezTo>
                  <a:pt x="2877810" y="2402710"/>
                  <a:pt x="2874810" y="2399710"/>
                  <a:pt x="2874810" y="2396010"/>
                </a:cubicBezTo>
                <a:cubicBezTo>
                  <a:pt x="2874810" y="2392310"/>
                  <a:pt x="2877810" y="2389309"/>
                  <a:pt x="2881510" y="2389309"/>
                </a:cubicBezTo>
                <a:close/>
                <a:moveTo>
                  <a:pt x="2766293" y="2388027"/>
                </a:moveTo>
                <a:cubicBezTo>
                  <a:pt x="2770703" y="2388027"/>
                  <a:pt x="2774277" y="2391601"/>
                  <a:pt x="2774277" y="2396010"/>
                </a:cubicBezTo>
                <a:cubicBezTo>
                  <a:pt x="2774277" y="2400420"/>
                  <a:pt x="2770703" y="2403994"/>
                  <a:pt x="2766293" y="2403994"/>
                </a:cubicBezTo>
                <a:cubicBezTo>
                  <a:pt x="2761884" y="2403994"/>
                  <a:pt x="2758310" y="2400420"/>
                  <a:pt x="2758310" y="2396010"/>
                </a:cubicBezTo>
                <a:cubicBezTo>
                  <a:pt x="2758310" y="2391601"/>
                  <a:pt x="2761884" y="2388027"/>
                  <a:pt x="2766293" y="2388027"/>
                </a:cubicBezTo>
                <a:close/>
                <a:moveTo>
                  <a:pt x="922821" y="2388027"/>
                </a:moveTo>
                <a:cubicBezTo>
                  <a:pt x="927230" y="2388027"/>
                  <a:pt x="930805" y="2391601"/>
                  <a:pt x="930805" y="2396010"/>
                </a:cubicBezTo>
                <a:cubicBezTo>
                  <a:pt x="930805" y="2400420"/>
                  <a:pt x="927230" y="2403994"/>
                  <a:pt x="922821" y="2403994"/>
                </a:cubicBezTo>
                <a:cubicBezTo>
                  <a:pt x="918412" y="2403994"/>
                  <a:pt x="914837" y="2400420"/>
                  <a:pt x="914837" y="2396010"/>
                </a:cubicBezTo>
                <a:cubicBezTo>
                  <a:pt x="914837" y="2391601"/>
                  <a:pt x="918412" y="2388027"/>
                  <a:pt x="922821" y="2388027"/>
                </a:cubicBezTo>
                <a:close/>
                <a:moveTo>
                  <a:pt x="2651076" y="2386765"/>
                </a:moveTo>
                <a:cubicBezTo>
                  <a:pt x="2656182" y="2386765"/>
                  <a:pt x="2660321" y="2390904"/>
                  <a:pt x="2660321" y="2396010"/>
                </a:cubicBezTo>
                <a:cubicBezTo>
                  <a:pt x="2660321" y="2401116"/>
                  <a:pt x="2656182" y="2405255"/>
                  <a:pt x="2651076" y="2405255"/>
                </a:cubicBezTo>
                <a:cubicBezTo>
                  <a:pt x="2645970" y="2405255"/>
                  <a:pt x="2641831" y="2401116"/>
                  <a:pt x="2641831" y="2396010"/>
                </a:cubicBezTo>
                <a:cubicBezTo>
                  <a:pt x="2641831" y="2390904"/>
                  <a:pt x="2645970" y="2386765"/>
                  <a:pt x="2651076" y="2386765"/>
                </a:cubicBezTo>
                <a:close/>
                <a:moveTo>
                  <a:pt x="1038038" y="2386765"/>
                </a:moveTo>
                <a:cubicBezTo>
                  <a:pt x="1043144" y="2386765"/>
                  <a:pt x="1047283" y="2390904"/>
                  <a:pt x="1047283" y="2396010"/>
                </a:cubicBezTo>
                <a:cubicBezTo>
                  <a:pt x="1047283" y="2401116"/>
                  <a:pt x="1043144" y="2405255"/>
                  <a:pt x="1038038" y="2405255"/>
                </a:cubicBezTo>
                <a:cubicBezTo>
                  <a:pt x="1032932" y="2405255"/>
                  <a:pt x="1028793" y="2401116"/>
                  <a:pt x="1028793" y="2396010"/>
                </a:cubicBezTo>
                <a:cubicBezTo>
                  <a:pt x="1028793" y="2390904"/>
                  <a:pt x="1032932" y="2386765"/>
                  <a:pt x="1038038" y="2386765"/>
                </a:cubicBezTo>
                <a:close/>
                <a:moveTo>
                  <a:pt x="2535859" y="2385414"/>
                </a:moveTo>
                <a:cubicBezTo>
                  <a:pt x="2541712" y="2385414"/>
                  <a:pt x="2546455" y="2390158"/>
                  <a:pt x="2546455" y="2396010"/>
                </a:cubicBezTo>
                <a:cubicBezTo>
                  <a:pt x="2546455" y="2401863"/>
                  <a:pt x="2541712" y="2406606"/>
                  <a:pt x="2535859" y="2406606"/>
                </a:cubicBezTo>
                <a:cubicBezTo>
                  <a:pt x="2530007" y="2406606"/>
                  <a:pt x="2525263" y="2401863"/>
                  <a:pt x="2525263" y="2396010"/>
                </a:cubicBezTo>
                <a:cubicBezTo>
                  <a:pt x="2525263" y="2390158"/>
                  <a:pt x="2530007" y="2385414"/>
                  <a:pt x="2535859" y="2385414"/>
                </a:cubicBezTo>
                <a:close/>
                <a:moveTo>
                  <a:pt x="1153255" y="2385414"/>
                </a:moveTo>
                <a:cubicBezTo>
                  <a:pt x="1159107" y="2385414"/>
                  <a:pt x="1163851" y="2390158"/>
                  <a:pt x="1163851" y="2396010"/>
                </a:cubicBezTo>
                <a:cubicBezTo>
                  <a:pt x="1163851" y="2401863"/>
                  <a:pt x="1159107" y="2406606"/>
                  <a:pt x="1153255" y="2406606"/>
                </a:cubicBezTo>
                <a:cubicBezTo>
                  <a:pt x="1147403" y="2406606"/>
                  <a:pt x="1142659" y="2401863"/>
                  <a:pt x="1142659" y="2396010"/>
                </a:cubicBezTo>
                <a:cubicBezTo>
                  <a:pt x="1142659" y="2390158"/>
                  <a:pt x="1147403" y="2385414"/>
                  <a:pt x="1153255" y="2385414"/>
                </a:cubicBezTo>
                <a:close/>
                <a:moveTo>
                  <a:pt x="2420642" y="2384269"/>
                </a:moveTo>
                <a:cubicBezTo>
                  <a:pt x="2427127" y="2384269"/>
                  <a:pt x="2432384" y="2389526"/>
                  <a:pt x="2432384" y="2396010"/>
                </a:cubicBezTo>
                <a:cubicBezTo>
                  <a:pt x="2432384" y="2402496"/>
                  <a:pt x="2427127" y="2407753"/>
                  <a:pt x="2420642" y="2407753"/>
                </a:cubicBezTo>
                <a:cubicBezTo>
                  <a:pt x="2414157" y="2407753"/>
                  <a:pt x="2408900" y="2402496"/>
                  <a:pt x="2408900" y="2396010"/>
                </a:cubicBezTo>
                <a:cubicBezTo>
                  <a:pt x="2408900" y="2389526"/>
                  <a:pt x="2414157" y="2384269"/>
                  <a:pt x="2420642" y="2384269"/>
                </a:cubicBezTo>
                <a:close/>
                <a:moveTo>
                  <a:pt x="1268472" y="2384269"/>
                </a:moveTo>
                <a:cubicBezTo>
                  <a:pt x="1274957" y="2384269"/>
                  <a:pt x="1280214" y="2389526"/>
                  <a:pt x="1280214" y="2396010"/>
                </a:cubicBezTo>
                <a:cubicBezTo>
                  <a:pt x="1280214" y="2402496"/>
                  <a:pt x="1274957" y="2407753"/>
                  <a:pt x="1268472" y="2407753"/>
                </a:cubicBezTo>
                <a:cubicBezTo>
                  <a:pt x="1261988" y="2407753"/>
                  <a:pt x="1256731" y="2402496"/>
                  <a:pt x="1256731" y="2396010"/>
                </a:cubicBezTo>
                <a:cubicBezTo>
                  <a:pt x="1256731" y="2389526"/>
                  <a:pt x="1261988" y="2384269"/>
                  <a:pt x="1268472" y="2384269"/>
                </a:cubicBezTo>
                <a:close/>
                <a:moveTo>
                  <a:pt x="2305425" y="2382912"/>
                </a:moveTo>
                <a:cubicBezTo>
                  <a:pt x="2312659" y="2382912"/>
                  <a:pt x="2318524" y="2388776"/>
                  <a:pt x="2318524" y="2396010"/>
                </a:cubicBezTo>
                <a:cubicBezTo>
                  <a:pt x="2318524" y="2403245"/>
                  <a:pt x="2312659" y="2409110"/>
                  <a:pt x="2305425" y="2409110"/>
                </a:cubicBezTo>
                <a:cubicBezTo>
                  <a:pt x="2298191" y="2409110"/>
                  <a:pt x="2292326" y="2403245"/>
                  <a:pt x="2292326" y="2396010"/>
                </a:cubicBezTo>
                <a:cubicBezTo>
                  <a:pt x="2292326" y="2388776"/>
                  <a:pt x="2298191" y="2382912"/>
                  <a:pt x="2305425" y="2382912"/>
                </a:cubicBezTo>
                <a:close/>
                <a:moveTo>
                  <a:pt x="1383689" y="2382912"/>
                </a:moveTo>
                <a:cubicBezTo>
                  <a:pt x="1390923" y="2382912"/>
                  <a:pt x="1396788" y="2388776"/>
                  <a:pt x="1396788" y="2396010"/>
                </a:cubicBezTo>
                <a:cubicBezTo>
                  <a:pt x="1396788" y="2403245"/>
                  <a:pt x="1390923" y="2409110"/>
                  <a:pt x="1383689" y="2409110"/>
                </a:cubicBezTo>
                <a:cubicBezTo>
                  <a:pt x="1376455" y="2409110"/>
                  <a:pt x="1370590" y="2403245"/>
                  <a:pt x="1370590" y="2396010"/>
                </a:cubicBezTo>
                <a:cubicBezTo>
                  <a:pt x="1370590" y="2388776"/>
                  <a:pt x="1376454" y="2382912"/>
                  <a:pt x="1383689" y="2382912"/>
                </a:cubicBezTo>
                <a:close/>
                <a:moveTo>
                  <a:pt x="2190209" y="2381966"/>
                </a:moveTo>
                <a:cubicBezTo>
                  <a:pt x="2197964" y="2381966"/>
                  <a:pt x="2204252" y="2388254"/>
                  <a:pt x="2204252" y="2396010"/>
                </a:cubicBezTo>
                <a:cubicBezTo>
                  <a:pt x="2204252" y="2403766"/>
                  <a:pt x="2197964" y="2410054"/>
                  <a:pt x="2190209" y="2410054"/>
                </a:cubicBezTo>
                <a:cubicBezTo>
                  <a:pt x="2182452" y="2410054"/>
                  <a:pt x="2176165" y="2403766"/>
                  <a:pt x="2176165" y="2396010"/>
                </a:cubicBezTo>
                <a:cubicBezTo>
                  <a:pt x="2176165" y="2388254"/>
                  <a:pt x="2182452" y="2381966"/>
                  <a:pt x="2190209" y="2381966"/>
                </a:cubicBezTo>
                <a:close/>
                <a:moveTo>
                  <a:pt x="1498906" y="2381966"/>
                </a:moveTo>
                <a:cubicBezTo>
                  <a:pt x="1506662" y="2381966"/>
                  <a:pt x="1512950" y="2388254"/>
                  <a:pt x="1512950" y="2396010"/>
                </a:cubicBezTo>
                <a:cubicBezTo>
                  <a:pt x="1512950" y="2403766"/>
                  <a:pt x="1506662" y="2410054"/>
                  <a:pt x="1498906" y="2410054"/>
                </a:cubicBezTo>
                <a:cubicBezTo>
                  <a:pt x="1491150" y="2410054"/>
                  <a:pt x="1484862" y="2403766"/>
                  <a:pt x="1484862" y="2396010"/>
                </a:cubicBezTo>
                <a:cubicBezTo>
                  <a:pt x="1484862" y="2388254"/>
                  <a:pt x="1491150" y="2381966"/>
                  <a:pt x="1498906" y="2381966"/>
                </a:cubicBezTo>
                <a:close/>
                <a:moveTo>
                  <a:pt x="2074991" y="2381155"/>
                </a:moveTo>
                <a:cubicBezTo>
                  <a:pt x="2083196" y="2381155"/>
                  <a:pt x="2089846" y="2387805"/>
                  <a:pt x="2089846" y="2396010"/>
                </a:cubicBezTo>
                <a:cubicBezTo>
                  <a:pt x="2089846" y="2404215"/>
                  <a:pt x="2083196" y="2410866"/>
                  <a:pt x="2074991" y="2410866"/>
                </a:cubicBezTo>
                <a:cubicBezTo>
                  <a:pt x="2066786" y="2410866"/>
                  <a:pt x="2060135" y="2404215"/>
                  <a:pt x="2060135" y="2396010"/>
                </a:cubicBezTo>
                <a:cubicBezTo>
                  <a:pt x="2060135" y="2387805"/>
                  <a:pt x="2066786" y="2381155"/>
                  <a:pt x="2074991" y="2381155"/>
                </a:cubicBezTo>
                <a:close/>
                <a:moveTo>
                  <a:pt x="1614123" y="2381155"/>
                </a:moveTo>
                <a:cubicBezTo>
                  <a:pt x="1622328" y="2381155"/>
                  <a:pt x="1628979" y="2387805"/>
                  <a:pt x="1628979" y="2396010"/>
                </a:cubicBezTo>
                <a:cubicBezTo>
                  <a:pt x="1628979" y="2404215"/>
                  <a:pt x="1622328" y="2410866"/>
                  <a:pt x="1614123" y="2410866"/>
                </a:cubicBezTo>
                <a:cubicBezTo>
                  <a:pt x="1605918" y="2410866"/>
                  <a:pt x="1599268" y="2404215"/>
                  <a:pt x="1599268" y="2396010"/>
                </a:cubicBezTo>
                <a:cubicBezTo>
                  <a:pt x="1599268" y="2387805"/>
                  <a:pt x="1605918" y="2381155"/>
                  <a:pt x="1614123" y="2381155"/>
                </a:cubicBezTo>
                <a:close/>
                <a:moveTo>
                  <a:pt x="1959774" y="2380657"/>
                </a:moveTo>
                <a:cubicBezTo>
                  <a:pt x="1968254" y="2380657"/>
                  <a:pt x="1975127" y="2387531"/>
                  <a:pt x="1975127" y="2396010"/>
                </a:cubicBezTo>
                <a:cubicBezTo>
                  <a:pt x="1975127" y="2404490"/>
                  <a:pt x="1968254" y="2411364"/>
                  <a:pt x="1959774" y="2411364"/>
                </a:cubicBezTo>
                <a:cubicBezTo>
                  <a:pt x="1951295" y="2411364"/>
                  <a:pt x="1944421" y="2404490"/>
                  <a:pt x="1944421" y="2396010"/>
                </a:cubicBezTo>
                <a:cubicBezTo>
                  <a:pt x="1944421" y="2387531"/>
                  <a:pt x="1951295" y="2380657"/>
                  <a:pt x="1959774" y="2380657"/>
                </a:cubicBezTo>
                <a:close/>
                <a:moveTo>
                  <a:pt x="1729340" y="2380657"/>
                </a:moveTo>
                <a:cubicBezTo>
                  <a:pt x="1737820" y="2380657"/>
                  <a:pt x="1744693" y="2387531"/>
                  <a:pt x="1744693" y="2396010"/>
                </a:cubicBezTo>
                <a:cubicBezTo>
                  <a:pt x="1744693" y="2404490"/>
                  <a:pt x="1737820" y="2411364"/>
                  <a:pt x="1729340" y="2411364"/>
                </a:cubicBezTo>
                <a:cubicBezTo>
                  <a:pt x="1720861" y="2411364"/>
                  <a:pt x="1713986" y="2404490"/>
                  <a:pt x="1713986" y="2396010"/>
                </a:cubicBezTo>
                <a:cubicBezTo>
                  <a:pt x="1713986" y="2387531"/>
                  <a:pt x="1720861" y="2380657"/>
                  <a:pt x="1729340" y="2380657"/>
                </a:cubicBezTo>
                <a:close/>
                <a:moveTo>
                  <a:pt x="1844557" y="2380489"/>
                </a:moveTo>
                <a:cubicBezTo>
                  <a:pt x="1853129" y="2380489"/>
                  <a:pt x="1860078" y="2387439"/>
                  <a:pt x="1860078" y="2396010"/>
                </a:cubicBezTo>
                <a:cubicBezTo>
                  <a:pt x="1860078" y="2404583"/>
                  <a:pt x="1853129" y="2411531"/>
                  <a:pt x="1844557" y="2411531"/>
                </a:cubicBezTo>
                <a:cubicBezTo>
                  <a:pt x="1835985" y="2411531"/>
                  <a:pt x="1829036" y="2404583"/>
                  <a:pt x="1829036" y="2396010"/>
                </a:cubicBezTo>
                <a:cubicBezTo>
                  <a:pt x="1829036" y="2387439"/>
                  <a:pt x="1835985" y="2380489"/>
                  <a:pt x="1844557" y="2380489"/>
                </a:cubicBezTo>
                <a:close/>
                <a:moveTo>
                  <a:pt x="3515205" y="2294636"/>
                </a:moveTo>
                <a:cubicBezTo>
                  <a:pt x="3516084" y="2294636"/>
                  <a:pt x="3516797" y="2295350"/>
                  <a:pt x="3516797" y="2296229"/>
                </a:cubicBezTo>
                <a:cubicBezTo>
                  <a:pt x="3516797" y="2297109"/>
                  <a:pt x="3516084" y="2297822"/>
                  <a:pt x="3515205" y="2297822"/>
                </a:cubicBezTo>
                <a:cubicBezTo>
                  <a:pt x="3514325" y="2297822"/>
                  <a:pt x="3513612" y="2297109"/>
                  <a:pt x="3513612" y="2296229"/>
                </a:cubicBezTo>
                <a:cubicBezTo>
                  <a:pt x="3513612" y="2295350"/>
                  <a:pt x="3514325" y="2294636"/>
                  <a:pt x="3515205" y="2294636"/>
                </a:cubicBezTo>
                <a:close/>
                <a:moveTo>
                  <a:pt x="173910" y="2294636"/>
                </a:moveTo>
                <a:cubicBezTo>
                  <a:pt x="174790" y="2294636"/>
                  <a:pt x="175503" y="2295350"/>
                  <a:pt x="175503" y="2296229"/>
                </a:cubicBezTo>
                <a:cubicBezTo>
                  <a:pt x="175503" y="2297109"/>
                  <a:pt x="174790" y="2297822"/>
                  <a:pt x="173910" y="2297822"/>
                </a:cubicBezTo>
                <a:cubicBezTo>
                  <a:pt x="173031" y="2297822"/>
                  <a:pt x="172319" y="2297109"/>
                  <a:pt x="172319" y="2296229"/>
                </a:cubicBezTo>
                <a:cubicBezTo>
                  <a:pt x="172319" y="2295350"/>
                  <a:pt x="173031" y="2294636"/>
                  <a:pt x="173910" y="2294636"/>
                </a:cubicBezTo>
                <a:close/>
                <a:moveTo>
                  <a:pt x="3399987" y="2293904"/>
                </a:moveTo>
                <a:cubicBezTo>
                  <a:pt x="3401271" y="2293904"/>
                  <a:pt x="3402313" y="2294944"/>
                  <a:pt x="3402313" y="2296229"/>
                </a:cubicBezTo>
                <a:cubicBezTo>
                  <a:pt x="3402313" y="2297514"/>
                  <a:pt x="3401272" y="2298555"/>
                  <a:pt x="3399987" y="2298555"/>
                </a:cubicBezTo>
                <a:cubicBezTo>
                  <a:pt x="3398702" y="2298555"/>
                  <a:pt x="3397662" y="2297513"/>
                  <a:pt x="3397662" y="2296229"/>
                </a:cubicBezTo>
                <a:cubicBezTo>
                  <a:pt x="3397662" y="2294944"/>
                  <a:pt x="3398702" y="2293904"/>
                  <a:pt x="3399987" y="2293904"/>
                </a:cubicBezTo>
                <a:close/>
                <a:moveTo>
                  <a:pt x="289128" y="2293904"/>
                </a:moveTo>
                <a:cubicBezTo>
                  <a:pt x="290413" y="2293904"/>
                  <a:pt x="291454" y="2294944"/>
                  <a:pt x="291454" y="2296229"/>
                </a:cubicBezTo>
                <a:cubicBezTo>
                  <a:pt x="291454" y="2297514"/>
                  <a:pt x="290413" y="2298555"/>
                  <a:pt x="289128" y="2298555"/>
                </a:cubicBezTo>
                <a:cubicBezTo>
                  <a:pt x="287843" y="2298555"/>
                  <a:pt x="286802" y="2297513"/>
                  <a:pt x="286802" y="2296229"/>
                </a:cubicBezTo>
                <a:cubicBezTo>
                  <a:pt x="286802" y="2294944"/>
                  <a:pt x="287843" y="2293904"/>
                  <a:pt x="289128" y="2293904"/>
                </a:cubicBezTo>
                <a:close/>
                <a:moveTo>
                  <a:pt x="3284770" y="2292958"/>
                </a:moveTo>
                <a:cubicBezTo>
                  <a:pt x="3286577" y="2292958"/>
                  <a:pt x="3288041" y="2294423"/>
                  <a:pt x="3288041" y="2296229"/>
                </a:cubicBezTo>
                <a:cubicBezTo>
                  <a:pt x="3288041" y="2298036"/>
                  <a:pt x="3286577" y="2299500"/>
                  <a:pt x="3284770" y="2299500"/>
                </a:cubicBezTo>
                <a:cubicBezTo>
                  <a:pt x="3282963" y="2299500"/>
                  <a:pt x="3281499" y="2298036"/>
                  <a:pt x="3281499" y="2296229"/>
                </a:cubicBezTo>
                <a:cubicBezTo>
                  <a:pt x="3281499" y="2294423"/>
                  <a:pt x="3282963" y="2292958"/>
                  <a:pt x="3284770" y="2292958"/>
                </a:cubicBezTo>
                <a:close/>
                <a:moveTo>
                  <a:pt x="404345" y="2292958"/>
                </a:moveTo>
                <a:cubicBezTo>
                  <a:pt x="406151" y="2292958"/>
                  <a:pt x="407616" y="2294423"/>
                  <a:pt x="407616" y="2296229"/>
                </a:cubicBezTo>
                <a:cubicBezTo>
                  <a:pt x="407616" y="2298036"/>
                  <a:pt x="406151" y="2299500"/>
                  <a:pt x="404345" y="2299500"/>
                </a:cubicBezTo>
                <a:cubicBezTo>
                  <a:pt x="402538" y="2299500"/>
                  <a:pt x="401074" y="2298036"/>
                  <a:pt x="401074" y="2296229"/>
                </a:cubicBezTo>
                <a:cubicBezTo>
                  <a:pt x="401074" y="2294423"/>
                  <a:pt x="402538" y="2292958"/>
                  <a:pt x="404345" y="2292958"/>
                </a:cubicBezTo>
                <a:close/>
                <a:moveTo>
                  <a:pt x="3169553" y="2292036"/>
                </a:moveTo>
                <a:cubicBezTo>
                  <a:pt x="3171869" y="2292036"/>
                  <a:pt x="3173747" y="2293914"/>
                  <a:pt x="3173747" y="2296229"/>
                </a:cubicBezTo>
                <a:cubicBezTo>
                  <a:pt x="3173747" y="2298545"/>
                  <a:pt x="3171869" y="2300422"/>
                  <a:pt x="3169553" y="2300422"/>
                </a:cubicBezTo>
                <a:cubicBezTo>
                  <a:pt x="3167238" y="2300422"/>
                  <a:pt x="3165360" y="2298545"/>
                  <a:pt x="3165360" y="2296229"/>
                </a:cubicBezTo>
                <a:cubicBezTo>
                  <a:pt x="3165360" y="2293914"/>
                  <a:pt x="3167238" y="2292036"/>
                  <a:pt x="3169553" y="2292036"/>
                </a:cubicBezTo>
                <a:close/>
                <a:moveTo>
                  <a:pt x="519562" y="2292036"/>
                </a:moveTo>
                <a:cubicBezTo>
                  <a:pt x="521878" y="2292036"/>
                  <a:pt x="523756" y="2293914"/>
                  <a:pt x="523756" y="2296229"/>
                </a:cubicBezTo>
                <a:cubicBezTo>
                  <a:pt x="523756" y="2298545"/>
                  <a:pt x="521878" y="2300422"/>
                  <a:pt x="519562" y="2300422"/>
                </a:cubicBezTo>
                <a:cubicBezTo>
                  <a:pt x="517247" y="2300422"/>
                  <a:pt x="515369" y="2298545"/>
                  <a:pt x="515369" y="2296229"/>
                </a:cubicBezTo>
                <a:cubicBezTo>
                  <a:pt x="515369" y="2293914"/>
                  <a:pt x="517247" y="2292036"/>
                  <a:pt x="519562" y="2292036"/>
                </a:cubicBezTo>
                <a:close/>
                <a:moveTo>
                  <a:pt x="3054336" y="2290803"/>
                </a:moveTo>
                <a:cubicBezTo>
                  <a:pt x="3057333" y="2290803"/>
                  <a:pt x="3059762" y="2293232"/>
                  <a:pt x="3059762" y="2296229"/>
                </a:cubicBezTo>
                <a:cubicBezTo>
                  <a:pt x="3059762" y="2299226"/>
                  <a:pt x="3057333" y="2301655"/>
                  <a:pt x="3054336" y="2301655"/>
                </a:cubicBezTo>
                <a:cubicBezTo>
                  <a:pt x="3051340" y="2301655"/>
                  <a:pt x="3048911" y="2299226"/>
                  <a:pt x="3048911" y="2296229"/>
                </a:cubicBezTo>
                <a:cubicBezTo>
                  <a:pt x="3048911" y="2293232"/>
                  <a:pt x="3051340" y="2290803"/>
                  <a:pt x="3054336" y="2290803"/>
                </a:cubicBezTo>
                <a:close/>
                <a:moveTo>
                  <a:pt x="634779" y="2290803"/>
                </a:moveTo>
                <a:cubicBezTo>
                  <a:pt x="637776" y="2290803"/>
                  <a:pt x="640205" y="2293232"/>
                  <a:pt x="640205" y="2296229"/>
                </a:cubicBezTo>
                <a:cubicBezTo>
                  <a:pt x="640205" y="2299226"/>
                  <a:pt x="637776" y="2301655"/>
                  <a:pt x="634779" y="2301655"/>
                </a:cubicBezTo>
                <a:cubicBezTo>
                  <a:pt x="631782" y="2301655"/>
                  <a:pt x="629353" y="2299226"/>
                  <a:pt x="629353" y="2296229"/>
                </a:cubicBezTo>
                <a:cubicBezTo>
                  <a:pt x="629353" y="2293232"/>
                  <a:pt x="631782" y="2290803"/>
                  <a:pt x="634779" y="2290803"/>
                </a:cubicBezTo>
                <a:close/>
                <a:moveTo>
                  <a:pt x="2939119" y="2289640"/>
                </a:moveTo>
                <a:cubicBezTo>
                  <a:pt x="2942757" y="2289640"/>
                  <a:pt x="2945708" y="2292590"/>
                  <a:pt x="2945708" y="2296229"/>
                </a:cubicBezTo>
                <a:cubicBezTo>
                  <a:pt x="2945708" y="2299868"/>
                  <a:pt x="2942757" y="2302819"/>
                  <a:pt x="2939119" y="2302819"/>
                </a:cubicBezTo>
                <a:cubicBezTo>
                  <a:pt x="2935480" y="2302819"/>
                  <a:pt x="2932529" y="2299868"/>
                  <a:pt x="2932529" y="2296229"/>
                </a:cubicBezTo>
                <a:cubicBezTo>
                  <a:pt x="2932529" y="2292590"/>
                  <a:pt x="2935480" y="2289640"/>
                  <a:pt x="2939119" y="2289640"/>
                </a:cubicBezTo>
                <a:close/>
                <a:moveTo>
                  <a:pt x="749995" y="2289640"/>
                </a:moveTo>
                <a:cubicBezTo>
                  <a:pt x="753635" y="2289640"/>
                  <a:pt x="756585" y="2292590"/>
                  <a:pt x="756585" y="2296229"/>
                </a:cubicBezTo>
                <a:cubicBezTo>
                  <a:pt x="756585" y="2299868"/>
                  <a:pt x="753635" y="2302819"/>
                  <a:pt x="749995" y="2302819"/>
                </a:cubicBezTo>
                <a:cubicBezTo>
                  <a:pt x="746356" y="2302819"/>
                  <a:pt x="743406" y="2299868"/>
                  <a:pt x="743406" y="2296229"/>
                </a:cubicBezTo>
                <a:cubicBezTo>
                  <a:pt x="743406" y="2292590"/>
                  <a:pt x="746356" y="2289640"/>
                  <a:pt x="749995" y="2289640"/>
                </a:cubicBezTo>
                <a:close/>
                <a:moveTo>
                  <a:pt x="2823901" y="2288246"/>
                </a:moveTo>
                <a:cubicBezTo>
                  <a:pt x="2828311" y="2288246"/>
                  <a:pt x="2831885" y="2291820"/>
                  <a:pt x="2831885" y="2296229"/>
                </a:cubicBezTo>
                <a:cubicBezTo>
                  <a:pt x="2831885" y="2300639"/>
                  <a:pt x="2828311" y="2304213"/>
                  <a:pt x="2823901" y="2304213"/>
                </a:cubicBezTo>
                <a:cubicBezTo>
                  <a:pt x="2819492" y="2304213"/>
                  <a:pt x="2815918" y="2300639"/>
                  <a:pt x="2815918" y="2296229"/>
                </a:cubicBezTo>
                <a:cubicBezTo>
                  <a:pt x="2815918" y="2291820"/>
                  <a:pt x="2819492" y="2288246"/>
                  <a:pt x="2823901" y="2288246"/>
                </a:cubicBezTo>
                <a:close/>
                <a:moveTo>
                  <a:pt x="865212" y="2288246"/>
                </a:moveTo>
                <a:cubicBezTo>
                  <a:pt x="869621" y="2288246"/>
                  <a:pt x="873196" y="2291820"/>
                  <a:pt x="873196" y="2296229"/>
                </a:cubicBezTo>
                <a:cubicBezTo>
                  <a:pt x="873196" y="2300639"/>
                  <a:pt x="869621" y="2304213"/>
                  <a:pt x="865212" y="2304213"/>
                </a:cubicBezTo>
                <a:cubicBezTo>
                  <a:pt x="860803" y="2304213"/>
                  <a:pt x="857229" y="2300639"/>
                  <a:pt x="857229" y="2296229"/>
                </a:cubicBezTo>
                <a:cubicBezTo>
                  <a:pt x="857229" y="2291820"/>
                  <a:pt x="860803" y="2288246"/>
                  <a:pt x="865212" y="2288246"/>
                </a:cubicBezTo>
                <a:close/>
                <a:moveTo>
                  <a:pt x="2708685" y="2286984"/>
                </a:moveTo>
                <a:cubicBezTo>
                  <a:pt x="2713791" y="2286984"/>
                  <a:pt x="2717930" y="2291123"/>
                  <a:pt x="2717930" y="2296229"/>
                </a:cubicBezTo>
                <a:cubicBezTo>
                  <a:pt x="2717930" y="2301335"/>
                  <a:pt x="2713791" y="2305475"/>
                  <a:pt x="2708685" y="2305475"/>
                </a:cubicBezTo>
                <a:cubicBezTo>
                  <a:pt x="2703579" y="2305475"/>
                  <a:pt x="2699440" y="2301335"/>
                  <a:pt x="2699440" y="2296229"/>
                </a:cubicBezTo>
                <a:cubicBezTo>
                  <a:pt x="2699440" y="2291123"/>
                  <a:pt x="2703579" y="2286984"/>
                  <a:pt x="2708685" y="2286984"/>
                </a:cubicBezTo>
                <a:close/>
                <a:moveTo>
                  <a:pt x="980430" y="2286984"/>
                </a:moveTo>
                <a:cubicBezTo>
                  <a:pt x="985535" y="2286984"/>
                  <a:pt x="989675" y="2291123"/>
                  <a:pt x="989675" y="2296229"/>
                </a:cubicBezTo>
                <a:cubicBezTo>
                  <a:pt x="989675" y="2301335"/>
                  <a:pt x="985535" y="2305475"/>
                  <a:pt x="980430" y="2305475"/>
                </a:cubicBezTo>
                <a:cubicBezTo>
                  <a:pt x="975324" y="2305475"/>
                  <a:pt x="971185" y="2301335"/>
                  <a:pt x="971185" y="2296229"/>
                </a:cubicBezTo>
                <a:cubicBezTo>
                  <a:pt x="971185" y="2291123"/>
                  <a:pt x="975324" y="2286984"/>
                  <a:pt x="980430" y="2286984"/>
                </a:cubicBezTo>
                <a:close/>
                <a:moveTo>
                  <a:pt x="2593467" y="2285493"/>
                </a:moveTo>
                <a:cubicBezTo>
                  <a:pt x="2599397" y="2285493"/>
                  <a:pt x="2604204" y="2290299"/>
                  <a:pt x="2604204" y="2296229"/>
                </a:cubicBezTo>
                <a:cubicBezTo>
                  <a:pt x="2604204" y="2302158"/>
                  <a:pt x="2599398" y="2306965"/>
                  <a:pt x="2593467" y="2306965"/>
                </a:cubicBezTo>
                <a:cubicBezTo>
                  <a:pt x="2587538" y="2306965"/>
                  <a:pt x="2582731" y="2302159"/>
                  <a:pt x="2582731" y="2296229"/>
                </a:cubicBezTo>
                <a:cubicBezTo>
                  <a:pt x="2582731" y="2290300"/>
                  <a:pt x="2587538" y="2285493"/>
                  <a:pt x="2593467" y="2285493"/>
                </a:cubicBezTo>
                <a:close/>
                <a:moveTo>
                  <a:pt x="1095647" y="2285493"/>
                </a:moveTo>
                <a:cubicBezTo>
                  <a:pt x="1101576" y="2285493"/>
                  <a:pt x="1106383" y="2290299"/>
                  <a:pt x="1106383" y="2296229"/>
                </a:cubicBezTo>
                <a:cubicBezTo>
                  <a:pt x="1106383" y="2302158"/>
                  <a:pt x="1101576" y="2306965"/>
                  <a:pt x="1095647" y="2306965"/>
                </a:cubicBezTo>
                <a:cubicBezTo>
                  <a:pt x="1089717" y="2306965"/>
                  <a:pt x="1084910" y="2302159"/>
                  <a:pt x="1084910" y="2296229"/>
                </a:cubicBezTo>
                <a:cubicBezTo>
                  <a:pt x="1084910" y="2290300"/>
                  <a:pt x="1089717" y="2285493"/>
                  <a:pt x="1095647" y="2285493"/>
                </a:cubicBezTo>
                <a:close/>
                <a:moveTo>
                  <a:pt x="2478251" y="2284043"/>
                </a:moveTo>
                <a:cubicBezTo>
                  <a:pt x="2484981" y="2284043"/>
                  <a:pt x="2490437" y="2289499"/>
                  <a:pt x="2490437" y="2296229"/>
                </a:cubicBezTo>
                <a:cubicBezTo>
                  <a:pt x="2490437" y="2302960"/>
                  <a:pt x="2484981" y="2308415"/>
                  <a:pt x="2478251" y="2308415"/>
                </a:cubicBezTo>
                <a:cubicBezTo>
                  <a:pt x="2471521" y="2308415"/>
                  <a:pt x="2466065" y="2302960"/>
                  <a:pt x="2466065" y="2296229"/>
                </a:cubicBezTo>
                <a:cubicBezTo>
                  <a:pt x="2466065" y="2289499"/>
                  <a:pt x="2471521" y="2284043"/>
                  <a:pt x="2478251" y="2284043"/>
                </a:cubicBezTo>
                <a:close/>
                <a:moveTo>
                  <a:pt x="1210864" y="2284043"/>
                </a:moveTo>
                <a:cubicBezTo>
                  <a:pt x="1217594" y="2284043"/>
                  <a:pt x="1223050" y="2289499"/>
                  <a:pt x="1223050" y="2296229"/>
                </a:cubicBezTo>
                <a:cubicBezTo>
                  <a:pt x="1223050" y="2302960"/>
                  <a:pt x="1217594" y="2308415"/>
                  <a:pt x="1210864" y="2308415"/>
                </a:cubicBezTo>
                <a:cubicBezTo>
                  <a:pt x="1204134" y="2308415"/>
                  <a:pt x="1198678" y="2302960"/>
                  <a:pt x="1198678" y="2296229"/>
                </a:cubicBezTo>
                <a:cubicBezTo>
                  <a:pt x="1198678" y="2289499"/>
                  <a:pt x="1204134" y="2284043"/>
                  <a:pt x="1210864" y="2284043"/>
                </a:cubicBezTo>
                <a:close/>
                <a:moveTo>
                  <a:pt x="2363033" y="2282662"/>
                </a:moveTo>
                <a:cubicBezTo>
                  <a:pt x="2370526" y="2282662"/>
                  <a:pt x="2376601" y="2288736"/>
                  <a:pt x="2376601" y="2296229"/>
                </a:cubicBezTo>
                <a:cubicBezTo>
                  <a:pt x="2376601" y="2303722"/>
                  <a:pt x="2370526" y="2309796"/>
                  <a:pt x="2363033" y="2309796"/>
                </a:cubicBezTo>
                <a:cubicBezTo>
                  <a:pt x="2355541" y="2309796"/>
                  <a:pt x="2349466" y="2303722"/>
                  <a:pt x="2349466" y="2296229"/>
                </a:cubicBezTo>
                <a:cubicBezTo>
                  <a:pt x="2349466" y="2288736"/>
                  <a:pt x="2355541" y="2282662"/>
                  <a:pt x="2363033" y="2282662"/>
                </a:cubicBezTo>
                <a:close/>
                <a:moveTo>
                  <a:pt x="1326081" y="2282662"/>
                </a:moveTo>
                <a:cubicBezTo>
                  <a:pt x="1333574" y="2282662"/>
                  <a:pt x="1339648" y="2288736"/>
                  <a:pt x="1339648" y="2296229"/>
                </a:cubicBezTo>
                <a:cubicBezTo>
                  <a:pt x="1339648" y="2303722"/>
                  <a:pt x="1333574" y="2309796"/>
                  <a:pt x="1326081" y="2309796"/>
                </a:cubicBezTo>
                <a:cubicBezTo>
                  <a:pt x="1318588" y="2309796"/>
                  <a:pt x="1312513" y="2303722"/>
                  <a:pt x="1312513" y="2296229"/>
                </a:cubicBezTo>
                <a:cubicBezTo>
                  <a:pt x="1312513" y="2288736"/>
                  <a:pt x="1318588" y="2282662"/>
                  <a:pt x="1326081" y="2282662"/>
                </a:cubicBezTo>
                <a:close/>
                <a:moveTo>
                  <a:pt x="2247817" y="2281374"/>
                </a:moveTo>
                <a:cubicBezTo>
                  <a:pt x="2256021" y="2281374"/>
                  <a:pt x="2262672" y="2288025"/>
                  <a:pt x="2262672" y="2296229"/>
                </a:cubicBezTo>
                <a:cubicBezTo>
                  <a:pt x="2262672" y="2304434"/>
                  <a:pt x="2256021" y="2311085"/>
                  <a:pt x="2247817" y="2311085"/>
                </a:cubicBezTo>
                <a:cubicBezTo>
                  <a:pt x="2239612" y="2311085"/>
                  <a:pt x="2232961" y="2304434"/>
                  <a:pt x="2232961" y="2296229"/>
                </a:cubicBezTo>
                <a:cubicBezTo>
                  <a:pt x="2232961" y="2288025"/>
                  <a:pt x="2239612" y="2281374"/>
                  <a:pt x="2247817" y="2281374"/>
                </a:cubicBezTo>
                <a:close/>
                <a:moveTo>
                  <a:pt x="1441297" y="2281374"/>
                </a:moveTo>
                <a:cubicBezTo>
                  <a:pt x="1449502" y="2281374"/>
                  <a:pt x="1456153" y="2288025"/>
                  <a:pt x="1456153" y="2296229"/>
                </a:cubicBezTo>
                <a:cubicBezTo>
                  <a:pt x="1456153" y="2304434"/>
                  <a:pt x="1449502" y="2311085"/>
                  <a:pt x="1441297" y="2311085"/>
                </a:cubicBezTo>
                <a:cubicBezTo>
                  <a:pt x="1433093" y="2311085"/>
                  <a:pt x="1426442" y="2304434"/>
                  <a:pt x="1426442" y="2296229"/>
                </a:cubicBezTo>
                <a:cubicBezTo>
                  <a:pt x="1426442" y="2288025"/>
                  <a:pt x="1433093" y="2281374"/>
                  <a:pt x="1441297" y="2281374"/>
                </a:cubicBezTo>
                <a:close/>
                <a:moveTo>
                  <a:pt x="2132600" y="2280370"/>
                </a:moveTo>
                <a:cubicBezTo>
                  <a:pt x="2141358" y="2280370"/>
                  <a:pt x="2148459" y="2287471"/>
                  <a:pt x="2148459" y="2296229"/>
                </a:cubicBezTo>
                <a:cubicBezTo>
                  <a:pt x="2148459" y="2304988"/>
                  <a:pt x="2141358" y="2312089"/>
                  <a:pt x="2132600" y="2312089"/>
                </a:cubicBezTo>
                <a:cubicBezTo>
                  <a:pt x="2123841" y="2312089"/>
                  <a:pt x="2116741" y="2304988"/>
                  <a:pt x="2116741" y="2296229"/>
                </a:cubicBezTo>
                <a:cubicBezTo>
                  <a:pt x="2116741" y="2287471"/>
                  <a:pt x="2123841" y="2280370"/>
                  <a:pt x="2132600" y="2280370"/>
                </a:cubicBezTo>
                <a:close/>
                <a:moveTo>
                  <a:pt x="1556514" y="2280370"/>
                </a:moveTo>
                <a:cubicBezTo>
                  <a:pt x="1565274" y="2280370"/>
                  <a:pt x="1572374" y="2287471"/>
                  <a:pt x="1572374" y="2296229"/>
                </a:cubicBezTo>
                <a:cubicBezTo>
                  <a:pt x="1572374" y="2304988"/>
                  <a:pt x="1565274" y="2312089"/>
                  <a:pt x="1556514" y="2312089"/>
                </a:cubicBezTo>
                <a:cubicBezTo>
                  <a:pt x="1547756" y="2312089"/>
                  <a:pt x="1540655" y="2304988"/>
                  <a:pt x="1540655" y="2296229"/>
                </a:cubicBezTo>
                <a:cubicBezTo>
                  <a:pt x="1540655" y="2287471"/>
                  <a:pt x="1547756" y="2280370"/>
                  <a:pt x="1556514" y="2280370"/>
                </a:cubicBezTo>
                <a:close/>
                <a:moveTo>
                  <a:pt x="2017383" y="2279510"/>
                </a:moveTo>
                <a:cubicBezTo>
                  <a:pt x="2026617" y="2279510"/>
                  <a:pt x="2034103" y="2286995"/>
                  <a:pt x="2034103" y="2296229"/>
                </a:cubicBezTo>
                <a:cubicBezTo>
                  <a:pt x="2034103" y="2305464"/>
                  <a:pt x="2026617" y="2312949"/>
                  <a:pt x="2017383" y="2312949"/>
                </a:cubicBezTo>
                <a:cubicBezTo>
                  <a:pt x="2008149" y="2312949"/>
                  <a:pt x="2000663" y="2305464"/>
                  <a:pt x="2000663" y="2296229"/>
                </a:cubicBezTo>
                <a:cubicBezTo>
                  <a:pt x="2000663" y="2286995"/>
                  <a:pt x="2008149" y="2279510"/>
                  <a:pt x="2017383" y="2279510"/>
                </a:cubicBezTo>
                <a:close/>
                <a:moveTo>
                  <a:pt x="1671732" y="2279510"/>
                </a:moveTo>
                <a:cubicBezTo>
                  <a:pt x="1680966" y="2279510"/>
                  <a:pt x="1688451" y="2286995"/>
                  <a:pt x="1688451" y="2296229"/>
                </a:cubicBezTo>
                <a:cubicBezTo>
                  <a:pt x="1688451" y="2305464"/>
                  <a:pt x="1680966" y="2312949"/>
                  <a:pt x="1671732" y="2312949"/>
                </a:cubicBezTo>
                <a:cubicBezTo>
                  <a:pt x="1662498" y="2312949"/>
                  <a:pt x="1655012" y="2305464"/>
                  <a:pt x="1655012" y="2296229"/>
                </a:cubicBezTo>
                <a:cubicBezTo>
                  <a:pt x="1655012" y="2286995"/>
                  <a:pt x="1662498" y="2279510"/>
                  <a:pt x="1671732" y="2279510"/>
                </a:cubicBezTo>
                <a:close/>
                <a:moveTo>
                  <a:pt x="1902166" y="2279159"/>
                </a:moveTo>
                <a:cubicBezTo>
                  <a:pt x="1911593" y="2279159"/>
                  <a:pt x="1919235" y="2286801"/>
                  <a:pt x="1919235" y="2296229"/>
                </a:cubicBezTo>
                <a:cubicBezTo>
                  <a:pt x="1919235" y="2305657"/>
                  <a:pt x="1911593" y="2313299"/>
                  <a:pt x="1902166" y="2313299"/>
                </a:cubicBezTo>
                <a:cubicBezTo>
                  <a:pt x="1892738" y="2313299"/>
                  <a:pt x="1885095" y="2305657"/>
                  <a:pt x="1885095" y="2296229"/>
                </a:cubicBezTo>
                <a:cubicBezTo>
                  <a:pt x="1885095" y="2286801"/>
                  <a:pt x="1892738" y="2279159"/>
                  <a:pt x="1902166" y="2279159"/>
                </a:cubicBezTo>
                <a:close/>
                <a:moveTo>
                  <a:pt x="1786949" y="2279159"/>
                </a:moveTo>
                <a:cubicBezTo>
                  <a:pt x="1796376" y="2279159"/>
                  <a:pt x="1804019" y="2286801"/>
                  <a:pt x="1804019" y="2296229"/>
                </a:cubicBezTo>
                <a:cubicBezTo>
                  <a:pt x="1804019" y="2305657"/>
                  <a:pt x="1796376" y="2313299"/>
                  <a:pt x="1786949" y="2313299"/>
                </a:cubicBezTo>
                <a:cubicBezTo>
                  <a:pt x="1777521" y="2313299"/>
                  <a:pt x="1769878" y="2305657"/>
                  <a:pt x="1769878" y="2296229"/>
                </a:cubicBezTo>
                <a:cubicBezTo>
                  <a:pt x="1769878" y="2286801"/>
                  <a:pt x="1777521" y="2279159"/>
                  <a:pt x="1786949" y="2279159"/>
                </a:cubicBezTo>
                <a:close/>
                <a:moveTo>
                  <a:pt x="3572813" y="2195018"/>
                </a:moveTo>
                <a:cubicBezTo>
                  <a:pt x="3573603" y="2195018"/>
                  <a:pt x="3574243" y="2195658"/>
                  <a:pt x="3574243" y="2196449"/>
                </a:cubicBezTo>
                <a:cubicBezTo>
                  <a:pt x="3574243" y="2197239"/>
                  <a:pt x="3573602" y="2197879"/>
                  <a:pt x="3572813" y="2197879"/>
                </a:cubicBezTo>
                <a:cubicBezTo>
                  <a:pt x="3572022" y="2197879"/>
                  <a:pt x="3571382" y="2197239"/>
                  <a:pt x="3571382" y="2196449"/>
                </a:cubicBezTo>
                <a:cubicBezTo>
                  <a:pt x="3571382" y="2195658"/>
                  <a:pt x="3572023" y="2195018"/>
                  <a:pt x="3572813" y="2195018"/>
                </a:cubicBezTo>
                <a:close/>
                <a:moveTo>
                  <a:pt x="116302" y="2195018"/>
                </a:moveTo>
                <a:cubicBezTo>
                  <a:pt x="117092" y="2195018"/>
                  <a:pt x="117733" y="2195658"/>
                  <a:pt x="117733" y="2196449"/>
                </a:cubicBezTo>
                <a:cubicBezTo>
                  <a:pt x="117733" y="2197239"/>
                  <a:pt x="117092" y="2197879"/>
                  <a:pt x="116302" y="2197879"/>
                </a:cubicBezTo>
                <a:cubicBezTo>
                  <a:pt x="115512" y="2197879"/>
                  <a:pt x="114871" y="2197239"/>
                  <a:pt x="114871" y="2196449"/>
                </a:cubicBezTo>
                <a:cubicBezTo>
                  <a:pt x="114871" y="2195658"/>
                  <a:pt x="115512" y="2195018"/>
                  <a:pt x="116302" y="2195018"/>
                </a:cubicBezTo>
                <a:close/>
                <a:moveTo>
                  <a:pt x="3457596" y="2194318"/>
                </a:moveTo>
                <a:cubicBezTo>
                  <a:pt x="3458772" y="2194318"/>
                  <a:pt x="3459725" y="2195272"/>
                  <a:pt x="3459725" y="2196448"/>
                </a:cubicBezTo>
                <a:cubicBezTo>
                  <a:pt x="3459725" y="2197624"/>
                  <a:pt x="3458772" y="2198578"/>
                  <a:pt x="3457596" y="2198578"/>
                </a:cubicBezTo>
                <a:cubicBezTo>
                  <a:pt x="3456419" y="2198578"/>
                  <a:pt x="3455466" y="2197624"/>
                  <a:pt x="3455466" y="2196448"/>
                </a:cubicBezTo>
                <a:cubicBezTo>
                  <a:pt x="3455466" y="2195272"/>
                  <a:pt x="3456419" y="2194318"/>
                  <a:pt x="3457596" y="2194318"/>
                </a:cubicBezTo>
                <a:close/>
                <a:moveTo>
                  <a:pt x="231519" y="2194318"/>
                </a:moveTo>
                <a:cubicBezTo>
                  <a:pt x="232696" y="2194318"/>
                  <a:pt x="233649" y="2195272"/>
                  <a:pt x="233649" y="2196448"/>
                </a:cubicBezTo>
                <a:cubicBezTo>
                  <a:pt x="233649" y="2197624"/>
                  <a:pt x="232696" y="2198578"/>
                  <a:pt x="231519" y="2198578"/>
                </a:cubicBezTo>
                <a:cubicBezTo>
                  <a:pt x="230342" y="2198578"/>
                  <a:pt x="229389" y="2197624"/>
                  <a:pt x="229389" y="2196448"/>
                </a:cubicBezTo>
                <a:cubicBezTo>
                  <a:pt x="229389" y="2195272"/>
                  <a:pt x="230342" y="2194318"/>
                  <a:pt x="231519" y="2194318"/>
                </a:cubicBezTo>
                <a:close/>
                <a:moveTo>
                  <a:pt x="3342379" y="2193410"/>
                </a:moveTo>
                <a:cubicBezTo>
                  <a:pt x="3344057" y="2193410"/>
                  <a:pt x="3345418" y="2194770"/>
                  <a:pt x="3345418" y="2196449"/>
                </a:cubicBezTo>
                <a:cubicBezTo>
                  <a:pt x="3345418" y="2198127"/>
                  <a:pt x="3344057" y="2199488"/>
                  <a:pt x="3342379" y="2199488"/>
                </a:cubicBezTo>
                <a:cubicBezTo>
                  <a:pt x="3340700" y="2199488"/>
                  <a:pt x="3339340" y="2198127"/>
                  <a:pt x="3339340" y="2196449"/>
                </a:cubicBezTo>
                <a:cubicBezTo>
                  <a:pt x="3339340" y="2194770"/>
                  <a:pt x="3340700" y="2193410"/>
                  <a:pt x="3342379" y="2193410"/>
                </a:cubicBezTo>
                <a:close/>
                <a:moveTo>
                  <a:pt x="346736" y="2193410"/>
                </a:moveTo>
                <a:cubicBezTo>
                  <a:pt x="348415" y="2193410"/>
                  <a:pt x="349775" y="2194770"/>
                  <a:pt x="349775" y="2196449"/>
                </a:cubicBezTo>
                <a:cubicBezTo>
                  <a:pt x="349775" y="2198127"/>
                  <a:pt x="348415" y="2199488"/>
                  <a:pt x="346736" y="2199488"/>
                </a:cubicBezTo>
                <a:cubicBezTo>
                  <a:pt x="345058" y="2199488"/>
                  <a:pt x="343697" y="2198127"/>
                  <a:pt x="343697" y="2196449"/>
                </a:cubicBezTo>
                <a:cubicBezTo>
                  <a:pt x="343697" y="2194770"/>
                  <a:pt x="345058" y="2193410"/>
                  <a:pt x="346736" y="2193410"/>
                </a:cubicBezTo>
                <a:close/>
                <a:moveTo>
                  <a:pt x="3227161" y="2192431"/>
                </a:moveTo>
                <a:cubicBezTo>
                  <a:pt x="3229379" y="2192431"/>
                  <a:pt x="3231178" y="2194230"/>
                  <a:pt x="3231178" y="2196448"/>
                </a:cubicBezTo>
                <a:cubicBezTo>
                  <a:pt x="3231178" y="2198667"/>
                  <a:pt x="3229379" y="2200466"/>
                  <a:pt x="3227161" y="2200466"/>
                </a:cubicBezTo>
                <a:cubicBezTo>
                  <a:pt x="3224943" y="2200466"/>
                  <a:pt x="3223144" y="2198667"/>
                  <a:pt x="3223144" y="2196448"/>
                </a:cubicBezTo>
                <a:cubicBezTo>
                  <a:pt x="3223144" y="2194230"/>
                  <a:pt x="3224943" y="2192431"/>
                  <a:pt x="3227161" y="2192431"/>
                </a:cubicBezTo>
                <a:close/>
                <a:moveTo>
                  <a:pt x="461953" y="2192431"/>
                </a:moveTo>
                <a:cubicBezTo>
                  <a:pt x="464172" y="2192431"/>
                  <a:pt x="465971" y="2194230"/>
                  <a:pt x="465971" y="2196448"/>
                </a:cubicBezTo>
                <a:cubicBezTo>
                  <a:pt x="465971" y="2198667"/>
                  <a:pt x="464172" y="2200466"/>
                  <a:pt x="461953" y="2200466"/>
                </a:cubicBezTo>
                <a:cubicBezTo>
                  <a:pt x="459736" y="2200466"/>
                  <a:pt x="457937" y="2198667"/>
                  <a:pt x="457937" y="2196448"/>
                </a:cubicBezTo>
                <a:cubicBezTo>
                  <a:pt x="457937" y="2194230"/>
                  <a:pt x="459736" y="2192431"/>
                  <a:pt x="461953" y="2192431"/>
                </a:cubicBezTo>
                <a:close/>
                <a:moveTo>
                  <a:pt x="3111944" y="2191321"/>
                </a:moveTo>
                <a:cubicBezTo>
                  <a:pt x="3114776" y="2191321"/>
                  <a:pt x="3117072" y="2193617"/>
                  <a:pt x="3117072" y="2196449"/>
                </a:cubicBezTo>
                <a:cubicBezTo>
                  <a:pt x="3117072" y="2199280"/>
                  <a:pt x="3114776" y="2201576"/>
                  <a:pt x="3111944" y="2201576"/>
                </a:cubicBezTo>
                <a:cubicBezTo>
                  <a:pt x="3109113" y="2201576"/>
                  <a:pt x="3106816" y="2199280"/>
                  <a:pt x="3106816" y="2196449"/>
                </a:cubicBezTo>
                <a:cubicBezTo>
                  <a:pt x="3106816" y="2193617"/>
                  <a:pt x="3109113" y="2191321"/>
                  <a:pt x="3111944" y="2191321"/>
                </a:cubicBezTo>
                <a:close/>
                <a:moveTo>
                  <a:pt x="577170" y="2191321"/>
                </a:moveTo>
                <a:cubicBezTo>
                  <a:pt x="580002" y="2191321"/>
                  <a:pt x="582298" y="2193617"/>
                  <a:pt x="582298" y="2196449"/>
                </a:cubicBezTo>
                <a:cubicBezTo>
                  <a:pt x="582298" y="2199280"/>
                  <a:pt x="580002" y="2201576"/>
                  <a:pt x="577170" y="2201576"/>
                </a:cubicBezTo>
                <a:cubicBezTo>
                  <a:pt x="574338" y="2201576"/>
                  <a:pt x="572044" y="2199280"/>
                  <a:pt x="572044" y="2196449"/>
                </a:cubicBezTo>
                <a:cubicBezTo>
                  <a:pt x="572044" y="2193617"/>
                  <a:pt x="574338" y="2191321"/>
                  <a:pt x="577170" y="2191321"/>
                </a:cubicBezTo>
                <a:close/>
                <a:moveTo>
                  <a:pt x="2996727" y="2190079"/>
                </a:moveTo>
                <a:cubicBezTo>
                  <a:pt x="3000245" y="2190079"/>
                  <a:pt x="3003097" y="2192930"/>
                  <a:pt x="3003097" y="2196448"/>
                </a:cubicBezTo>
                <a:cubicBezTo>
                  <a:pt x="3003097" y="2199966"/>
                  <a:pt x="3000245" y="2202818"/>
                  <a:pt x="2996727" y="2202818"/>
                </a:cubicBezTo>
                <a:cubicBezTo>
                  <a:pt x="2993210" y="2202818"/>
                  <a:pt x="2990358" y="2199966"/>
                  <a:pt x="2990358" y="2196448"/>
                </a:cubicBezTo>
                <a:cubicBezTo>
                  <a:pt x="2990358" y="2192930"/>
                  <a:pt x="2993210" y="2190079"/>
                  <a:pt x="2996727" y="2190079"/>
                </a:cubicBezTo>
                <a:close/>
                <a:moveTo>
                  <a:pt x="692388" y="2190079"/>
                </a:moveTo>
                <a:cubicBezTo>
                  <a:pt x="695906" y="2190079"/>
                  <a:pt x="698757" y="2192930"/>
                  <a:pt x="698757" y="2196448"/>
                </a:cubicBezTo>
                <a:cubicBezTo>
                  <a:pt x="698757" y="2199966"/>
                  <a:pt x="695906" y="2202818"/>
                  <a:pt x="692388" y="2202818"/>
                </a:cubicBezTo>
                <a:cubicBezTo>
                  <a:pt x="688871" y="2202818"/>
                  <a:pt x="686019" y="2199966"/>
                  <a:pt x="686019" y="2196448"/>
                </a:cubicBezTo>
                <a:cubicBezTo>
                  <a:pt x="686019" y="2192930"/>
                  <a:pt x="688871" y="2190079"/>
                  <a:pt x="692388" y="2190079"/>
                </a:cubicBezTo>
                <a:close/>
                <a:moveTo>
                  <a:pt x="2881510" y="2188706"/>
                </a:moveTo>
                <a:cubicBezTo>
                  <a:pt x="2885786" y="2188706"/>
                  <a:pt x="2889252" y="2192172"/>
                  <a:pt x="2889252" y="2196449"/>
                </a:cubicBezTo>
                <a:cubicBezTo>
                  <a:pt x="2889252" y="2200724"/>
                  <a:pt x="2885786" y="2204190"/>
                  <a:pt x="2881510" y="2204190"/>
                </a:cubicBezTo>
                <a:cubicBezTo>
                  <a:pt x="2877234" y="2204190"/>
                  <a:pt x="2873768" y="2200724"/>
                  <a:pt x="2873768" y="2196449"/>
                </a:cubicBezTo>
                <a:cubicBezTo>
                  <a:pt x="2873768" y="2192172"/>
                  <a:pt x="2877234" y="2188706"/>
                  <a:pt x="2881510" y="2188706"/>
                </a:cubicBezTo>
                <a:close/>
                <a:moveTo>
                  <a:pt x="807604" y="2188706"/>
                </a:moveTo>
                <a:cubicBezTo>
                  <a:pt x="811879" y="2188706"/>
                  <a:pt x="815346" y="2192172"/>
                  <a:pt x="815346" y="2196449"/>
                </a:cubicBezTo>
                <a:cubicBezTo>
                  <a:pt x="815346" y="2200724"/>
                  <a:pt x="811879" y="2204190"/>
                  <a:pt x="807604" y="2204190"/>
                </a:cubicBezTo>
                <a:cubicBezTo>
                  <a:pt x="803328" y="2204190"/>
                  <a:pt x="799861" y="2200724"/>
                  <a:pt x="799861" y="2196449"/>
                </a:cubicBezTo>
                <a:cubicBezTo>
                  <a:pt x="799861" y="2192172"/>
                  <a:pt x="803328" y="2188706"/>
                  <a:pt x="807604" y="2188706"/>
                </a:cubicBezTo>
                <a:close/>
                <a:moveTo>
                  <a:pt x="2766293" y="2187204"/>
                </a:moveTo>
                <a:cubicBezTo>
                  <a:pt x="2771399" y="2187204"/>
                  <a:pt x="2775538" y="2191342"/>
                  <a:pt x="2775538" y="2196449"/>
                </a:cubicBezTo>
                <a:cubicBezTo>
                  <a:pt x="2775538" y="2201554"/>
                  <a:pt x="2771399" y="2205694"/>
                  <a:pt x="2766293" y="2205694"/>
                </a:cubicBezTo>
                <a:cubicBezTo>
                  <a:pt x="2761187" y="2205694"/>
                  <a:pt x="2757048" y="2201554"/>
                  <a:pt x="2757048" y="2196449"/>
                </a:cubicBezTo>
                <a:cubicBezTo>
                  <a:pt x="2757048" y="2191342"/>
                  <a:pt x="2761187" y="2187204"/>
                  <a:pt x="2766293" y="2187204"/>
                </a:cubicBezTo>
                <a:close/>
                <a:moveTo>
                  <a:pt x="922821" y="2187204"/>
                </a:moveTo>
                <a:cubicBezTo>
                  <a:pt x="927926" y="2187204"/>
                  <a:pt x="932066" y="2191342"/>
                  <a:pt x="932066" y="2196449"/>
                </a:cubicBezTo>
                <a:cubicBezTo>
                  <a:pt x="932066" y="2201554"/>
                  <a:pt x="927926" y="2205694"/>
                  <a:pt x="922821" y="2205694"/>
                </a:cubicBezTo>
                <a:cubicBezTo>
                  <a:pt x="917715" y="2205694"/>
                  <a:pt x="913576" y="2201554"/>
                  <a:pt x="913576" y="2196449"/>
                </a:cubicBezTo>
                <a:cubicBezTo>
                  <a:pt x="913576" y="2191342"/>
                  <a:pt x="917715" y="2187204"/>
                  <a:pt x="922821" y="2187204"/>
                </a:cubicBezTo>
                <a:close/>
                <a:moveTo>
                  <a:pt x="2651076" y="2185712"/>
                </a:moveTo>
                <a:cubicBezTo>
                  <a:pt x="2657006" y="2185712"/>
                  <a:pt x="2661813" y="2190518"/>
                  <a:pt x="2661813" y="2196448"/>
                </a:cubicBezTo>
                <a:cubicBezTo>
                  <a:pt x="2661813" y="2202378"/>
                  <a:pt x="2657006" y="2207185"/>
                  <a:pt x="2651076" y="2207185"/>
                </a:cubicBezTo>
                <a:cubicBezTo>
                  <a:pt x="2645147" y="2207185"/>
                  <a:pt x="2640340" y="2202378"/>
                  <a:pt x="2640340" y="2196448"/>
                </a:cubicBezTo>
                <a:cubicBezTo>
                  <a:pt x="2640340" y="2190519"/>
                  <a:pt x="2645147" y="2185712"/>
                  <a:pt x="2651076" y="2185712"/>
                </a:cubicBezTo>
                <a:close/>
                <a:moveTo>
                  <a:pt x="1038037" y="2185712"/>
                </a:moveTo>
                <a:cubicBezTo>
                  <a:pt x="1043967" y="2185712"/>
                  <a:pt x="1048774" y="2190518"/>
                  <a:pt x="1048774" y="2196448"/>
                </a:cubicBezTo>
                <a:cubicBezTo>
                  <a:pt x="1048774" y="2202378"/>
                  <a:pt x="1043967" y="2207185"/>
                  <a:pt x="1038037" y="2207185"/>
                </a:cubicBezTo>
                <a:cubicBezTo>
                  <a:pt x="1032108" y="2207185"/>
                  <a:pt x="1027301" y="2202378"/>
                  <a:pt x="1027301" y="2196448"/>
                </a:cubicBezTo>
                <a:cubicBezTo>
                  <a:pt x="1027301" y="2190519"/>
                  <a:pt x="1032108" y="2185712"/>
                  <a:pt x="1038037" y="2185712"/>
                </a:cubicBezTo>
                <a:close/>
                <a:moveTo>
                  <a:pt x="2535860" y="2184112"/>
                </a:moveTo>
                <a:cubicBezTo>
                  <a:pt x="2542672" y="2184112"/>
                  <a:pt x="2548195" y="2189636"/>
                  <a:pt x="2548195" y="2196449"/>
                </a:cubicBezTo>
                <a:cubicBezTo>
                  <a:pt x="2548195" y="2203261"/>
                  <a:pt x="2542672" y="2208784"/>
                  <a:pt x="2535860" y="2208784"/>
                </a:cubicBezTo>
                <a:cubicBezTo>
                  <a:pt x="2529047" y="2208784"/>
                  <a:pt x="2523524" y="2203261"/>
                  <a:pt x="2523524" y="2196449"/>
                </a:cubicBezTo>
                <a:cubicBezTo>
                  <a:pt x="2523524" y="2189636"/>
                  <a:pt x="2529047" y="2184112"/>
                  <a:pt x="2535860" y="2184112"/>
                </a:cubicBezTo>
                <a:close/>
                <a:moveTo>
                  <a:pt x="1153255" y="2184112"/>
                </a:moveTo>
                <a:cubicBezTo>
                  <a:pt x="1160068" y="2184112"/>
                  <a:pt x="1165591" y="2189636"/>
                  <a:pt x="1165591" y="2196449"/>
                </a:cubicBezTo>
                <a:cubicBezTo>
                  <a:pt x="1165591" y="2203261"/>
                  <a:pt x="1160068" y="2208784"/>
                  <a:pt x="1153255" y="2208784"/>
                </a:cubicBezTo>
                <a:cubicBezTo>
                  <a:pt x="1146442" y="2208784"/>
                  <a:pt x="1140919" y="2203261"/>
                  <a:pt x="1140919" y="2196449"/>
                </a:cubicBezTo>
                <a:cubicBezTo>
                  <a:pt x="1140919" y="2189636"/>
                  <a:pt x="1146442" y="2184112"/>
                  <a:pt x="1153255" y="2184112"/>
                </a:cubicBezTo>
                <a:close/>
                <a:moveTo>
                  <a:pt x="2420643" y="2182564"/>
                </a:moveTo>
                <a:cubicBezTo>
                  <a:pt x="2428310" y="2182564"/>
                  <a:pt x="2434527" y="2188781"/>
                  <a:pt x="2434527" y="2196448"/>
                </a:cubicBezTo>
                <a:cubicBezTo>
                  <a:pt x="2434527" y="2204116"/>
                  <a:pt x="2428310" y="2210333"/>
                  <a:pt x="2420643" y="2210333"/>
                </a:cubicBezTo>
                <a:cubicBezTo>
                  <a:pt x="2412975" y="2210333"/>
                  <a:pt x="2406758" y="2204116"/>
                  <a:pt x="2406758" y="2196448"/>
                </a:cubicBezTo>
                <a:cubicBezTo>
                  <a:pt x="2406758" y="2188781"/>
                  <a:pt x="2412975" y="2182564"/>
                  <a:pt x="2420643" y="2182564"/>
                </a:cubicBezTo>
                <a:close/>
                <a:moveTo>
                  <a:pt x="1268472" y="2182564"/>
                </a:moveTo>
                <a:cubicBezTo>
                  <a:pt x="1276140" y="2182564"/>
                  <a:pt x="1282356" y="2188781"/>
                  <a:pt x="1282356" y="2196448"/>
                </a:cubicBezTo>
                <a:cubicBezTo>
                  <a:pt x="1282356" y="2204116"/>
                  <a:pt x="1276140" y="2210333"/>
                  <a:pt x="1268472" y="2210333"/>
                </a:cubicBezTo>
                <a:cubicBezTo>
                  <a:pt x="1260804" y="2210333"/>
                  <a:pt x="1254588" y="2204116"/>
                  <a:pt x="1254588" y="2196448"/>
                </a:cubicBezTo>
                <a:cubicBezTo>
                  <a:pt x="1254588" y="2188781"/>
                  <a:pt x="1260804" y="2182564"/>
                  <a:pt x="1268472" y="2182564"/>
                </a:cubicBezTo>
                <a:close/>
                <a:moveTo>
                  <a:pt x="2305425" y="2181095"/>
                </a:moveTo>
                <a:cubicBezTo>
                  <a:pt x="2313905" y="2181095"/>
                  <a:pt x="2320778" y="2187969"/>
                  <a:pt x="2320778" y="2196448"/>
                </a:cubicBezTo>
                <a:cubicBezTo>
                  <a:pt x="2320778" y="2204928"/>
                  <a:pt x="2313905" y="2211801"/>
                  <a:pt x="2305425" y="2211801"/>
                </a:cubicBezTo>
                <a:cubicBezTo>
                  <a:pt x="2296946" y="2211801"/>
                  <a:pt x="2290072" y="2204928"/>
                  <a:pt x="2290072" y="2196448"/>
                </a:cubicBezTo>
                <a:cubicBezTo>
                  <a:pt x="2290072" y="2187969"/>
                  <a:pt x="2296946" y="2181095"/>
                  <a:pt x="2305425" y="2181095"/>
                </a:cubicBezTo>
                <a:close/>
                <a:moveTo>
                  <a:pt x="1383689" y="2181095"/>
                </a:moveTo>
                <a:cubicBezTo>
                  <a:pt x="1392169" y="2181095"/>
                  <a:pt x="1399043" y="2187969"/>
                  <a:pt x="1399043" y="2196448"/>
                </a:cubicBezTo>
                <a:cubicBezTo>
                  <a:pt x="1399043" y="2204928"/>
                  <a:pt x="1392169" y="2211801"/>
                  <a:pt x="1383689" y="2211801"/>
                </a:cubicBezTo>
                <a:cubicBezTo>
                  <a:pt x="1375210" y="2211801"/>
                  <a:pt x="1368336" y="2204928"/>
                  <a:pt x="1368336" y="2196448"/>
                </a:cubicBezTo>
                <a:cubicBezTo>
                  <a:pt x="1368336" y="2187969"/>
                  <a:pt x="1375210" y="2181095"/>
                  <a:pt x="1383689" y="2181095"/>
                </a:cubicBezTo>
                <a:close/>
                <a:moveTo>
                  <a:pt x="2190208" y="2179729"/>
                </a:moveTo>
                <a:cubicBezTo>
                  <a:pt x="2199442" y="2179729"/>
                  <a:pt x="2206928" y="2187215"/>
                  <a:pt x="2206928" y="2196449"/>
                </a:cubicBezTo>
                <a:cubicBezTo>
                  <a:pt x="2206928" y="2205683"/>
                  <a:pt x="2199442" y="2213169"/>
                  <a:pt x="2190208" y="2213169"/>
                </a:cubicBezTo>
                <a:cubicBezTo>
                  <a:pt x="2180974" y="2213169"/>
                  <a:pt x="2173488" y="2205683"/>
                  <a:pt x="2173488" y="2196449"/>
                </a:cubicBezTo>
                <a:cubicBezTo>
                  <a:pt x="2173488" y="2187215"/>
                  <a:pt x="2180974" y="2179729"/>
                  <a:pt x="2190208" y="2179729"/>
                </a:cubicBezTo>
                <a:close/>
                <a:moveTo>
                  <a:pt x="1498906" y="2179729"/>
                </a:moveTo>
                <a:cubicBezTo>
                  <a:pt x="1508140" y="2179729"/>
                  <a:pt x="1515626" y="2187215"/>
                  <a:pt x="1515626" y="2196449"/>
                </a:cubicBezTo>
                <a:cubicBezTo>
                  <a:pt x="1515626" y="2205683"/>
                  <a:pt x="1508140" y="2213169"/>
                  <a:pt x="1498906" y="2213169"/>
                </a:cubicBezTo>
                <a:cubicBezTo>
                  <a:pt x="1489672" y="2213169"/>
                  <a:pt x="1482186" y="2205683"/>
                  <a:pt x="1482186" y="2196449"/>
                </a:cubicBezTo>
                <a:cubicBezTo>
                  <a:pt x="1482186" y="2187215"/>
                  <a:pt x="1489672" y="2179729"/>
                  <a:pt x="1498906" y="2179729"/>
                </a:cubicBezTo>
                <a:close/>
                <a:moveTo>
                  <a:pt x="2074992" y="2178667"/>
                </a:moveTo>
                <a:cubicBezTo>
                  <a:pt x="2084812" y="2178667"/>
                  <a:pt x="2092773" y="2186627"/>
                  <a:pt x="2092773" y="2196449"/>
                </a:cubicBezTo>
                <a:cubicBezTo>
                  <a:pt x="2092773" y="2206269"/>
                  <a:pt x="2084812" y="2214230"/>
                  <a:pt x="2074992" y="2214230"/>
                </a:cubicBezTo>
                <a:cubicBezTo>
                  <a:pt x="2065170" y="2214230"/>
                  <a:pt x="2057209" y="2206269"/>
                  <a:pt x="2057209" y="2196449"/>
                </a:cubicBezTo>
                <a:cubicBezTo>
                  <a:pt x="2057209" y="2186627"/>
                  <a:pt x="2065170" y="2178667"/>
                  <a:pt x="2074992" y="2178667"/>
                </a:cubicBezTo>
                <a:close/>
                <a:moveTo>
                  <a:pt x="1614123" y="2178667"/>
                </a:moveTo>
                <a:cubicBezTo>
                  <a:pt x="1623944" y="2178667"/>
                  <a:pt x="1631905" y="2186627"/>
                  <a:pt x="1631905" y="2196449"/>
                </a:cubicBezTo>
                <a:cubicBezTo>
                  <a:pt x="1631905" y="2206269"/>
                  <a:pt x="1623944" y="2214230"/>
                  <a:pt x="1614123" y="2214230"/>
                </a:cubicBezTo>
                <a:cubicBezTo>
                  <a:pt x="1604302" y="2214230"/>
                  <a:pt x="1596341" y="2206269"/>
                  <a:pt x="1596341" y="2196449"/>
                </a:cubicBezTo>
                <a:cubicBezTo>
                  <a:pt x="1596341" y="2186627"/>
                  <a:pt x="1604302" y="2178667"/>
                  <a:pt x="1614123" y="2178667"/>
                </a:cubicBezTo>
                <a:close/>
                <a:moveTo>
                  <a:pt x="1959774" y="2178123"/>
                </a:moveTo>
                <a:cubicBezTo>
                  <a:pt x="1969894" y="2178123"/>
                  <a:pt x="1978099" y="2186327"/>
                  <a:pt x="1978099" y="2196448"/>
                </a:cubicBezTo>
                <a:cubicBezTo>
                  <a:pt x="1978099" y="2206569"/>
                  <a:pt x="1969894" y="2214773"/>
                  <a:pt x="1959774" y="2214773"/>
                </a:cubicBezTo>
                <a:cubicBezTo>
                  <a:pt x="1949653" y="2214773"/>
                  <a:pt x="1941449" y="2206569"/>
                  <a:pt x="1941449" y="2196448"/>
                </a:cubicBezTo>
                <a:cubicBezTo>
                  <a:pt x="1941449" y="2186327"/>
                  <a:pt x="1949653" y="2178123"/>
                  <a:pt x="1959774" y="2178123"/>
                </a:cubicBezTo>
                <a:close/>
                <a:moveTo>
                  <a:pt x="1729340" y="2178123"/>
                </a:moveTo>
                <a:cubicBezTo>
                  <a:pt x="1739460" y="2178123"/>
                  <a:pt x="1747664" y="2186327"/>
                  <a:pt x="1747664" y="2196448"/>
                </a:cubicBezTo>
                <a:cubicBezTo>
                  <a:pt x="1747664" y="2206569"/>
                  <a:pt x="1739460" y="2214773"/>
                  <a:pt x="1729340" y="2214773"/>
                </a:cubicBezTo>
                <a:cubicBezTo>
                  <a:pt x="1719219" y="2214773"/>
                  <a:pt x="1711015" y="2206569"/>
                  <a:pt x="1711015" y="2196448"/>
                </a:cubicBezTo>
                <a:cubicBezTo>
                  <a:pt x="1711015" y="2186327"/>
                  <a:pt x="1719219" y="2178123"/>
                  <a:pt x="1729340" y="2178123"/>
                </a:cubicBezTo>
                <a:close/>
                <a:moveTo>
                  <a:pt x="1844558" y="2177757"/>
                </a:moveTo>
                <a:cubicBezTo>
                  <a:pt x="1854880" y="2177757"/>
                  <a:pt x="1863248" y="2186125"/>
                  <a:pt x="1863248" y="2196449"/>
                </a:cubicBezTo>
                <a:cubicBezTo>
                  <a:pt x="1863248" y="2206772"/>
                  <a:pt x="1854880" y="2215140"/>
                  <a:pt x="1844558" y="2215140"/>
                </a:cubicBezTo>
                <a:cubicBezTo>
                  <a:pt x="1834234" y="2215140"/>
                  <a:pt x="1825866" y="2206772"/>
                  <a:pt x="1825866" y="2196449"/>
                </a:cubicBezTo>
                <a:cubicBezTo>
                  <a:pt x="1825866" y="2186125"/>
                  <a:pt x="1834234" y="2177757"/>
                  <a:pt x="1844558" y="2177757"/>
                </a:cubicBezTo>
                <a:close/>
                <a:moveTo>
                  <a:pt x="3630421" y="2095440"/>
                </a:moveTo>
                <a:cubicBezTo>
                  <a:pt x="3631099" y="2095440"/>
                  <a:pt x="3631649" y="2095990"/>
                  <a:pt x="3631649" y="2096667"/>
                </a:cubicBezTo>
                <a:cubicBezTo>
                  <a:pt x="3631649" y="2097345"/>
                  <a:pt x="3631099" y="2097894"/>
                  <a:pt x="3630421" y="2097894"/>
                </a:cubicBezTo>
                <a:cubicBezTo>
                  <a:pt x="3629743" y="2097894"/>
                  <a:pt x="3629193" y="2097345"/>
                  <a:pt x="3629193" y="2096667"/>
                </a:cubicBezTo>
                <a:cubicBezTo>
                  <a:pt x="3629193" y="2095989"/>
                  <a:pt x="3629743" y="2095440"/>
                  <a:pt x="3630421" y="2095440"/>
                </a:cubicBezTo>
                <a:close/>
                <a:moveTo>
                  <a:pt x="58694" y="2095440"/>
                </a:moveTo>
                <a:cubicBezTo>
                  <a:pt x="59373" y="2095440"/>
                  <a:pt x="59922" y="2095990"/>
                  <a:pt x="59922" y="2096667"/>
                </a:cubicBezTo>
                <a:cubicBezTo>
                  <a:pt x="59922" y="2097345"/>
                  <a:pt x="59373" y="2097894"/>
                  <a:pt x="58694" y="2097894"/>
                </a:cubicBezTo>
                <a:cubicBezTo>
                  <a:pt x="58016" y="2097894"/>
                  <a:pt x="57466" y="2097345"/>
                  <a:pt x="57466" y="2096667"/>
                </a:cubicBezTo>
                <a:cubicBezTo>
                  <a:pt x="57466" y="2095989"/>
                  <a:pt x="58016" y="2095440"/>
                  <a:pt x="58694" y="2095440"/>
                </a:cubicBezTo>
                <a:close/>
                <a:moveTo>
                  <a:pt x="3515204" y="2094786"/>
                </a:moveTo>
                <a:cubicBezTo>
                  <a:pt x="3516243" y="2094786"/>
                  <a:pt x="3517086" y="2095629"/>
                  <a:pt x="3517086" y="2096668"/>
                </a:cubicBezTo>
                <a:cubicBezTo>
                  <a:pt x="3517086" y="2097707"/>
                  <a:pt x="3516243" y="2098549"/>
                  <a:pt x="3515204" y="2098549"/>
                </a:cubicBezTo>
                <a:cubicBezTo>
                  <a:pt x="3514164" y="2098549"/>
                  <a:pt x="3513323" y="2097707"/>
                  <a:pt x="3513323" y="2096668"/>
                </a:cubicBezTo>
                <a:cubicBezTo>
                  <a:pt x="3513323" y="2095629"/>
                  <a:pt x="3514164" y="2094786"/>
                  <a:pt x="3515204" y="2094786"/>
                </a:cubicBezTo>
                <a:close/>
                <a:moveTo>
                  <a:pt x="173910" y="2094786"/>
                </a:moveTo>
                <a:cubicBezTo>
                  <a:pt x="174950" y="2094786"/>
                  <a:pt x="175792" y="2095629"/>
                  <a:pt x="175792" y="2096668"/>
                </a:cubicBezTo>
                <a:cubicBezTo>
                  <a:pt x="175792" y="2097707"/>
                  <a:pt x="174950" y="2098549"/>
                  <a:pt x="173910" y="2098549"/>
                </a:cubicBezTo>
                <a:cubicBezTo>
                  <a:pt x="172872" y="2098549"/>
                  <a:pt x="172029" y="2097707"/>
                  <a:pt x="172029" y="2096668"/>
                </a:cubicBezTo>
                <a:cubicBezTo>
                  <a:pt x="172029" y="2095629"/>
                  <a:pt x="172872" y="2094786"/>
                  <a:pt x="173910" y="2094786"/>
                </a:cubicBezTo>
                <a:close/>
                <a:moveTo>
                  <a:pt x="3399987" y="2093925"/>
                </a:moveTo>
                <a:cubicBezTo>
                  <a:pt x="3401502" y="2093925"/>
                  <a:pt x="3402730" y="2095153"/>
                  <a:pt x="3402730" y="2096668"/>
                </a:cubicBezTo>
                <a:cubicBezTo>
                  <a:pt x="3402730" y="2098182"/>
                  <a:pt x="3401502" y="2099410"/>
                  <a:pt x="3399987" y="2099410"/>
                </a:cubicBezTo>
                <a:cubicBezTo>
                  <a:pt x="3398472" y="2099410"/>
                  <a:pt x="3397245" y="2098182"/>
                  <a:pt x="3397245" y="2096668"/>
                </a:cubicBezTo>
                <a:cubicBezTo>
                  <a:pt x="3397245" y="2095153"/>
                  <a:pt x="3398472" y="2093925"/>
                  <a:pt x="3399987" y="2093925"/>
                </a:cubicBezTo>
                <a:close/>
                <a:moveTo>
                  <a:pt x="289128" y="2093925"/>
                </a:moveTo>
                <a:cubicBezTo>
                  <a:pt x="290643" y="2093925"/>
                  <a:pt x="291870" y="2095153"/>
                  <a:pt x="291870" y="2096668"/>
                </a:cubicBezTo>
                <a:cubicBezTo>
                  <a:pt x="291870" y="2098182"/>
                  <a:pt x="290643" y="2099410"/>
                  <a:pt x="289128" y="2099410"/>
                </a:cubicBezTo>
                <a:cubicBezTo>
                  <a:pt x="287613" y="2099410"/>
                  <a:pt x="286385" y="2098182"/>
                  <a:pt x="286385" y="2096668"/>
                </a:cubicBezTo>
                <a:cubicBezTo>
                  <a:pt x="286385" y="2095153"/>
                  <a:pt x="287613" y="2093925"/>
                  <a:pt x="289128" y="2093925"/>
                </a:cubicBezTo>
                <a:close/>
                <a:moveTo>
                  <a:pt x="3284770" y="2092907"/>
                </a:moveTo>
                <a:cubicBezTo>
                  <a:pt x="3286846" y="2092907"/>
                  <a:pt x="3288530" y="2094591"/>
                  <a:pt x="3288530" y="2096667"/>
                </a:cubicBezTo>
                <a:cubicBezTo>
                  <a:pt x="3288530" y="2098744"/>
                  <a:pt x="3286846" y="2100428"/>
                  <a:pt x="3284770" y="2100428"/>
                </a:cubicBezTo>
                <a:cubicBezTo>
                  <a:pt x="3282693" y="2100428"/>
                  <a:pt x="3281009" y="2098744"/>
                  <a:pt x="3281009" y="2096667"/>
                </a:cubicBezTo>
                <a:cubicBezTo>
                  <a:pt x="3281009" y="2094591"/>
                  <a:pt x="3282693" y="2092907"/>
                  <a:pt x="3284770" y="2092907"/>
                </a:cubicBezTo>
                <a:close/>
                <a:moveTo>
                  <a:pt x="404345" y="2092907"/>
                </a:moveTo>
                <a:cubicBezTo>
                  <a:pt x="406422" y="2092907"/>
                  <a:pt x="408105" y="2094591"/>
                  <a:pt x="408105" y="2096667"/>
                </a:cubicBezTo>
                <a:cubicBezTo>
                  <a:pt x="408105" y="2098744"/>
                  <a:pt x="406422" y="2100428"/>
                  <a:pt x="404345" y="2100428"/>
                </a:cubicBezTo>
                <a:cubicBezTo>
                  <a:pt x="402268" y="2100428"/>
                  <a:pt x="400585" y="2098744"/>
                  <a:pt x="400585" y="2096667"/>
                </a:cubicBezTo>
                <a:cubicBezTo>
                  <a:pt x="400585" y="2094591"/>
                  <a:pt x="402268" y="2092907"/>
                  <a:pt x="404345" y="2092907"/>
                </a:cubicBezTo>
                <a:close/>
                <a:moveTo>
                  <a:pt x="3169553" y="2091830"/>
                </a:moveTo>
                <a:cubicBezTo>
                  <a:pt x="3172225" y="2091830"/>
                  <a:pt x="3174391" y="2093996"/>
                  <a:pt x="3174391" y="2096668"/>
                </a:cubicBezTo>
                <a:cubicBezTo>
                  <a:pt x="3174391" y="2099340"/>
                  <a:pt x="3172225" y="2101505"/>
                  <a:pt x="3169553" y="2101505"/>
                </a:cubicBezTo>
                <a:cubicBezTo>
                  <a:pt x="3166882" y="2101505"/>
                  <a:pt x="3164715" y="2099340"/>
                  <a:pt x="3164715" y="2096668"/>
                </a:cubicBezTo>
                <a:cubicBezTo>
                  <a:pt x="3164715" y="2093996"/>
                  <a:pt x="3166882" y="2091830"/>
                  <a:pt x="3169553" y="2091830"/>
                </a:cubicBezTo>
                <a:close/>
                <a:moveTo>
                  <a:pt x="519562" y="2091830"/>
                </a:moveTo>
                <a:cubicBezTo>
                  <a:pt x="522234" y="2091830"/>
                  <a:pt x="524400" y="2093996"/>
                  <a:pt x="524400" y="2096668"/>
                </a:cubicBezTo>
                <a:cubicBezTo>
                  <a:pt x="524400" y="2099340"/>
                  <a:pt x="522234" y="2101505"/>
                  <a:pt x="519562" y="2101505"/>
                </a:cubicBezTo>
                <a:cubicBezTo>
                  <a:pt x="516890" y="2101505"/>
                  <a:pt x="514725" y="2099340"/>
                  <a:pt x="514725" y="2096668"/>
                </a:cubicBezTo>
                <a:cubicBezTo>
                  <a:pt x="514725" y="2093996"/>
                  <a:pt x="516890" y="2091830"/>
                  <a:pt x="519562" y="2091830"/>
                </a:cubicBezTo>
                <a:close/>
                <a:moveTo>
                  <a:pt x="3054336" y="2090514"/>
                </a:moveTo>
                <a:cubicBezTo>
                  <a:pt x="3057735" y="2090514"/>
                  <a:pt x="3060489" y="2093269"/>
                  <a:pt x="3060489" y="2096667"/>
                </a:cubicBezTo>
                <a:cubicBezTo>
                  <a:pt x="3060489" y="2100066"/>
                  <a:pt x="3057735" y="2102821"/>
                  <a:pt x="3054336" y="2102821"/>
                </a:cubicBezTo>
                <a:cubicBezTo>
                  <a:pt x="3050938" y="2102821"/>
                  <a:pt x="3048182" y="2100066"/>
                  <a:pt x="3048182" y="2096667"/>
                </a:cubicBezTo>
                <a:cubicBezTo>
                  <a:pt x="3048182" y="2093269"/>
                  <a:pt x="3050938" y="2090514"/>
                  <a:pt x="3054336" y="2090514"/>
                </a:cubicBezTo>
                <a:close/>
                <a:moveTo>
                  <a:pt x="634779" y="2090514"/>
                </a:moveTo>
                <a:cubicBezTo>
                  <a:pt x="638177" y="2090514"/>
                  <a:pt x="640932" y="2093269"/>
                  <a:pt x="640932" y="2096667"/>
                </a:cubicBezTo>
                <a:cubicBezTo>
                  <a:pt x="640932" y="2100066"/>
                  <a:pt x="638177" y="2102821"/>
                  <a:pt x="634779" y="2102821"/>
                </a:cubicBezTo>
                <a:cubicBezTo>
                  <a:pt x="631380" y="2102821"/>
                  <a:pt x="628626" y="2100066"/>
                  <a:pt x="628626" y="2096667"/>
                </a:cubicBezTo>
                <a:cubicBezTo>
                  <a:pt x="628626" y="2093269"/>
                  <a:pt x="631380" y="2090514"/>
                  <a:pt x="634779" y="2090514"/>
                </a:cubicBezTo>
                <a:close/>
                <a:moveTo>
                  <a:pt x="2939119" y="2089163"/>
                </a:moveTo>
                <a:cubicBezTo>
                  <a:pt x="2943263" y="2089163"/>
                  <a:pt x="2946623" y="2092523"/>
                  <a:pt x="2946623" y="2096667"/>
                </a:cubicBezTo>
                <a:cubicBezTo>
                  <a:pt x="2946623" y="2100812"/>
                  <a:pt x="2943263" y="2104172"/>
                  <a:pt x="2939119" y="2104172"/>
                </a:cubicBezTo>
                <a:cubicBezTo>
                  <a:pt x="2934974" y="2104172"/>
                  <a:pt x="2931614" y="2100812"/>
                  <a:pt x="2931614" y="2096667"/>
                </a:cubicBezTo>
                <a:cubicBezTo>
                  <a:pt x="2931614" y="2092523"/>
                  <a:pt x="2934974" y="2089163"/>
                  <a:pt x="2939119" y="2089163"/>
                </a:cubicBezTo>
                <a:close/>
                <a:moveTo>
                  <a:pt x="749995" y="2089163"/>
                </a:moveTo>
                <a:cubicBezTo>
                  <a:pt x="754140" y="2089163"/>
                  <a:pt x="757499" y="2092523"/>
                  <a:pt x="757499" y="2096667"/>
                </a:cubicBezTo>
                <a:cubicBezTo>
                  <a:pt x="757499" y="2100812"/>
                  <a:pt x="754140" y="2104172"/>
                  <a:pt x="749995" y="2104172"/>
                </a:cubicBezTo>
                <a:cubicBezTo>
                  <a:pt x="745850" y="2104172"/>
                  <a:pt x="742491" y="2100812"/>
                  <a:pt x="742491" y="2096667"/>
                </a:cubicBezTo>
                <a:cubicBezTo>
                  <a:pt x="742491" y="2092523"/>
                  <a:pt x="745850" y="2089163"/>
                  <a:pt x="749995" y="2089163"/>
                </a:cubicBezTo>
                <a:close/>
                <a:moveTo>
                  <a:pt x="2823902" y="2087682"/>
                </a:moveTo>
                <a:cubicBezTo>
                  <a:pt x="2828864" y="2087682"/>
                  <a:pt x="2832888" y="2091704"/>
                  <a:pt x="2832888" y="2096667"/>
                </a:cubicBezTo>
                <a:cubicBezTo>
                  <a:pt x="2832888" y="2101629"/>
                  <a:pt x="2828864" y="2105653"/>
                  <a:pt x="2823902" y="2105653"/>
                </a:cubicBezTo>
                <a:cubicBezTo>
                  <a:pt x="2818939" y="2105653"/>
                  <a:pt x="2814917" y="2101629"/>
                  <a:pt x="2814917" y="2096667"/>
                </a:cubicBezTo>
                <a:cubicBezTo>
                  <a:pt x="2814917" y="2091704"/>
                  <a:pt x="2818939" y="2087682"/>
                  <a:pt x="2823902" y="2087682"/>
                </a:cubicBezTo>
                <a:close/>
                <a:moveTo>
                  <a:pt x="865213" y="2087682"/>
                </a:moveTo>
                <a:cubicBezTo>
                  <a:pt x="870175" y="2087682"/>
                  <a:pt x="874198" y="2091704"/>
                  <a:pt x="874198" y="2096667"/>
                </a:cubicBezTo>
                <a:cubicBezTo>
                  <a:pt x="874198" y="2101629"/>
                  <a:pt x="870175" y="2105653"/>
                  <a:pt x="865213" y="2105653"/>
                </a:cubicBezTo>
                <a:cubicBezTo>
                  <a:pt x="860250" y="2105653"/>
                  <a:pt x="856227" y="2101629"/>
                  <a:pt x="856227" y="2096667"/>
                </a:cubicBezTo>
                <a:cubicBezTo>
                  <a:pt x="856227" y="2091704"/>
                  <a:pt x="860250" y="2087682"/>
                  <a:pt x="865213" y="2087682"/>
                </a:cubicBezTo>
                <a:close/>
                <a:moveTo>
                  <a:pt x="2708685" y="2086071"/>
                </a:moveTo>
                <a:cubicBezTo>
                  <a:pt x="2714538" y="2086071"/>
                  <a:pt x="2719281" y="2090815"/>
                  <a:pt x="2719281" y="2096667"/>
                </a:cubicBezTo>
                <a:cubicBezTo>
                  <a:pt x="2719281" y="2102520"/>
                  <a:pt x="2714538" y="2107264"/>
                  <a:pt x="2708685" y="2107264"/>
                </a:cubicBezTo>
                <a:cubicBezTo>
                  <a:pt x="2702833" y="2107264"/>
                  <a:pt x="2698089" y="2102520"/>
                  <a:pt x="2698089" y="2096667"/>
                </a:cubicBezTo>
                <a:cubicBezTo>
                  <a:pt x="2698089" y="2090815"/>
                  <a:pt x="2702833" y="2086071"/>
                  <a:pt x="2708685" y="2086071"/>
                </a:cubicBezTo>
                <a:close/>
                <a:moveTo>
                  <a:pt x="980429" y="2086071"/>
                </a:moveTo>
                <a:cubicBezTo>
                  <a:pt x="986282" y="2086071"/>
                  <a:pt x="991025" y="2090815"/>
                  <a:pt x="991025" y="2096667"/>
                </a:cubicBezTo>
                <a:cubicBezTo>
                  <a:pt x="991025" y="2102520"/>
                  <a:pt x="986282" y="2107264"/>
                  <a:pt x="980429" y="2107264"/>
                </a:cubicBezTo>
                <a:cubicBezTo>
                  <a:pt x="974577" y="2107264"/>
                  <a:pt x="969833" y="2102520"/>
                  <a:pt x="969833" y="2096667"/>
                </a:cubicBezTo>
                <a:cubicBezTo>
                  <a:pt x="969833" y="2090815"/>
                  <a:pt x="974577" y="2086071"/>
                  <a:pt x="980429" y="2086071"/>
                </a:cubicBezTo>
                <a:close/>
                <a:moveTo>
                  <a:pt x="2593468" y="2084482"/>
                </a:moveTo>
                <a:cubicBezTo>
                  <a:pt x="2600198" y="2084482"/>
                  <a:pt x="2605654" y="2089938"/>
                  <a:pt x="2605654" y="2096668"/>
                </a:cubicBezTo>
                <a:cubicBezTo>
                  <a:pt x="2605654" y="2103398"/>
                  <a:pt x="2600198" y="2108854"/>
                  <a:pt x="2593468" y="2108854"/>
                </a:cubicBezTo>
                <a:cubicBezTo>
                  <a:pt x="2586738" y="2108854"/>
                  <a:pt x="2581282" y="2103398"/>
                  <a:pt x="2581282" y="2096668"/>
                </a:cubicBezTo>
                <a:cubicBezTo>
                  <a:pt x="2581282" y="2089938"/>
                  <a:pt x="2586738" y="2084482"/>
                  <a:pt x="2593468" y="2084482"/>
                </a:cubicBezTo>
                <a:close/>
                <a:moveTo>
                  <a:pt x="1095647" y="2084482"/>
                </a:moveTo>
                <a:cubicBezTo>
                  <a:pt x="1102377" y="2084482"/>
                  <a:pt x="1107832" y="2089938"/>
                  <a:pt x="1107832" y="2096668"/>
                </a:cubicBezTo>
                <a:cubicBezTo>
                  <a:pt x="1107832" y="2103398"/>
                  <a:pt x="1102377" y="2108854"/>
                  <a:pt x="1095647" y="2108854"/>
                </a:cubicBezTo>
                <a:cubicBezTo>
                  <a:pt x="1088916" y="2108854"/>
                  <a:pt x="1083461" y="2103398"/>
                  <a:pt x="1083461" y="2096668"/>
                </a:cubicBezTo>
                <a:cubicBezTo>
                  <a:pt x="1083461" y="2089938"/>
                  <a:pt x="1088916" y="2084482"/>
                  <a:pt x="1095647" y="2084482"/>
                </a:cubicBezTo>
                <a:close/>
                <a:moveTo>
                  <a:pt x="2478250" y="2082784"/>
                </a:moveTo>
                <a:cubicBezTo>
                  <a:pt x="2485918" y="2082784"/>
                  <a:pt x="2492135" y="2089000"/>
                  <a:pt x="2492135" y="2096667"/>
                </a:cubicBezTo>
                <a:cubicBezTo>
                  <a:pt x="2492135" y="2104335"/>
                  <a:pt x="2485918" y="2110552"/>
                  <a:pt x="2478250" y="2110552"/>
                </a:cubicBezTo>
                <a:cubicBezTo>
                  <a:pt x="2470583" y="2110552"/>
                  <a:pt x="2464366" y="2104335"/>
                  <a:pt x="2464366" y="2096667"/>
                </a:cubicBezTo>
                <a:cubicBezTo>
                  <a:pt x="2464366" y="2089000"/>
                  <a:pt x="2470583" y="2082784"/>
                  <a:pt x="2478250" y="2082784"/>
                </a:cubicBezTo>
                <a:close/>
                <a:moveTo>
                  <a:pt x="1210863" y="2082784"/>
                </a:moveTo>
                <a:cubicBezTo>
                  <a:pt x="1218531" y="2082784"/>
                  <a:pt x="1224748" y="2089000"/>
                  <a:pt x="1224748" y="2096667"/>
                </a:cubicBezTo>
                <a:cubicBezTo>
                  <a:pt x="1224748" y="2104335"/>
                  <a:pt x="1218531" y="2110552"/>
                  <a:pt x="1210863" y="2110552"/>
                </a:cubicBezTo>
                <a:cubicBezTo>
                  <a:pt x="1203196" y="2110552"/>
                  <a:pt x="1196980" y="2104335"/>
                  <a:pt x="1196980" y="2096667"/>
                </a:cubicBezTo>
                <a:cubicBezTo>
                  <a:pt x="1196980" y="2089000"/>
                  <a:pt x="1203196" y="2082784"/>
                  <a:pt x="1210863" y="2082784"/>
                </a:cubicBezTo>
                <a:close/>
                <a:moveTo>
                  <a:pt x="2363034" y="2081146"/>
                </a:moveTo>
                <a:cubicBezTo>
                  <a:pt x="2371606" y="2081146"/>
                  <a:pt x="2378555" y="2088096"/>
                  <a:pt x="2378555" y="2096667"/>
                </a:cubicBezTo>
                <a:cubicBezTo>
                  <a:pt x="2378555" y="2105240"/>
                  <a:pt x="2371606" y="2112188"/>
                  <a:pt x="2363034" y="2112188"/>
                </a:cubicBezTo>
                <a:cubicBezTo>
                  <a:pt x="2354462" y="2112188"/>
                  <a:pt x="2347513" y="2105240"/>
                  <a:pt x="2347513" y="2096667"/>
                </a:cubicBezTo>
                <a:cubicBezTo>
                  <a:pt x="2347513" y="2088096"/>
                  <a:pt x="2354462" y="2081146"/>
                  <a:pt x="2363034" y="2081146"/>
                </a:cubicBezTo>
                <a:close/>
                <a:moveTo>
                  <a:pt x="1326080" y="2081146"/>
                </a:moveTo>
                <a:cubicBezTo>
                  <a:pt x="1334653" y="2081146"/>
                  <a:pt x="1341602" y="2088096"/>
                  <a:pt x="1341602" y="2096667"/>
                </a:cubicBezTo>
                <a:cubicBezTo>
                  <a:pt x="1341602" y="2105240"/>
                  <a:pt x="1334653" y="2112188"/>
                  <a:pt x="1326080" y="2112188"/>
                </a:cubicBezTo>
                <a:cubicBezTo>
                  <a:pt x="1317509" y="2112188"/>
                  <a:pt x="1310559" y="2105240"/>
                  <a:pt x="1310559" y="2096667"/>
                </a:cubicBezTo>
                <a:cubicBezTo>
                  <a:pt x="1310559" y="2088096"/>
                  <a:pt x="1317509" y="2081146"/>
                  <a:pt x="1326080" y="2081146"/>
                </a:cubicBezTo>
                <a:close/>
                <a:moveTo>
                  <a:pt x="2247817" y="2079597"/>
                </a:moveTo>
                <a:cubicBezTo>
                  <a:pt x="2257244" y="2079597"/>
                  <a:pt x="2264887" y="2087240"/>
                  <a:pt x="2264887" y="2096668"/>
                </a:cubicBezTo>
                <a:cubicBezTo>
                  <a:pt x="2264887" y="2106095"/>
                  <a:pt x="2257244" y="2113738"/>
                  <a:pt x="2247817" y="2113738"/>
                </a:cubicBezTo>
                <a:cubicBezTo>
                  <a:pt x="2238389" y="2113738"/>
                  <a:pt x="2230746" y="2106095"/>
                  <a:pt x="2230746" y="2096668"/>
                </a:cubicBezTo>
                <a:cubicBezTo>
                  <a:pt x="2230746" y="2087240"/>
                  <a:pt x="2238389" y="2079597"/>
                  <a:pt x="2247817" y="2079597"/>
                </a:cubicBezTo>
                <a:close/>
                <a:moveTo>
                  <a:pt x="1441298" y="2079597"/>
                </a:moveTo>
                <a:cubicBezTo>
                  <a:pt x="1450726" y="2079597"/>
                  <a:pt x="1458368" y="2087240"/>
                  <a:pt x="1458368" y="2096668"/>
                </a:cubicBezTo>
                <a:cubicBezTo>
                  <a:pt x="1458368" y="2106095"/>
                  <a:pt x="1450726" y="2113738"/>
                  <a:pt x="1441298" y="2113738"/>
                </a:cubicBezTo>
                <a:cubicBezTo>
                  <a:pt x="1431870" y="2113738"/>
                  <a:pt x="1424228" y="2106095"/>
                  <a:pt x="1424228" y="2096668"/>
                </a:cubicBezTo>
                <a:cubicBezTo>
                  <a:pt x="1424228" y="2087240"/>
                  <a:pt x="1431870" y="2079597"/>
                  <a:pt x="1441298" y="2079597"/>
                </a:cubicBezTo>
                <a:close/>
                <a:moveTo>
                  <a:pt x="2132600" y="2078160"/>
                </a:moveTo>
                <a:cubicBezTo>
                  <a:pt x="2142821" y="2078160"/>
                  <a:pt x="2151107" y="2086447"/>
                  <a:pt x="2151107" y="2096668"/>
                </a:cubicBezTo>
                <a:cubicBezTo>
                  <a:pt x="2151107" y="2106889"/>
                  <a:pt x="2142821" y="2115176"/>
                  <a:pt x="2132600" y="2115176"/>
                </a:cubicBezTo>
                <a:cubicBezTo>
                  <a:pt x="2122378" y="2115176"/>
                  <a:pt x="2114092" y="2106889"/>
                  <a:pt x="2114092" y="2096668"/>
                </a:cubicBezTo>
                <a:cubicBezTo>
                  <a:pt x="2114092" y="2086447"/>
                  <a:pt x="2122378" y="2078160"/>
                  <a:pt x="2132600" y="2078160"/>
                </a:cubicBezTo>
                <a:close/>
                <a:moveTo>
                  <a:pt x="1556514" y="2078160"/>
                </a:moveTo>
                <a:cubicBezTo>
                  <a:pt x="1566736" y="2078160"/>
                  <a:pt x="1575022" y="2086447"/>
                  <a:pt x="1575022" y="2096668"/>
                </a:cubicBezTo>
                <a:cubicBezTo>
                  <a:pt x="1575022" y="2106889"/>
                  <a:pt x="1566736" y="2115176"/>
                  <a:pt x="1556514" y="2115176"/>
                </a:cubicBezTo>
                <a:cubicBezTo>
                  <a:pt x="1546293" y="2115176"/>
                  <a:pt x="1538007" y="2106889"/>
                  <a:pt x="1538007" y="2096668"/>
                </a:cubicBezTo>
                <a:cubicBezTo>
                  <a:pt x="1538007" y="2086447"/>
                  <a:pt x="1546293" y="2078160"/>
                  <a:pt x="1556514" y="2078160"/>
                </a:cubicBezTo>
                <a:close/>
                <a:moveTo>
                  <a:pt x="2017383" y="2077233"/>
                </a:moveTo>
                <a:cubicBezTo>
                  <a:pt x="2028116" y="2077233"/>
                  <a:pt x="2036817" y="2085934"/>
                  <a:pt x="2036817" y="2096667"/>
                </a:cubicBezTo>
                <a:cubicBezTo>
                  <a:pt x="2036817" y="2107400"/>
                  <a:pt x="2028116" y="2116102"/>
                  <a:pt x="2017383" y="2116102"/>
                </a:cubicBezTo>
                <a:cubicBezTo>
                  <a:pt x="2006649" y="2116102"/>
                  <a:pt x="1997948" y="2107400"/>
                  <a:pt x="1997948" y="2096667"/>
                </a:cubicBezTo>
                <a:cubicBezTo>
                  <a:pt x="1997948" y="2085934"/>
                  <a:pt x="2006649" y="2077233"/>
                  <a:pt x="2017383" y="2077233"/>
                </a:cubicBezTo>
                <a:close/>
                <a:moveTo>
                  <a:pt x="1671732" y="2077233"/>
                </a:moveTo>
                <a:cubicBezTo>
                  <a:pt x="1682465" y="2077233"/>
                  <a:pt x="1691166" y="2085934"/>
                  <a:pt x="1691166" y="2096667"/>
                </a:cubicBezTo>
                <a:cubicBezTo>
                  <a:pt x="1691166" y="2107400"/>
                  <a:pt x="1682465" y="2116102"/>
                  <a:pt x="1671732" y="2116102"/>
                </a:cubicBezTo>
                <a:cubicBezTo>
                  <a:pt x="1660998" y="2116102"/>
                  <a:pt x="1652297" y="2107400"/>
                  <a:pt x="1652297" y="2096667"/>
                </a:cubicBezTo>
                <a:cubicBezTo>
                  <a:pt x="1652297" y="2085934"/>
                  <a:pt x="1660998" y="2077233"/>
                  <a:pt x="1671732" y="2077233"/>
                </a:cubicBezTo>
                <a:close/>
                <a:moveTo>
                  <a:pt x="1902166" y="2076666"/>
                </a:moveTo>
                <a:cubicBezTo>
                  <a:pt x="1913212" y="2076666"/>
                  <a:pt x="1922167" y="2085620"/>
                  <a:pt x="1922167" y="2096667"/>
                </a:cubicBezTo>
                <a:cubicBezTo>
                  <a:pt x="1922167" y="2107713"/>
                  <a:pt x="1913212" y="2116669"/>
                  <a:pt x="1902166" y="2116669"/>
                </a:cubicBezTo>
                <a:cubicBezTo>
                  <a:pt x="1891119" y="2116669"/>
                  <a:pt x="1882164" y="2107713"/>
                  <a:pt x="1882164" y="2096667"/>
                </a:cubicBezTo>
                <a:cubicBezTo>
                  <a:pt x="1882164" y="2085620"/>
                  <a:pt x="1891119" y="2076666"/>
                  <a:pt x="1902166" y="2076666"/>
                </a:cubicBezTo>
                <a:close/>
                <a:moveTo>
                  <a:pt x="1786949" y="2076666"/>
                </a:moveTo>
                <a:cubicBezTo>
                  <a:pt x="1797995" y="2076666"/>
                  <a:pt x="1806950" y="2085620"/>
                  <a:pt x="1806950" y="2096667"/>
                </a:cubicBezTo>
                <a:cubicBezTo>
                  <a:pt x="1806950" y="2107713"/>
                  <a:pt x="1797995" y="2116669"/>
                  <a:pt x="1786949" y="2116669"/>
                </a:cubicBezTo>
                <a:cubicBezTo>
                  <a:pt x="1775902" y="2116669"/>
                  <a:pt x="1766947" y="2107713"/>
                  <a:pt x="1766947" y="2096667"/>
                </a:cubicBezTo>
                <a:cubicBezTo>
                  <a:pt x="1766947" y="2085620"/>
                  <a:pt x="1775902" y="2076666"/>
                  <a:pt x="1786949" y="2076666"/>
                </a:cubicBezTo>
                <a:close/>
                <a:moveTo>
                  <a:pt x="3572813" y="1995238"/>
                </a:moveTo>
                <a:cubicBezTo>
                  <a:pt x="3573723" y="1995238"/>
                  <a:pt x="3574461" y="1995977"/>
                  <a:pt x="3574461" y="1996887"/>
                </a:cubicBezTo>
                <a:cubicBezTo>
                  <a:pt x="3574461" y="1997797"/>
                  <a:pt x="3573723" y="1998536"/>
                  <a:pt x="3572813" y="1998536"/>
                </a:cubicBezTo>
                <a:cubicBezTo>
                  <a:pt x="3571902" y="1998536"/>
                  <a:pt x="3571164" y="1997797"/>
                  <a:pt x="3571164" y="1996887"/>
                </a:cubicBezTo>
                <a:cubicBezTo>
                  <a:pt x="3571164" y="1995977"/>
                  <a:pt x="3571902" y="1995238"/>
                  <a:pt x="3572813" y="1995238"/>
                </a:cubicBezTo>
                <a:close/>
                <a:moveTo>
                  <a:pt x="116302" y="1995238"/>
                </a:moveTo>
                <a:cubicBezTo>
                  <a:pt x="117212" y="1995238"/>
                  <a:pt x="117951" y="1995977"/>
                  <a:pt x="117951" y="1996887"/>
                </a:cubicBezTo>
                <a:cubicBezTo>
                  <a:pt x="117951" y="1997797"/>
                  <a:pt x="117212" y="1998536"/>
                  <a:pt x="116302" y="1998536"/>
                </a:cubicBezTo>
                <a:cubicBezTo>
                  <a:pt x="115392" y="1998536"/>
                  <a:pt x="114654" y="1997797"/>
                  <a:pt x="114654" y="1996887"/>
                </a:cubicBezTo>
                <a:cubicBezTo>
                  <a:pt x="114654" y="1995977"/>
                  <a:pt x="115392" y="1995238"/>
                  <a:pt x="116302" y="1995238"/>
                </a:cubicBezTo>
                <a:close/>
                <a:moveTo>
                  <a:pt x="3457596" y="1994494"/>
                </a:moveTo>
                <a:cubicBezTo>
                  <a:pt x="3458917" y="1994494"/>
                  <a:pt x="3459989" y="1995565"/>
                  <a:pt x="3459989" y="1996887"/>
                </a:cubicBezTo>
                <a:cubicBezTo>
                  <a:pt x="3459989" y="1998208"/>
                  <a:pt x="3458917" y="1999279"/>
                  <a:pt x="3457596" y="1999279"/>
                </a:cubicBezTo>
                <a:cubicBezTo>
                  <a:pt x="3456274" y="1999279"/>
                  <a:pt x="3455203" y="1998208"/>
                  <a:pt x="3455203" y="1996887"/>
                </a:cubicBezTo>
                <a:cubicBezTo>
                  <a:pt x="3455203" y="1995565"/>
                  <a:pt x="3456274" y="1994494"/>
                  <a:pt x="3457596" y="1994494"/>
                </a:cubicBezTo>
                <a:close/>
                <a:moveTo>
                  <a:pt x="231519" y="1994494"/>
                </a:moveTo>
                <a:cubicBezTo>
                  <a:pt x="232840" y="1994494"/>
                  <a:pt x="233912" y="1995565"/>
                  <a:pt x="233912" y="1996887"/>
                </a:cubicBezTo>
                <a:cubicBezTo>
                  <a:pt x="233912" y="1998208"/>
                  <a:pt x="232840" y="1999279"/>
                  <a:pt x="231519" y="1999279"/>
                </a:cubicBezTo>
                <a:cubicBezTo>
                  <a:pt x="230197" y="1999279"/>
                  <a:pt x="229126" y="1998208"/>
                  <a:pt x="229126" y="1996887"/>
                </a:cubicBezTo>
                <a:cubicBezTo>
                  <a:pt x="229126" y="1995565"/>
                  <a:pt x="230197" y="1994494"/>
                  <a:pt x="231519" y="1994494"/>
                </a:cubicBezTo>
                <a:close/>
                <a:moveTo>
                  <a:pt x="3342378" y="1993537"/>
                </a:moveTo>
                <a:cubicBezTo>
                  <a:pt x="3344228" y="1993537"/>
                  <a:pt x="3345729" y="1995036"/>
                  <a:pt x="3345729" y="1996887"/>
                </a:cubicBezTo>
                <a:cubicBezTo>
                  <a:pt x="3345729" y="1998737"/>
                  <a:pt x="3344228" y="2000237"/>
                  <a:pt x="3342378" y="2000237"/>
                </a:cubicBezTo>
                <a:cubicBezTo>
                  <a:pt x="3340528" y="2000237"/>
                  <a:pt x="3339028" y="1998737"/>
                  <a:pt x="3339028" y="1996887"/>
                </a:cubicBezTo>
                <a:cubicBezTo>
                  <a:pt x="3339028" y="1995036"/>
                  <a:pt x="3340528" y="1993537"/>
                  <a:pt x="3342378" y="1993537"/>
                </a:cubicBezTo>
                <a:close/>
                <a:moveTo>
                  <a:pt x="346736" y="1993537"/>
                </a:moveTo>
                <a:cubicBezTo>
                  <a:pt x="348586" y="1993537"/>
                  <a:pt x="350087" y="1995036"/>
                  <a:pt x="350087" y="1996887"/>
                </a:cubicBezTo>
                <a:cubicBezTo>
                  <a:pt x="350087" y="1998737"/>
                  <a:pt x="348586" y="2000237"/>
                  <a:pt x="346736" y="2000237"/>
                </a:cubicBezTo>
                <a:cubicBezTo>
                  <a:pt x="344886" y="2000237"/>
                  <a:pt x="343386" y="1998737"/>
                  <a:pt x="343386" y="1996887"/>
                </a:cubicBezTo>
                <a:cubicBezTo>
                  <a:pt x="343386" y="1995036"/>
                  <a:pt x="344887" y="1993537"/>
                  <a:pt x="346736" y="1993537"/>
                </a:cubicBezTo>
                <a:close/>
                <a:moveTo>
                  <a:pt x="3227161" y="1992423"/>
                </a:moveTo>
                <a:cubicBezTo>
                  <a:pt x="3229626" y="1992423"/>
                  <a:pt x="3231625" y="1994421"/>
                  <a:pt x="3231625" y="1996887"/>
                </a:cubicBezTo>
                <a:cubicBezTo>
                  <a:pt x="3231625" y="1999352"/>
                  <a:pt x="3229626" y="2001350"/>
                  <a:pt x="3227161" y="2001350"/>
                </a:cubicBezTo>
                <a:cubicBezTo>
                  <a:pt x="3224696" y="2001350"/>
                  <a:pt x="3222697" y="1999352"/>
                  <a:pt x="3222697" y="1996887"/>
                </a:cubicBezTo>
                <a:cubicBezTo>
                  <a:pt x="3222697" y="1994421"/>
                  <a:pt x="3224696" y="1992423"/>
                  <a:pt x="3227161" y="1992423"/>
                </a:cubicBezTo>
                <a:close/>
                <a:moveTo>
                  <a:pt x="461953" y="1992423"/>
                </a:moveTo>
                <a:cubicBezTo>
                  <a:pt x="464418" y="1992423"/>
                  <a:pt x="466416" y="1994421"/>
                  <a:pt x="466416" y="1996887"/>
                </a:cubicBezTo>
                <a:cubicBezTo>
                  <a:pt x="466416" y="1999352"/>
                  <a:pt x="464418" y="2001350"/>
                  <a:pt x="461953" y="2001350"/>
                </a:cubicBezTo>
                <a:cubicBezTo>
                  <a:pt x="459488" y="2001350"/>
                  <a:pt x="457489" y="1999352"/>
                  <a:pt x="457489" y="1996887"/>
                </a:cubicBezTo>
                <a:cubicBezTo>
                  <a:pt x="457489" y="1994421"/>
                  <a:pt x="459488" y="1992423"/>
                  <a:pt x="461953" y="1992423"/>
                </a:cubicBezTo>
                <a:close/>
                <a:moveTo>
                  <a:pt x="3111945" y="1991155"/>
                </a:moveTo>
                <a:cubicBezTo>
                  <a:pt x="3115111" y="1991155"/>
                  <a:pt x="3117677" y="1993721"/>
                  <a:pt x="3117677" y="1996887"/>
                </a:cubicBezTo>
                <a:cubicBezTo>
                  <a:pt x="3117677" y="2000053"/>
                  <a:pt x="3115111" y="2002619"/>
                  <a:pt x="3111945" y="2002619"/>
                </a:cubicBezTo>
                <a:cubicBezTo>
                  <a:pt x="3108779" y="2002619"/>
                  <a:pt x="3106213" y="2000053"/>
                  <a:pt x="3106213" y="1996887"/>
                </a:cubicBezTo>
                <a:cubicBezTo>
                  <a:pt x="3106213" y="1993721"/>
                  <a:pt x="3108779" y="1991155"/>
                  <a:pt x="3111945" y="1991155"/>
                </a:cubicBezTo>
                <a:close/>
                <a:moveTo>
                  <a:pt x="577171" y="1991155"/>
                </a:moveTo>
                <a:cubicBezTo>
                  <a:pt x="580337" y="1991155"/>
                  <a:pt x="582903" y="1993721"/>
                  <a:pt x="582903" y="1996887"/>
                </a:cubicBezTo>
                <a:cubicBezTo>
                  <a:pt x="582903" y="2000053"/>
                  <a:pt x="580337" y="2002619"/>
                  <a:pt x="577171" y="2002619"/>
                </a:cubicBezTo>
                <a:cubicBezTo>
                  <a:pt x="574005" y="2002619"/>
                  <a:pt x="571439" y="2000053"/>
                  <a:pt x="571439" y="1996887"/>
                </a:cubicBezTo>
                <a:cubicBezTo>
                  <a:pt x="571439" y="1993721"/>
                  <a:pt x="574005" y="1991155"/>
                  <a:pt x="577171" y="1991155"/>
                </a:cubicBezTo>
                <a:close/>
                <a:moveTo>
                  <a:pt x="2996727" y="1989847"/>
                </a:moveTo>
                <a:cubicBezTo>
                  <a:pt x="3000616" y="1989847"/>
                  <a:pt x="3003767" y="1992998"/>
                  <a:pt x="3003767" y="1996887"/>
                </a:cubicBezTo>
                <a:cubicBezTo>
                  <a:pt x="3003767" y="2000774"/>
                  <a:pt x="3000615" y="2003926"/>
                  <a:pt x="2996727" y="2003926"/>
                </a:cubicBezTo>
                <a:cubicBezTo>
                  <a:pt x="2992840" y="2003926"/>
                  <a:pt x="2989688" y="2000774"/>
                  <a:pt x="2989688" y="1996887"/>
                </a:cubicBezTo>
                <a:cubicBezTo>
                  <a:pt x="2989688" y="1992998"/>
                  <a:pt x="2992840" y="1989847"/>
                  <a:pt x="2996727" y="1989847"/>
                </a:cubicBezTo>
                <a:close/>
                <a:moveTo>
                  <a:pt x="692388" y="1989847"/>
                </a:moveTo>
                <a:cubicBezTo>
                  <a:pt x="696275" y="1989847"/>
                  <a:pt x="699428" y="1992998"/>
                  <a:pt x="699428" y="1996887"/>
                </a:cubicBezTo>
                <a:cubicBezTo>
                  <a:pt x="699428" y="2000774"/>
                  <a:pt x="696275" y="2003926"/>
                  <a:pt x="692388" y="2003926"/>
                </a:cubicBezTo>
                <a:cubicBezTo>
                  <a:pt x="688499" y="2003926"/>
                  <a:pt x="685348" y="2000774"/>
                  <a:pt x="685348" y="1996887"/>
                </a:cubicBezTo>
                <a:cubicBezTo>
                  <a:pt x="685348" y="1992998"/>
                  <a:pt x="688499" y="1989847"/>
                  <a:pt x="692388" y="1989847"/>
                </a:cubicBezTo>
                <a:close/>
                <a:moveTo>
                  <a:pt x="2881510" y="1988409"/>
                </a:moveTo>
                <a:cubicBezTo>
                  <a:pt x="2886192" y="1988409"/>
                  <a:pt x="2889987" y="1992205"/>
                  <a:pt x="2889987" y="1996887"/>
                </a:cubicBezTo>
                <a:cubicBezTo>
                  <a:pt x="2889987" y="2001568"/>
                  <a:pt x="2886192" y="2005363"/>
                  <a:pt x="2881510" y="2005363"/>
                </a:cubicBezTo>
                <a:cubicBezTo>
                  <a:pt x="2876828" y="2005363"/>
                  <a:pt x="2873033" y="2001568"/>
                  <a:pt x="2873033" y="1996887"/>
                </a:cubicBezTo>
                <a:cubicBezTo>
                  <a:pt x="2873033" y="1992205"/>
                  <a:pt x="2876828" y="1988409"/>
                  <a:pt x="2881510" y="1988409"/>
                </a:cubicBezTo>
                <a:close/>
                <a:moveTo>
                  <a:pt x="807604" y="1988409"/>
                </a:moveTo>
                <a:cubicBezTo>
                  <a:pt x="812285" y="1988409"/>
                  <a:pt x="816081" y="1992205"/>
                  <a:pt x="816081" y="1996887"/>
                </a:cubicBezTo>
                <a:cubicBezTo>
                  <a:pt x="816081" y="2001568"/>
                  <a:pt x="812285" y="2005363"/>
                  <a:pt x="807604" y="2005363"/>
                </a:cubicBezTo>
                <a:cubicBezTo>
                  <a:pt x="802922" y="2005363"/>
                  <a:pt x="799126" y="2001568"/>
                  <a:pt x="799126" y="1996887"/>
                </a:cubicBezTo>
                <a:cubicBezTo>
                  <a:pt x="799126" y="1992205"/>
                  <a:pt x="802922" y="1988409"/>
                  <a:pt x="807604" y="1988409"/>
                </a:cubicBezTo>
                <a:close/>
                <a:moveTo>
                  <a:pt x="2766293" y="1986705"/>
                </a:moveTo>
                <a:cubicBezTo>
                  <a:pt x="2771916" y="1986705"/>
                  <a:pt x="2776474" y="1991264"/>
                  <a:pt x="2776474" y="1996887"/>
                </a:cubicBezTo>
                <a:cubicBezTo>
                  <a:pt x="2776474" y="2002510"/>
                  <a:pt x="2771916" y="2007068"/>
                  <a:pt x="2766293" y="2007068"/>
                </a:cubicBezTo>
                <a:cubicBezTo>
                  <a:pt x="2760670" y="2007068"/>
                  <a:pt x="2756112" y="2002510"/>
                  <a:pt x="2756112" y="1996887"/>
                </a:cubicBezTo>
                <a:cubicBezTo>
                  <a:pt x="2756112" y="1991264"/>
                  <a:pt x="2760670" y="1986705"/>
                  <a:pt x="2766293" y="1986705"/>
                </a:cubicBezTo>
                <a:close/>
                <a:moveTo>
                  <a:pt x="922821" y="1986705"/>
                </a:moveTo>
                <a:cubicBezTo>
                  <a:pt x="928444" y="1986705"/>
                  <a:pt x="933002" y="1991264"/>
                  <a:pt x="933002" y="1996887"/>
                </a:cubicBezTo>
                <a:cubicBezTo>
                  <a:pt x="933002" y="2002510"/>
                  <a:pt x="928444" y="2007068"/>
                  <a:pt x="922821" y="2007068"/>
                </a:cubicBezTo>
                <a:cubicBezTo>
                  <a:pt x="917198" y="2007068"/>
                  <a:pt x="912639" y="2002510"/>
                  <a:pt x="912639" y="1996887"/>
                </a:cubicBezTo>
                <a:cubicBezTo>
                  <a:pt x="912639" y="1991264"/>
                  <a:pt x="917198" y="1986705"/>
                  <a:pt x="922821" y="1986705"/>
                </a:cubicBezTo>
                <a:close/>
                <a:moveTo>
                  <a:pt x="2651076" y="1985145"/>
                </a:moveTo>
                <a:cubicBezTo>
                  <a:pt x="2657561" y="1985145"/>
                  <a:pt x="2662818" y="1990402"/>
                  <a:pt x="2662818" y="1996887"/>
                </a:cubicBezTo>
                <a:cubicBezTo>
                  <a:pt x="2662818" y="2003372"/>
                  <a:pt x="2657561" y="2008629"/>
                  <a:pt x="2651076" y="2008629"/>
                </a:cubicBezTo>
                <a:cubicBezTo>
                  <a:pt x="2644592" y="2008629"/>
                  <a:pt x="2639335" y="2003372"/>
                  <a:pt x="2639335" y="1996887"/>
                </a:cubicBezTo>
                <a:cubicBezTo>
                  <a:pt x="2639335" y="1990402"/>
                  <a:pt x="2644592" y="1985145"/>
                  <a:pt x="2651076" y="1985145"/>
                </a:cubicBezTo>
                <a:close/>
                <a:moveTo>
                  <a:pt x="1038038" y="1985145"/>
                </a:moveTo>
                <a:cubicBezTo>
                  <a:pt x="1044523" y="1985145"/>
                  <a:pt x="1049780" y="1990402"/>
                  <a:pt x="1049780" y="1996887"/>
                </a:cubicBezTo>
                <a:cubicBezTo>
                  <a:pt x="1049780" y="2003372"/>
                  <a:pt x="1044523" y="2008629"/>
                  <a:pt x="1038038" y="2008629"/>
                </a:cubicBezTo>
                <a:cubicBezTo>
                  <a:pt x="1031553" y="2008629"/>
                  <a:pt x="1026296" y="2003372"/>
                  <a:pt x="1026296" y="1996887"/>
                </a:cubicBezTo>
                <a:cubicBezTo>
                  <a:pt x="1026296" y="1990402"/>
                  <a:pt x="1031553" y="1985145"/>
                  <a:pt x="1038038" y="1985145"/>
                </a:cubicBezTo>
                <a:close/>
                <a:moveTo>
                  <a:pt x="2535860" y="1983319"/>
                </a:moveTo>
                <a:cubicBezTo>
                  <a:pt x="2543352" y="1983319"/>
                  <a:pt x="2549427" y="1989393"/>
                  <a:pt x="2549427" y="1996887"/>
                </a:cubicBezTo>
                <a:cubicBezTo>
                  <a:pt x="2549427" y="2004379"/>
                  <a:pt x="2543352" y="2010454"/>
                  <a:pt x="2535860" y="2010454"/>
                </a:cubicBezTo>
                <a:cubicBezTo>
                  <a:pt x="2528367" y="2010454"/>
                  <a:pt x="2522292" y="2004379"/>
                  <a:pt x="2522292" y="1996887"/>
                </a:cubicBezTo>
                <a:cubicBezTo>
                  <a:pt x="2522292" y="1989393"/>
                  <a:pt x="2528367" y="1983319"/>
                  <a:pt x="2535860" y="1983319"/>
                </a:cubicBezTo>
                <a:close/>
                <a:moveTo>
                  <a:pt x="1153255" y="1983319"/>
                </a:moveTo>
                <a:cubicBezTo>
                  <a:pt x="1160748" y="1983319"/>
                  <a:pt x="1166822" y="1989393"/>
                  <a:pt x="1166822" y="1996887"/>
                </a:cubicBezTo>
                <a:cubicBezTo>
                  <a:pt x="1166822" y="2004379"/>
                  <a:pt x="1160748" y="2010454"/>
                  <a:pt x="1153255" y="2010454"/>
                </a:cubicBezTo>
                <a:cubicBezTo>
                  <a:pt x="1145762" y="2010454"/>
                  <a:pt x="1139688" y="2004379"/>
                  <a:pt x="1139688" y="1996887"/>
                </a:cubicBezTo>
                <a:cubicBezTo>
                  <a:pt x="1139688" y="1989393"/>
                  <a:pt x="1145762" y="1983319"/>
                  <a:pt x="1153255" y="1983319"/>
                </a:cubicBezTo>
                <a:close/>
                <a:moveTo>
                  <a:pt x="2420642" y="1981533"/>
                </a:moveTo>
                <a:cubicBezTo>
                  <a:pt x="2429122" y="1981533"/>
                  <a:pt x="2435995" y="1988408"/>
                  <a:pt x="2435995" y="1996887"/>
                </a:cubicBezTo>
                <a:cubicBezTo>
                  <a:pt x="2435995" y="2005366"/>
                  <a:pt x="2429122" y="2012240"/>
                  <a:pt x="2420642" y="2012240"/>
                </a:cubicBezTo>
                <a:cubicBezTo>
                  <a:pt x="2412163" y="2012240"/>
                  <a:pt x="2405289" y="2005366"/>
                  <a:pt x="2405289" y="1996887"/>
                </a:cubicBezTo>
                <a:cubicBezTo>
                  <a:pt x="2405289" y="1988408"/>
                  <a:pt x="2412163" y="1981533"/>
                  <a:pt x="2420642" y="1981533"/>
                </a:cubicBezTo>
                <a:close/>
                <a:moveTo>
                  <a:pt x="1268472" y="1981533"/>
                </a:moveTo>
                <a:cubicBezTo>
                  <a:pt x="1276952" y="1981533"/>
                  <a:pt x="1283826" y="1988408"/>
                  <a:pt x="1283826" y="1996887"/>
                </a:cubicBezTo>
                <a:cubicBezTo>
                  <a:pt x="1283826" y="2005366"/>
                  <a:pt x="1276952" y="2012240"/>
                  <a:pt x="1268472" y="2012240"/>
                </a:cubicBezTo>
                <a:cubicBezTo>
                  <a:pt x="1259993" y="2012240"/>
                  <a:pt x="1253119" y="2005366"/>
                  <a:pt x="1253119" y="1996887"/>
                </a:cubicBezTo>
                <a:cubicBezTo>
                  <a:pt x="1253119" y="1988408"/>
                  <a:pt x="1259993" y="1981533"/>
                  <a:pt x="1268472" y="1981533"/>
                </a:cubicBezTo>
                <a:close/>
                <a:moveTo>
                  <a:pt x="2305426" y="1979816"/>
                </a:moveTo>
                <a:cubicBezTo>
                  <a:pt x="2314853" y="1979816"/>
                  <a:pt x="2322496" y="1987458"/>
                  <a:pt x="2322496" y="1996887"/>
                </a:cubicBezTo>
                <a:cubicBezTo>
                  <a:pt x="2322496" y="2006314"/>
                  <a:pt x="2314853" y="2013956"/>
                  <a:pt x="2305426" y="2013956"/>
                </a:cubicBezTo>
                <a:cubicBezTo>
                  <a:pt x="2295998" y="2013956"/>
                  <a:pt x="2288355" y="2006314"/>
                  <a:pt x="2288355" y="1996887"/>
                </a:cubicBezTo>
                <a:cubicBezTo>
                  <a:pt x="2288355" y="1987458"/>
                  <a:pt x="2295998" y="1979816"/>
                  <a:pt x="2305426" y="1979816"/>
                </a:cubicBezTo>
                <a:close/>
                <a:moveTo>
                  <a:pt x="1383689" y="1979816"/>
                </a:moveTo>
                <a:cubicBezTo>
                  <a:pt x="1393117" y="1979816"/>
                  <a:pt x="1400759" y="1987458"/>
                  <a:pt x="1400759" y="1996887"/>
                </a:cubicBezTo>
                <a:cubicBezTo>
                  <a:pt x="1400759" y="2006314"/>
                  <a:pt x="1393117" y="2013956"/>
                  <a:pt x="1383689" y="2013956"/>
                </a:cubicBezTo>
                <a:cubicBezTo>
                  <a:pt x="1374261" y="2013956"/>
                  <a:pt x="1366619" y="2006314"/>
                  <a:pt x="1366619" y="1996887"/>
                </a:cubicBezTo>
                <a:cubicBezTo>
                  <a:pt x="1366619" y="1987458"/>
                  <a:pt x="1374261" y="1979816"/>
                  <a:pt x="1383689" y="1979816"/>
                </a:cubicBezTo>
                <a:close/>
                <a:moveTo>
                  <a:pt x="2190209" y="1978195"/>
                </a:moveTo>
                <a:cubicBezTo>
                  <a:pt x="2200531" y="1978195"/>
                  <a:pt x="2208900" y="1986563"/>
                  <a:pt x="2208900" y="1996887"/>
                </a:cubicBezTo>
                <a:cubicBezTo>
                  <a:pt x="2208900" y="2007209"/>
                  <a:pt x="2200531" y="2015577"/>
                  <a:pt x="2190209" y="2015577"/>
                </a:cubicBezTo>
                <a:cubicBezTo>
                  <a:pt x="2179886" y="2015577"/>
                  <a:pt x="2171517" y="2007209"/>
                  <a:pt x="2171517" y="1996887"/>
                </a:cubicBezTo>
                <a:cubicBezTo>
                  <a:pt x="2171517" y="1986563"/>
                  <a:pt x="2179886" y="1978195"/>
                  <a:pt x="2190209" y="1978195"/>
                </a:cubicBezTo>
                <a:close/>
                <a:moveTo>
                  <a:pt x="1498906" y="1978195"/>
                </a:moveTo>
                <a:cubicBezTo>
                  <a:pt x="1509229" y="1978195"/>
                  <a:pt x="1517597" y="1986563"/>
                  <a:pt x="1517597" y="1996887"/>
                </a:cubicBezTo>
                <a:cubicBezTo>
                  <a:pt x="1517597" y="2007209"/>
                  <a:pt x="1509229" y="2015577"/>
                  <a:pt x="1498906" y="2015577"/>
                </a:cubicBezTo>
                <a:cubicBezTo>
                  <a:pt x="1488584" y="2015577"/>
                  <a:pt x="1480215" y="2007209"/>
                  <a:pt x="1480215" y="1996887"/>
                </a:cubicBezTo>
                <a:cubicBezTo>
                  <a:pt x="1480215" y="1986563"/>
                  <a:pt x="1488584" y="1978195"/>
                  <a:pt x="1498906" y="1978195"/>
                </a:cubicBezTo>
                <a:close/>
                <a:moveTo>
                  <a:pt x="2074992" y="1976885"/>
                </a:moveTo>
                <a:cubicBezTo>
                  <a:pt x="2086038" y="1976885"/>
                  <a:pt x="2094993" y="1985840"/>
                  <a:pt x="2094993" y="1996887"/>
                </a:cubicBezTo>
                <a:cubicBezTo>
                  <a:pt x="2094993" y="2007933"/>
                  <a:pt x="2086038" y="2016888"/>
                  <a:pt x="2074992" y="2016888"/>
                </a:cubicBezTo>
                <a:cubicBezTo>
                  <a:pt x="2063945" y="2016888"/>
                  <a:pt x="2054990" y="2007933"/>
                  <a:pt x="2054990" y="1996887"/>
                </a:cubicBezTo>
                <a:cubicBezTo>
                  <a:pt x="2054990" y="1985840"/>
                  <a:pt x="2063945" y="1976885"/>
                  <a:pt x="2074992" y="1976885"/>
                </a:cubicBezTo>
                <a:close/>
                <a:moveTo>
                  <a:pt x="1614123" y="1976885"/>
                </a:moveTo>
                <a:cubicBezTo>
                  <a:pt x="1625170" y="1976885"/>
                  <a:pt x="1634125" y="1985840"/>
                  <a:pt x="1634125" y="1996887"/>
                </a:cubicBezTo>
                <a:cubicBezTo>
                  <a:pt x="1634125" y="2007933"/>
                  <a:pt x="1625170" y="2016888"/>
                  <a:pt x="1614123" y="2016888"/>
                </a:cubicBezTo>
                <a:cubicBezTo>
                  <a:pt x="1603077" y="2016888"/>
                  <a:pt x="1594122" y="2007933"/>
                  <a:pt x="1594122" y="1996887"/>
                </a:cubicBezTo>
                <a:cubicBezTo>
                  <a:pt x="1594122" y="1985840"/>
                  <a:pt x="1603077" y="1976885"/>
                  <a:pt x="1614123" y="1976885"/>
                </a:cubicBezTo>
                <a:close/>
                <a:moveTo>
                  <a:pt x="1959774" y="1976117"/>
                </a:moveTo>
                <a:cubicBezTo>
                  <a:pt x="1971245" y="1976117"/>
                  <a:pt x="1980544" y="1985416"/>
                  <a:pt x="1980544" y="1996887"/>
                </a:cubicBezTo>
                <a:cubicBezTo>
                  <a:pt x="1980544" y="2008357"/>
                  <a:pt x="1971245" y="2017656"/>
                  <a:pt x="1959774" y="2017656"/>
                </a:cubicBezTo>
                <a:cubicBezTo>
                  <a:pt x="1948303" y="2017656"/>
                  <a:pt x="1939005" y="2008357"/>
                  <a:pt x="1939005" y="1996887"/>
                </a:cubicBezTo>
                <a:cubicBezTo>
                  <a:pt x="1939005" y="1985416"/>
                  <a:pt x="1948303" y="1976117"/>
                  <a:pt x="1959774" y="1976117"/>
                </a:cubicBezTo>
                <a:close/>
                <a:moveTo>
                  <a:pt x="1729340" y="1976117"/>
                </a:moveTo>
                <a:cubicBezTo>
                  <a:pt x="1740811" y="1976117"/>
                  <a:pt x="1750110" y="1985416"/>
                  <a:pt x="1750110" y="1996887"/>
                </a:cubicBezTo>
                <a:cubicBezTo>
                  <a:pt x="1750110" y="2008357"/>
                  <a:pt x="1740811" y="2017656"/>
                  <a:pt x="1729340" y="2017656"/>
                </a:cubicBezTo>
                <a:cubicBezTo>
                  <a:pt x="1717869" y="2017656"/>
                  <a:pt x="1708571" y="2008357"/>
                  <a:pt x="1708571" y="1996887"/>
                </a:cubicBezTo>
                <a:cubicBezTo>
                  <a:pt x="1708571" y="1985416"/>
                  <a:pt x="1717869" y="1976117"/>
                  <a:pt x="1729340" y="1976117"/>
                </a:cubicBezTo>
                <a:close/>
                <a:moveTo>
                  <a:pt x="1844558" y="1975923"/>
                </a:moveTo>
                <a:cubicBezTo>
                  <a:pt x="1856135" y="1975923"/>
                  <a:pt x="1865521" y="1985308"/>
                  <a:pt x="1865521" y="1996887"/>
                </a:cubicBezTo>
                <a:cubicBezTo>
                  <a:pt x="1865521" y="2008464"/>
                  <a:pt x="1856135" y="2017850"/>
                  <a:pt x="1844558" y="2017850"/>
                </a:cubicBezTo>
                <a:cubicBezTo>
                  <a:pt x="1832979" y="2017850"/>
                  <a:pt x="1823594" y="2008464"/>
                  <a:pt x="1823594" y="1996887"/>
                </a:cubicBezTo>
                <a:cubicBezTo>
                  <a:pt x="1823594" y="1985308"/>
                  <a:pt x="1832979" y="1975923"/>
                  <a:pt x="1844558" y="1975923"/>
                </a:cubicBezTo>
                <a:close/>
                <a:moveTo>
                  <a:pt x="3630421" y="1895779"/>
                </a:moveTo>
                <a:cubicBezTo>
                  <a:pt x="3631154" y="1895779"/>
                  <a:pt x="3631748" y="1896373"/>
                  <a:pt x="3631748" y="1897106"/>
                </a:cubicBezTo>
                <a:cubicBezTo>
                  <a:pt x="3631748" y="1897839"/>
                  <a:pt x="3631154" y="1898433"/>
                  <a:pt x="3630421" y="1898433"/>
                </a:cubicBezTo>
                <a:cubicBezTo>
                  <a:pt x="3629688" y="1898433"/>
                  <a:pt x="3629094" y="1897839"/>
                  <a:pt x="3629094" y="1897106"/>
                </a:cubicBezTo>
                <a:cubicBezTo>
                  <a:pt x="3629094" y="1896373"/>
                  <a:pt x="3629688" y="1895779"/>
                  <a:pt x="3630421" y="1895779"/>
                </a:cubicBezTo>
                <a:close/>
                <a:moveTo>
                  <a:pt x="58694" y="1895779"/>
                </a:moveTo>
                <a:cubicBezTo>
                  <a:pt x="59426" y="1895779"/>
                  <a:pt x="60021" y="1896373"/>
                  <a:pt x="60021" y="1897106"/>
                </a:cubicBezTo>
                <a:cubicBezTo>
                  <a:pt x="60021" y="1897839"/>
                  <a:pt x="59426" y="1898433"/>
                  <a:pt x="58694" y="1898433"/>
                </a:cubicBezTo>
                <a:cubicBezTo>
                  <a:pt x="57961" y="1898433"/>
                  <a:pt x="57367" y="1897839"/>
                  <a:pt x="57367" y="1897106"/>
                </a:cubicBezTo>
                <a:cubicBezTo>
                  <a:pt x="57367" y="1896373"/>
                  <a:pt x="57961" y="1895779"/>
                  <a:pt x="58694" y="1895779"/>
                </a:cubicBezTo>
                <a:close/>
                <a:moveTo>
                  <a:pt x="3515203" y="1895039"/>
                </a:moveTo>
                <a:cubicBezTo>
                  <a:pt x="3516345" y="1895039"/>
                  <a:pt x="3517270" y="1895964"/>
                  <a:pt x="3517270" y="1897106"/>
                </a:cubicBezTo>
                <a:cubicBezTo>
                  <a:pt x="3517270" y="1898247"/>
                  <a:pt x="3516345" y="1899172"/>
                  <a:pt x="3515203" y="1899172"/>
                </a:cubicBezTo>
                <a:cubicBezTo>
                  <a:pt x="3514062" y="1899172"/>
                  <a:pt x="3513137" y="1898247"/>
                  <a:pt x="3513137" y="1897106"/>
                </a:cubicBezTo>
                <a:cubicBezTo>
                  <a:pt x="3513137" y="1895965"/>
                  <a:pt x="3514062" y="1895039"/>
                  <a:pt x="3515203" y="1895039"/>
                </a:cubicBezTo>
                <a:close/>
                <a:moveTo>
                  <a:pt x="173910" y="1895039"/>
                </a:moveTo>
                <a:cubicBezTo>
                  <a:pt x="175053" y="1895039"/>
                  <a:pt x="175978" y="1895964"/>
                  <a:pt x="175978" y="1897106"/>
                </a:cubicBezTo>
                <a:cubicBezTo>
                  <a:pt x="175978" y="1898247"/>
                  <a:pt x="175053" y="1899172"/>
                  <a:pt x="173910" y="1899172"/>
                </a:cubicBezTo>
                <a:cubicBezTo>
                  <a:pt x="172769" y="1899172"/>
                  <a:pt x="171845" y="1898247"/>
                  <a:pt x="171845" y="1897106"/>
                </a:cubicBezTo>
                <a:cubicBezTo>
                  <a:pt x="171845" y="1895965"/>
                  <a:pt x="172769" y="1895039"/>
                  <a:pt x="173910" y="1895039"/>
                </a:cubicBezTo>
                <a:close/>
                <a:moveTo>
                  <a:pt x="3399988" y="1894217"/>
                </a:moveTo>
                <a:cubicBezTo>
                  <a:pt x="3401583" y="1894217"/>
                  <a:pt x="3402877" y="1895510"/>
                  <a:pt x="3402877" y="1897106"/>
                </a:cubicBezTo>
                <a:cubicBezTo>
                  <a:pt x="3402877" y="1898701"/>
                  <a:pt x="3401583" y="1899994"/>
                  <a:pt x="3399988" y="1899994"/>
                </a:cubicBezTo>
                <a:cubicBezTo>
                  <a:pt x="3398392" y="1899994"/>
                  <a:pt x="3397098" y="1898701"/>
                  <a:pt x="3397098" y="1897106"/>
                </a:cubicBezTo>
                <a:cubicBezTo>
                  <a:pt x="3397098" y="1895510"/>
                  <a:pt x="3398392" y="1894217"/>
                  <a:pt x="3399988" y="1894217"/>
                </a:cubicBezTo>
                <a:close/>
                <a:moveTo>
                  <a:pt x="289128" y="1894217"/>
                </a:moveTo>
                <a:cubicBezTo>
                  <a:pt x="290723" y="1894217"/>
                  <a:pt x="292016" y="1895510"/>
                  <a:pt x="292016" y="1897106"/>
                </a:cubicBezTo>
                <a:cubicBezTo>
                  <a:pt x="292016" y="1898701"/>
                  <a:pt x="290723" y="1899994"/>
                  <a:pt x="289128" y="1899994"/>
                </a:cubicBezTo>
                <a:cubicBezTo>
                  <a:pt x="287532" y="1899994"/>
                  <a:pt x="286239" y="1898701"/>
                  <a:pt x="286239" y="1897106"/>
                </a:cubicBezTo>
                <a:cubicBezTo>
                  <a:pt x="286239" y="1895510"/>
                  <a:pt x="287532" y="1894217"/>
                  <a:pt x="289128" y="1894217"/>
                </a:cubicBezTo>
                <a:close/>
                <a:moveTo>
                  <a:pt x="3284770" y="1893088"/>
                </a:moveTo>
                <a:cubicBezTo>
                  <a:pt x="3286988" y="1893088"/>
                  <a:pt x="3288787" y="1894887"/>
                  <a:pt x="3288787" y="1897105"/>
                </a:cubicBezTo>
                <a:cubicBezTo>
                  <a:pt x="3288787" y="1899324"/>
                  <a:pt x="3286988" y="1901123"/>
                  <a:pt x="3284770" y="1901123"/>
                </a:cubicBezTo>
                <a:cubicBezTo>
                  <a:pt x="3282552" y="1901123"/>
                  <a:pt x="3280753" y="1899324"/>
                  <a:pt x="3280753" y="1897105"/>
                </a:cubicBezTo>
                <a:cubicBezTo>
                  <a:pt x="3280753" y="1894887"/>
                  <a:pt x="3282552" y="1893088"/>
                  <a:pt x="3284770" y="1893088"/>
                </a:cubicBezTo>
                <a:close/>
                <a:moveTo>
                  <a:pt x="404345" y="1893088"/>
                </a:moveTo>
                <a:cubicBezTo>
                  <a:pt x="406563" y="1893088"/>
                  <a:pt x="408362" y="1894887"/>
                  <a:pt x="408362" y="1897105"/>
                </a:cubicBezTo>
                <a:cubicBezTo>
                  <a:pt x="408362" y="1899324"/>
                  <a:pt x="406563" y="1901123"/>
                  <a:pt x="404345" y="1901123"/>
                </a:cubicBezTo>
                <a:cubicBezTo>
                  <a:pt x="402125" y="1901123"/>
                  <a:pt x="400328" y="1899324"/>
                  <a:pt x="400328" y="1897105"/>
                </a:cubicBezTo>
                <a:cubicBezTo>
                  <a:pt x="400328" y="1894887"/>
                  <a:pt x="402125" y="1893088"/>
                  <a:pt x="404345" y="1893088"/>
                </a:cubicBezTo>
                <a:close/>
                <a:moveTo>
                  <a:pt x="3169553" y="1891978"/>
                </a:moveTo>
                <a:cubicBezTo>
                  <a:pt x="3172384" y="1891978"/>
                  <a:pt x="3174680" y="1894274"/>
                  <a:pt x="3174680" y="1897106"/>
                </a:cubicBezTo>
                <a:cubicBezTo>
                  <a:pt x="3174680" y="1899938"/>
                  <a:pt x="3172384" y="1902233"/>
                  <a:pt x="3169553" y="1902233"/>
                </a:cubicBezTo>
                <a:cubicBezTo>
                  <a:pt x="3166721" y="1902233"/>
                  <a:pt x="3164425" y="1899938"/>
                  <a:pt x="3164425" y="1897106"/>
                </a:cubicBezTo>
                <a:cubicBezTo>
                  <a:pt x="3164425" y="1894274"/>
                  <a:pt x="3166721" y="1891978"/>
                  <a:pt x="3169553" y="1891978"/>
                </a:cubicBezTo>
                <a:close/>
                <a:moveTo>
                  <a:pt x="519562" y="1891978"/>
                </a:moveTo>
                <a:cubicBezTo>
                  <a:pt x="522393" y="1891978"/>
                  <a:pt x="524690" y="1894274"/>
                  <a:pt x="524690" y="1897106"/>
                </a:cubicBezTo>
                <a:cubicBezTo>
                  <a:pt x="524690" y="1899938"/>
                  <a:pt x="522393" y="1902233"/>
                  <a:pt x="519562" y="1902233"/>
                </a:cubicBezTo>
                <a:cubicBezTo>
                  <a:pt x="516731" y="1902233"/>
                  <a:pt x="514434" y="1899938"/>
                  <a:pt x="514434" y="1897106"/>
                </a:cubicBezTo>
                <a:cubicBezTo>
                  <a:pt x="514434" y="1894274"/>
                  <a:pt x="516731" y="1891978"/>
                  <a:pt x="519562" y="1891978"/>
                </a:cubicBezTo>
                <a:close/>
                <a:moveTo>
                  <a:pt x="3054336" y="1890627"/>
                </a:moveTo>
                <a:cubicBezTo>
                  <a:pt x="3057913" y="1890627"/>
                  <a:pt x="3060814" y="1893528"/>
                  <a:pt x="3060814" y="1897106"/>
                </a:cubicBezTo>
                <a:cubicBezTo>
                  <a:pt x="3060814" y="1900685"/>
                  <a:pt x="3057914" y="1903585"/>
                  <a:pt x="3054336" y="1903585"/>
                </a:cubicBezTo>
                <a:cubicBezTo>
                  <a:pt x="3050758" y="1903585"/>
                  <a:pt x="3047856" y="1900685"/>
                  <a:pt x="3047856" y="1897106"/>
                </a:cubicBezTo>
                <a:cubicBezTo>
                  <a:pt x="3047856" y="1893528"/>
                  <a:pt x="3050757" y="1890627"/>
                  <a:pt x="3054336" y="1890627"/>
                </a:cubicBezTo>
                <a:close/>
                <a:moveTo>
                  <a:pt x="634779" y="1890627"/>
                </a:moveTo>
                <a:cubicBezTo>
                  <a:pt x="638357" y="1890627"/>
                  <a:pt x="641257" y="1893528"/>
                  <a:pt x="641257" y="1897106"/>
                </a:cubicBezTo>
                <a:cubicBezTo>
                  <a:pt x="641257" y="1900685"/>
                  <a:pt x="638357" y="1903585"/>
                  <a:pt x="634779" y="1903585"/>
                </a:cubicBezTo>
                <a:cubicBezTo>
                  <a:pt x="631201" y="1903585"/>
                  <a:pt x="628301" y="1900685"/>
                  <a:pt x="628301" y="1897106"/>
                </a:cubicBezTo>
                <a:cubicBezTo>
                  <a:pt x="628301" y="1893528"/>
                  <a:pt x="631201" y="1890627"/>
                  <a:pt x="634779" y="1890627"/>
                </a:cubicBezTo>
                <a:close/>
                <a:moveTo>
                  <a:pt x="2939119" y="1889244"/>
                </a:moveTo>
                <a:cubicBezTo>
                  <a:pt x="2943461" y="1889244"/>
                  <a:pt x="2946982" y="1892763"/>
                  <a:pt x="2946982" y="1897106"/>
                </a:cubicBezTo>
                <a:cubicBezTo>
                  <a:pt x="2946982" y="1901448"/>
                  <a:pt x="2943461" y="1904969"/>
                  <a:pt x="2939119" y="1904969"/>
                </a:cubicBezTo>
                <a:cubicBezTo>
                  <a:pt x="2934776" y="1904969"/>
                  <a:pt x="2931256" y="1901448"/>
                  <a:pt x="2931256" y="1897106"/>
                </a:cubicBezTo>
                <a:cubicBezTo>
                  <a:pt x="2931256" y="1892763"/>
                  <a:pt x="2934776" y="1889244"/>
                  <a:pt x="2939119" y="1889244"/>
                </a:cubicBezTo>
                <a:close/>
                <a:moveTo>
                  <a:pt x="749995" y="1889244"/>
                </a:moveTo>
                <a:cubicBezTo>
                  <a:pt x="754337" y="1889244"/>
                  <a:pt x="757857" y="1892763"/>
                  <a:pt x="757857" y="1897106"/>
                </a:cubicBezTo>
                <a:cubicBezTo>
                  <a:pt x="757857" y="1901448"/>
                  <a:pt x="754337" y="1904969"/>
                  <a:pt x="749995" y="1904969"/>
                </a:cubicBezTo>
                <a:cubicBezTo>
                  <a:pt x="745653" y="1904969"/>
                  <a:pt x="742133" y="1901448"/>
                  <a:pt x="742133" y="1897106"/>
                </a:cubicBezTo>
                <a:cubicBezTo>
                  <a:pt x="742133" y="1892763"/>
                  <a:pt x="745653" y="1889244"/>
                  <a:pt x="749995" y="1889244"/>
                </a:cubicBezTo>
                <a:close/>
                <a:moveTo>
                  <a:pt x="2823902" y="1887598"/>
                </a:moveTo>
                <a:cubicBezTo>
                  <a:pt x="2829153" y="1887598"/>
                  <a:pt x="2833410" y="1891855"/>
                  <a:pt x="2833410" y="1897106"/>
                </a:cubicBezTo>
                <a:cubicBezTo>
                  <a:pt x="2833410" y="1902357"/>
                  <a:pt x="2829153" y="1906614"/>
                  <a:pt x="2823902" y="1906614"/>
                </a:cubicBezTo>
                <a:cubicBezTo>
                  <a:pt x="2818650" y="1906614"/>
                  <a:pt x="2814394" y="1902357"/>
                  <a:pt x="2814394" y="1897106"/>
                </a:cubicBezTo>
                <a:cubicBezTo>
                  <a:pt x="2814394" y="1891855"/>
                  <a:pt x="2818650" y="1887598"/>
                  <a:pt x="2823902" y="1887598"/>
                </a:cubicBezTo>
                <a:close/>
                <a:moveTo>
                  <a:pt x="865213" y="1887598"/>
                </a:moveTo>
                <a:cubicBezTo>
                  <a:pt x="870464" y="1887598"/>
                  <a:pt x="874720" y="1891855"/>
                  <a:pt x="874720" y="1897106"/>
                </a:cubicBezTo>
                <a:cubicBezTo>
                  <a:pt x="874720" y="1902357"/>
                  <a:pt x="870464" y="1906614"/>
                  <a:pt x="865213" y="1906614"/>
                </a:cubicBezTo>
                <a:cubicBezTo>
                  <a:pt x="859962" y="1906614"/>
                  <a:pt x="855705" y="1902357"/>
                  <a:pt x="855705" y="1897106"/>
                </a:cubicBezTo>
                <a:cubicBezTo>
                  <a:pt x="855705" y="1891855"/>
                  <a:pt x="859962" y="1887598"/>
                  <a:pt x="865213" y="1887598"/>
                </a:cubicBezTo>
                <a:close/>
                <a:moveTo>
                  <a:pt x="2708684" y="1885944"/>
                </a:moveTo>
                <a:cubicBezTo>
                  <a:pt x="2714849" y="1885944"/>
                  <a:pt x="2719847" y="1890941"/>
                  <a:pt x="2719847" y="1897105"/>
                </a:cubicBezTo>
                <a:cubicBezTo>
                  <a:pt x="2719847" y="1903270"/>
                  <a:pt x="2714849" y="1908267"/>
                  <a:pt x="2708684" y="1908267"/>
                </a:cubicBezTo>
                <a:cubicBezTo>
                  <a:pt x="2702520" y="1908267"/>
                  <a:pt x="2697523" y="1903270"/>
                  <a:pt x="2697523" y="1897105"/>
                </a:cubicBezTo>
                <a:cubicBezTo>
                  <a:pt x="2697523" y="1890941"/>
                  <a:pt x="2702520" y="1885944"/>
                  <a:pt x="2708684" y="1885944"/>
                </a:cubicBezTo>
                <a:close/>
                <a:moveTo>
                  <a:pt x="980429" y="1885944"/>
                </a:moveTo>
                <a:cubicBezTo>
                  <a:pt x="986594" y="1885944"/>
                  <a:pt x="991591" y="1890941"/>
                  <a:pt x="991591" y="1897105"/>
                </a:cubicBezTo>
                <a:cubicBezTo>
                  <a:pt x="991591" y="1903270"/>
                  <a:pt x="986594" y="1908267"/>
                  <a:pt x="980429" y="1908267"/>
                </a:cubicBezTo>
                <a:cubicBezTo>
                  <a:pt x="974265" y="1908267"/>
                  <a:pt x="969268" y="1903270"/>
                  <a:pt x="969268" y="1897105"/>
                </a:cubicBezTo>
                <a:cubicBezTo>
                  <a:pt x="969268" y="1890941"/>
                  <a:pt x="974265" y="1885944"/>
                  <a:pt x="980429" y="1885944"/>
                </a:cubicBezTo>
                <a:close/>
                <a:moveTo>
                  <a:pt x="2593467" y="1884006"/>
                </a:moveTo>
                <a:cubicBezTo>
                  <a:pt x="2600702" y="1884006"/>
                  <a:pt x="2606567" y="1889871"/>
                  <a:pt x="2606567" y="1897105"/>
                </a:cubicBezTo>
                <a:cubicBezTo>
                  <a:pt x="2606567" y="1904340"/>
                  <a:pt x="2600702" y="1910205"/>
                  <a:pt x="2593467" y="1910205"/>
                </a:cubicBezTo>
                <a:cubicBezTo>
                  <a:pt x="2586234" y="1910205"/>
                  <a:pt x="2580369" y="1904340"/>
                  <a:pt x="2580369" y="1897105"/>
                </a:cubicBezTo>
                <a:cubicBezTo>
                  <a:pt x="2580369" y="1889871"/>
                  <a:pt x="2586233" y="1884006"/>
                  <a:pt x="2593467" y="1884006"/>
                </a:cubicBezTo>
                <a:close/>
                <a:moveTo>
                  <a:pt x="1095646" y="1884006"/>
                </a:moveTo>
                <a:cubicBezTo>
                  <a:pt x="1102881" y="1884006"/>
                  <a:pt x="1108746" y="1889871"/>
                  <a:pt x="1108746" y="1897105"/>
                </a:cubicBezTo>
                <a:cubicBezTo>
                  <a:pt x="1108746" y="1904340"/>
                  <a:pt x="1102881" y="1910205"/>
                  <a:pt x="1095646" y="1910205"/>
                </a:cubicBezTo>
                <a:cubicBezTo>
                  <a:pt x="1088412" y="1910205"/>
                  <a:pt x="1082548" y="1904340"/>
                  <a:pt x="1082548" y="1897105"/>
                </a:cubicBezTo>
                <a:cubicBezTo>
                  <a:pt x="1082548" y="1889871"/>
                  <a:pt x="1088412" y="1884006"/>
                  <a:pt x="1095646" y="1884006"/>
                </a:cubicBezTo>
                <a:close/>
                <a:moveTo>
                  <a:pt x="2478251" y="1882250"/>
                </a:moveTo>
                <a:cubicBezTo>
                  <a:pt x="2486455" y="1882250"/>
                  <a:pt x="2493107" y="1888901"/>
                  <a:pt x="2493107" y="1897106"/>
                </a:cubicBezTo>
                <a:cubicBezTo>
                  <a:pt x="2493107" y="1905311"/>
                  <a:pt x="2486455" y="1911962"/>
                  <a:pt x="2478251" y="1911962"/>
                </a:cubicBezTo>
                <a:cubicBezTo>
                  <a:pt x="2470046" y="1911962"/>
                  <a:pt x="2463395" y="1905311"/>
                  <a:pt x="2463395" y="1897106"/>
                </a:cubicBezTo>
                <a:cubicBezTo>
                  <a:pt x="2463395" y="1888901"/>
                  <a:pt x="2470046" y="1882250"/>
                  <a:pt x="2478251" y="1882250"/>
                </a:cubicBezTo>
                <a:close/>
                <a:moveTo>
                  <a:pt x="1210863" y="1882250"/>
                </a:moveTo>
                <a:cubicBezTo>
                  <a:pt x="1219068" y="1882250"/>
                  <a:pt x="1225719" y="1888901"/>
                  <a:pt x="1225719" y="1897106"/>
                </a:cubicBezTo>
                <a:cubicBezTo>
                  <a:pt x="1225719" y="1905311"/>
                  <a:pt x="1219068" y="1911962"/>
                  <a:pt x="1210863" y="1911962"/>
                </a:cubicBezTo>
                <a:cubicBezTo>
                  <a:pt x="1202658" y="1911962"/>
                  <a:pt x="1196008" y="1905311"/>
                  <a:pt x="1196008" y="1897106"/>
                </a:cubicBezTo>
                <a:cubicBezTo>
                  <a:pt x="1196008" y="1888901"/>
                  <a:pt x="1202658" y="1882250"/>
                  <a:pt x="1210863" y="1882250"/>
                </a:cubicBezTo>
                <a:close/>
                <a:moveTo>
                  <a:pt x="2363034" y="1880386"/>
                </a:moveTo>
                <a:cubicBezTo>
                  <a:pt x="2372268" y="1880386"/>
                  <a:pt x="2379754" y="1887872"/>
                  <a:pt x="2379754" y="1897106"/>
                </a:cubicBezTo>
                <a:cubicBezTo>
                  <a:pt x="2379754" y="1906340"/>
                  <a:pt x="2372268" y="1913826"/>
                  <a:pt x="2363034" y="1913826"/>
                </a:cubicBezTo>
                <a:cubicBezTo>
                  <a:pt x="2353800" y="1913826"/>
                  <a:pt x="2346314" y="1906340"/>
                  <a:pt x="2346314" y="1897106"/>
                </a:cubicBezTo>
                <a:cubicBezTo>
                  <a:pt x="2346314" y="1887872"/>
                  <a:pt x="2353800" y="1880386"/>
                  <a:pt x="2363034" y="1880386"/>
                </a:cubicBezTo>
                <a:close/>
                <a:moveTo>
                  <a:pt x="1326080" y="1880386"/>
                </a:moveTo>
                <a:cubicBezTo>
                  <a:pt x="1335314" y="1880386"/>
                  <a:pt x="1342800" y="1887872"/>
                  <a:pt x="1342800" y="1897106"/>
                </a:cubicBezTo>
                <a:cubicBezTo>
                  <a:pt x="1342800" y="1906340"/>
                  <a:pt x="1335314" y="1913826"/>
                  <a:pt x="1326080" y="1913826"/>
                </a:cubicBezTo>
                <a:cubicBezTo>
                  <a:pt x="1316846" y="1913826"/>
                  <a:pt x="1309360" y="1906340"/>
                  <a:pt x="1309360" y="1897106"/>
                </a:cubicBezTo>
                <a:cubicBezTo>
                  <a:pt x="1309360" y="1887872"/>
                  <a:pt x="1316846" y="1880386"/>
                  <a:pt x="1326080" y="1880386"/>
                </a:cubicBezTo>
                <a:close/>
                <a:moveTo>
                  <a:pt x="2247817" y="1878598"/>
                </a:moveTo>
                <a:cubicBezTo>
                  <a:pt x="2258038" y="1878598"/>
                  <a:pt x="2266325" y="1886885"/>
                  <a:pt x="2266325" y="1897106"/>
                </a:cubicBezTo>
                <a:cubicBezTo>
                  <a:pt x="2266325" y="1907327"/>
                  <a:pt x="2258038" y="1915614"/>
                  <a:pt x="2247817" y="1915614"/>
                </a:cubicBezTo>
                <a:cubicBezTo>
                  <a:pt x="2237596" y="1915614"/>
                  <a:pt x="2229309" y="1907327"/>
                  <a:pt x="2229309" y="1897106"/>
                </a:cubicBezTo>
                <a:cubicBezTo>
                  <a:pt x="2229309" y="1886885"/>
                  <a:pt x="2237596" y="1878598"/>
                  <a:pt x="2247817" y="1878598"/>
                </a:cubicBezTo>
                <a:close/>
                <a:moveTo>
                  <a:pt x="1441297" y="1878598"/>
                </a:moveTo>
                <a:cubicBezTo>
                  <a:pt x="1451519" y="1878598"/>
                  <a:pt x="1459804" y="1886885"/>
                  <a:pt x="1459804" y="1897106"/>
                </a:cubicBezTo>
                <a:cubicBezTo>
                  <a:pt x="1459804" y="1907327"/>
                  <a:pt x="1451519" y="1915614"/>
                  <a:pt x="1441297" y="1915614"/>
                </a:cubicBezTo>
                <a:cubicBezTo>
                  <a:pt x="1431076" y="1915614"/>
                  <a:pt x="1422790" y="1907327"/>
                  <a:pt x="1422790" y="1897106"/>
                </a:cubicBezTo>
                <a:cubicBezTo>
                  <a:pt x="1422790" y="1886885"/>
                  <a:pt x="1431076" y="1878598"/>
                  <a:pt x="1441297" y="1878598"/>
                </a:cubicBezTo>
                <a:close/>
                <a:moveTo>
                  <a:pt x="2132600" y="1877294"/>
                </a:moveTo>
                <a:cubicBezTo>
                  <a:pt x="2143541" y="1877294"/>
                  <a:pt x="2152411" y="1886164"/>
                  <a:pt x="2152411" y="1897106"/>
                </a:cubicBezTo>
                <a:cubicBezTo>
                  <a:pt x="2152411" y="1908048"/>
                  <a:pt x="2143541" y="1916917"/>
                  <a:pt x="2132600" y="1916917"/>
                </a:cubicBezTo>
                <a:cubicBezTo>
                  <a:pt x="2121658" y="1916917"/>
                  <a:pt x="2112788" y="1908047"/>
                  <a:pt x="2112788" y="1897106"/>
                </a:cubicBezTo>
                <a:cubicBezTo>
                  <a:pt x="2112788" y="1886164"/>
                  <a:pt x="2121658" y="1877294"/>
                  <a:pt x="2132600" y="1877294"/>
                </a:cubicBezTo>
                <a:close/>
                <a:moveTo>
                  <a:pt x="1556515" y="1877294"/>
                </a:moveTo>
                <a:cubicBezTo>
                  <a:pt x="1567457" y="1877294"/>
                  <a:pt x="1576326" y="1886164"/>
                  <a:pt x="1576326" y="1897106"/>
                </a:cubicBezTo>
                <a:cubicBezTo>
                  <a:pt x="1576326" y="1908048"/>
                  <a:pt x="1567456" y="1916917"/>
                  <a:pt x="1556515" y="1916917"/>
                </a:cubicBezTo>
                <a:cubicBezTo>
                  <a:pt x="1545574" y="1916917"/>
                  <a:pt x="1536703" y="1908047"/>
                  <a:pt x="1536703" y="1897106"/>
                </a:cubicBezTo>
                <a:cubicBezTo>
                  <a:pt x="1536703" y="1886164"/>
                  <a:pt x="1545574" y="1877294"/>
                  <a:pt x="1556515" y="1877294"/>
                </a:cubicBezTo>
                <a:close/>
                <a:moveTo>
                  <a:pt x="2017383" y="1876142"/>
                </a:moveTo>
                <a:cubicBezTo>
                  <a:pt x="2028960" y="1876142"/>
                  <a:pt x="2038347" y="1885527"/>
                  <a:pt x="2038347" y="1897106"/>
                </a:cubicBezTo>
                <a:cubicBezTo>
                  <a:pt x="2038347" y="1908684"/>
                  <a:pt x="2028960" y="1918070"/>
                  <a:pt x="2017383" y="1918070"/>
                </a:cubicBezTo>
                <a:cubicBezTo>
                  <a:pt x="2005805" y="1918070"/>
                  <a:pt x="1996419" y="1908684"/>
                  <a:pt x="1996419" y="1897106"/>
                </a:cubicBezTo>
                <a:cubicBezTo>
                  <a:pt x="1996419" y="1885527"/>
                  <a:pt x="2005805" y="1876142"/>
                  <a:pt x="2017383" y="1876142"/>
                </a:cubicBezTo>
                <a:close/>
                <a:moveTo>
                  <a:pt x="1671732" y="1876142"/>
                </a:moveTo>
                <a:cubicBezTo>
                  <a:pt x="1683309" y="1876142"/>
                  <a:pt x="1692695" y="1885527"/>
                  <a:pt x="1692695" y="1897106"/>
                </a:cubicBezTo>
                <a:cubicBezTo>
                  <a:pt x="1692695" y="1908684"/>
                  <a:pt x="1683309" y="1918070"/>
                  <a:pt x="1671732" y="1918070"/>
                </a:cubicBezTo>
                <a:cubicBezTo>
                  <a:pt x="1660153" y="1918070"/>
                  <a:pt x="1650768" y="1908684"/>
                  <a:pt x="1650768" y="1897106"/>
                </a:cubicBezTo>
                <a:cubicBezTo>
                  <a:pt x="1650768" y="1885527"/>
                  <a:pt x="1660153" y="1876142"/>
                  <a:pt x="1671732" y="1876142"/>
                </a:cubicBezTo>
                <a:close/>
                <a:moveTo>
                  <a:pt x="1902166" y="1875554"/>
                </a:moveTo>
                <a:cubicBezTo>
                  <a:pt x="1914068" y="1875554"/>
                  <a:pt x="1923717" y="1885203"/>
                  <a:pt x="1923717" y="1897106"/>
                </a:cubicBezTo>
                <a:cubicBezTo>
                  <a:pt x="1923717" y="1909008"/>
                  <a:pt x="1914068" y="1918657"/>
                  <a:pt x="1902166" y="1918657"/>
                </a:cubicBezTo>
                <a:cubicBezTo>
                  <a:pt x="1890262" y="1918657"/>
                  <a:pt x="1880614" y="1909008"/>
                  <a:pt x="1880614" y="1897106"/>
                </a:cubicBezTo>
                <a:cubicBezTo>
                  <a:pt x="1880614" y="1885203"/>
                  <a:pt x="1890262" y="1875554"/>
                  <a:pt x="1902166" y="1875554"/>
                </a:cubicBezTo>
                <a:close/>
                <a:moveTo>
                  <a:pt x="1786949" y="1875554"/>
                </a:moveTo>
                <a:cubicBezTo>
                  <a:pt x="1798851" y="1875554"/>
                  <a:pt x="1808500" y="1885203"/>
                  <a:pt x="1808500" y="1897106"/>
                </a:cubicBezTo>
                <a:cubicBezTo>
                  <a:pt x="1808500" y="1909008"/>
                  <a:pt x="1798851" y="1918657"/>
                  <a:pt x="1786949" y="1918657"/>
                </a:cubicBezTo>
                <a:cubicBezTo>
                  <a:pt x="1775045" y="1918657"/>
                  <a:pt x="1765397" y="1909008"/>
                  <a:pt x="1765397" y="1897106"/>
                </a:cubicBezTo>
                <a:cubicBezTo>
                  <a:pt x="1765397" y="1885203"/>
                  <a:pt x="1775045" y="1875554"/>
                  <a:pt x="1786949" y="1875554"/>
                </a:cubicBezTo>
                <a:close/>
                <a:moveTo>
                  <a:pt x="3688029" y="1796248"/>
                </a:moveTo>
                <a:cubicBezTo>
                  <a:pt x="3688628" y="1796248"/>
                  <a:pt x="3689114" y="1796738"/>
                  <a:pt x="3689114" y="1797333"/>
                </a:cubicBezTo>
                <a:cubicBezTo>
                  <a:pt x="3689114" y="1797932"/>
                  <a:pt x="3688628" y="1798416"/>
                  <a:pt x="3688029" y="1798416"/>
                </a:cubicBezTo>
                <a:cubicBezTo>
                  <a:pt x="3687430" y="1798416"/>
                  <a:pt x="3686944" y="1797932"/>
                  <a:pt x="3686944" y="1797333"/>
                </a:cubicBezTo>
                <a:cubicBezTo>
                  <a:pt x="3686944" y="1796738"/>
                  <a:pt x="3687430" y="1796248"/>
                  <a:pt x="3688029" y="1796248"/>
                </a:cubicBezTo>
                <a:close/>
                <a:moveTo>
                  <a:pt x="1085" y="1796248"/>
                </a:moveTo>
                <a:cubicBezTo>
                  <a:pt x="1686" y="1796248"/>
                  <a:pt x="2170" y="1796738"/>
                  <a:pt x="2170" y="1797333"/>
                </a:cubicBezTo>
                <a:cubicBezTo>
                  <a:pt x="2170" y="1797932"/>
                  <a:pt x="1686" y="1798416"/>
                  <a:pt x="1085" y="1798416"/>
                </a:cubicBezTo>
                <a:cubicBezTo>
                  <a:pt x="486" y="1798416"/>
                  <a:pt x="0" y="1797932"/>
                  <a:pt x="0" y="1797333"/>
                </a:cubicBezTo>
                <a:cubicBezTo>
                  <a:pt x="0" y="1796738"/>
                  <a:pt x="486" y="1796248"/>
                  <a:pt x="1085" y="1796248"/>
                </a:cubicBezTo>
                <a:close/>
                <a:moveTo>
                  <a:pt x="3572813" y="1795630"/>
                </a:moveTo>
                <a:cubicBezTo>
                  <a:pt x="3573754" y="1795630"/>
                  <a:pt x="3574518" y="1796394"/>
                  <a:pt x="3574518" y="1797333"/>
                </a:cubicBezTo>
                <a:cubicBezTo>
                  <a:pt x="3574518" y="1798273"/>
                  <a:pt x="3573754" y="1799035"/>
                  <a:pt x="3572813" y="1799035"/>
                </a:cubicBezTo>
                <a:cubicBezTo>
                  <a:pt x="3571871" y="1799035"/>
                  <a:pt x="3571107" y="1798273"/>
                  <a:pt x="3571107" y="1797333"/>
                </a:cubicBezTo>
                <a:cubicBezTo>
                  <a:pt x="3571107" y="1796394"/>
                  <a:pt x="3571871" y="1795630"/>
                  <a:pt x="3572813" y="1795630"/>
                </a:cubicBezTo>
                <a:close/>
                <a:moveTo>
                  <a:pt x="116302" y="1795630"/>
                </a:moveTo>
                <a:cubicBezTo>
                  <a:pt x="117244" y="1795630"/>
                  <a:pt x="118008" y="1796394"/>
                  <a:pt x="118008" y="1797333"/>
                </a:cubicBezTo>
                <a:cubicBezTo>
                  <a:pt x="118008" y="1798273"/>
                  <a:pt x="117244" y="1799035"/>
                  <a:pt x="116302" y="1799035"/>
                </a:cubicBezTo>
                <a:cubicBezTo>
                  <a:pt x="115360" y="1799035"/>
                  <a:pt x="114597" y="1798273"/>
                  <a:pt x="114597" y="1797333"/>
                </a:cubicBezTo>
                <a:cubicBezTo>
                  <a:pt x="114597" y="1796394"/>
                  <a:pt x="115360" y="1795630"/>
                  <a:pt x="116302" y="1795630"/>
                </a:cubicBezTo>
                <a:close/>
                <a:moveTo>
                  <a:pt x="3457595" y="1794876"/>
                </a:moveTo>
                <a:cubicBezTo>
                  <a:pt x="3458954" y="1794876"/>
                  <a:pt x="3460056" y="1795976"/>
                  <a:pt x="3460056" y="1797333"/>
                </a:cubicBezTo>
                <a:cubicBezTo>
                  <a:pt x="3460056" y="1798689"/>
                  <a:pt x="3458954" y="1799793"/>
                  <a:pt x="3457595" y="1799793"/>
                </a:cubicBezTo>
                <a:cubicBezTo>
                  <a:pt x="3456236" y="1799793"/>
                  <a:pt x="3455134" y="1798689"/>
                  <a:pt x="3455134" y="1797333"/>
                </a:cubicBezTo>
                <a:cubicBezTo>
                  <a:pt x="3455134" y="1795976"/>
                  <a:pt x="3456236" y="1794876"/>
                  <a:pt x="3457595" y="1794876"/>
                </a:cubicBezTo>
                <a:close/>
                <a:moveTo>
                  <a:pt x="231519" y="1794876"/>
                </a:moveTo>
                <a:cubicBezTo>
                  <a:pt x="232879" y="1794876"/>
                  <a:pt x="233981" y="1795976"/>
                  <a:pt x="233981" y="1797333"/>
                </a:cubicBezTo>
                <a:cubicBezTo>
                  <a:pt x="233981" y="1798689"/>
                  <a:pt x="232879" y="1799793"/>
                  <a:pt x="231519" y="1799793"/>
                </a:cubicBezTo>
                <a:cubicBezTo>
                  <a:pt x="230161" y="1799793"/>
                  <a:pt x="229059" y="1798689"/>
                  <a:pt x="229059" y="1797333"/>
                </a:cubicBezTo>
                <a:cubicBezTo>
                  <a:pt x="229059" y="1795976"/>
                  <a:pt x="230161" y="1794876"/>
                  <a:pt x="231519" y="1794876"/>
                </a:cubicBezTo>
                <a:close/>
                <a:moveTo>
                  <a:pt x="3342378" y="1793826"/>
                </a:moveTo>
                <a:cubicBezTo>
                  <a:pt x="3344318" y="1793826"/>
                  <a:pt x="3345890" y="1795398"/>
                  <a:pt x="3345890" y="1797333"/>
                </a:cubicBezTo>
                <a:cubicBezTo>
                  <a:pt x="3345890" y="1799267"/>
                  <a:pt x="3344317" y="1800840"/>
                  <a:pt x="3342378" y="1800840"/>
                </a:cubicBezTo>
                <a:cubicBezTo>
                  <a:pt x="3340439" y="1800840"/>
                  <a:pt x="3338867" y="1799267"/>
                  <a:pt x="3338867" y="1797333"/>
                </a:cubicBezTo>
                <a:cubicBezTo>
                  <a:pt x="3338867" y="1795398"/>
                  <a:pt x="3340439" y="1793826"/>
                  <a:pt x="3342378" y="1793826"/>
                </a:cubicBezTo>
                <a:close/>
                <a:moveTo>
                  <a:pt x="346737" y="1793826"/>
                </a:moveTo>
                <a:cubicBezTo>
                  <a:pt x="348676" y="1793826"/>
                  <a:pt x="350248" y="1795398"/>
                  <a:pt x="350248" y="1797333"/>
                </a:cubicBezTo>
                <a:cubicBezTo>
                  <a:pt x="350248" y="1799267"/>
                  <a:pt x="348676" y="1800840"/>
                  <a:pt x="346737" y="1800840"/>
                </a:cubicBezTo>
                <a:cubicBezTo>
                  <a:pt x="344797" y="1800840"/>
                  <a:pt x="343225" y="1799267"/>
                  <a:pt x="343225" y="1797333"/>
                </a:cubicBezTo>
                <a:cubicBezTo>
                  <a:pt x="343225" y="1795398"/>
                  <a:pt x="344797" y="1793826"/>
                  <a:pt x="346737" y="1793826"/>
                </a:cubicBezTo>
                <a:close/>
                <a:moveTo>
                  <a:pt x="3227162" y="1792778"/>
                </a:moveTo>
                <a:cubicBezTo>
                  <a:pt x="3229678" y="1792778"/>
                  <a:pt x="3231718" y="1794818"/>
                  <a:pt x="3231718" y="1797333"/>
                </a:cubicBezTo>
                <a:cubicBezTo>
                  <a:pt x="3231718" y="1799846"/>
                  <a:pt x="3229678" y="1801887"/>
                  <a:pt x="3227162" y="1801887"/>
                </a:cubicBezTo>
                <a:cubicBezTo>
                  <a:pt x="3224646" y="1801887"/>
                  <a:pt x="3222606" y="1799846"/>
                  <a:pt x="3222606" y="1797333"/>
                </a:cubicBezTo>
                <a:cubicBezTo>
                  <a:pt x="3222606" y="1794818"/>
                  <a:pt x="3224646" y="1792778"/>
                  <a:pt x="3227162" y="1792778"/>
                </a:cubicBezTo>
                <a:close/>
                <a:moveTo>
                  <a:pt x="461953" y="1792778"/>
                </a:moveTo>
                <a:cubicBezTo>
                  <a:pt x="464470" y="1792778"/>
                  <a:pt x="466510" y="1794818"/>
                  <a:pt x="466510" y="1797333"/>
                </a:cubicBezTo>
                <a:cubicBezTo>
                  <a:pt x="466510" y="1799846"/>
                  <a:pt x="464470" y="1801887"/>
                  <a:pt x="461953" y="1801887"/>
                </a:cubicBezTo>
                <a:cubicBezTo>
                  <a:pt x="459438" y="1801887"/>
                  <a:pt x="457398" y="1799846"/>
                  <a:pt x="457398" y="1797333"/>
                </a:cubicBezTo>
                <a:cubicBezTo>
                  <a:pt x="457398" y="1794818"/>
                  <a:pt x="459438" y="1792778"/>
                  <a:pt x="461953" y="1792778"/>
                </a:cubicBezTo>
                <a:close/>
                <a:moveTo>
                  <a:pt x="3111944" y="1791500"/>
                </a:moveTo>
                <a:cubicBezTo>
                  <a:pt x="3115167" y="1791500"/>
                  <a:pt x="3117780" y="1794116"/>
                  <a:pt x="3117780" y="1797333"/>
                </a:cubicBezTo>
                <a:cubicBezTo>
                  <a:pt x="3117780" y="1800555"/>
                  <a:pt x="3115167" y="1803166"/>
                  <a:pt x="3111944" y="1803166"/>
                </a:cubicBezTo>
                <a:cubicBezTo>
                  <a:pt x="3108721" y="1803166"/>
                  <a:pt x="3106107" y="1800555"/>
                  <a:pt x="3106107" y="1797333"/>
                </a:cubicBezTo>
                <a:cubicBezTo>
                  <a:pt x="3106107" y="1794116"/>
                  <a:pt x="3108721" y="1791500"/>
                  <a:pt x="3111944" y="1791500"/>
                </a:cubicBezTo>
                <a:close/>
                <a:moveTo>
                  <a:pt x="577170" y="1791500"/>
                </a:moveTo>
                <a:cubicBezTo>
                  <a:pt x="580393" y="1791500"/>
                  <a:pt x="583007" y="1794116"/>
                  <a:pt x="583007" y="1797333"/>
                </a:cubicBezTo>
                <a:cubicBezTo>
                  <a:pt x="583007" y="1800555"/>
                  <a:pt x="580393" y="1803166"/>
                  <a:pt x="577170" y="1803166"/>
                </a:cubicBezTo>
                <a:cubicBezTo>
                  <a:pt x="573946" y="1803166"/>
                  <a:pt x="571334" y="1800555"/>
                  <a:pt x="571334" y="1797333"/>
                </a:cubicBezTo>
                <a:cubicBezTo>
                  <a:pt x="571334" y="1794116"/>
                  <a:pt x="573946" y="1791500"/>
                  <a:pt x="577170" y="1791500"/>
                </a:cubicBezTo>
                <a:close/>
                <a:moveTo>
                  <a:pt x="2996727" y="1790066"/>
                </a:moveTo>
                <a:cubicBezTo>
                  <a:pt x="3000742" y="1790066"/>
                  <a:pt x="3003997" y="1793321"/>
                  <a:pt x="3003997" y="1797333"/>
                </a:cubicBezTo>
                <a:cubicBezTo>
                  <a:pt x="3003997" y="1801345"/>
                  <a:pt x="3000742" y="1804599"/>
                  <a:pt x="2996727" y="1804599"/>
                </a:cubicBezTo>
                <a:cubicBezTo>
                  <a:pt x="2992711" y="1804599"/>
                  <a:pt x="2989457" y="1801345"/>
                  <a:pt x="2989457" y="1797333"/>
                </a:cubicBezTo>
                <a:cubicBezTo>
                  <a:pt x="2989457" y="1793321"/>
                  <a:pt x="2992711" y="1790066"/>
                  <a:pt x="2996727" y="1790066"/>
                </a:cubicBezTo>
                <a:close/>
                <a:moveTo>
                  <a:pt x="692388" y="1790066"/>
                </a:moveTo>
                <a:cubicBezTo>
                  <a:pt x="696403" y="1790066"/>
                  <a:pt x="699657" y="1793321"/>
                  <a:pt x="699657" y="1797333"/>
                </a:cubicBezTo>
                <a:cubicBezTo>
                  <a:pt x="699657" y="1801345"/>
                  <a:pt x="696403" y="1804599"/>
                  <a:pt x="692388" y="1804599"/>
                </a:cubicBezTo>
                <a:cubicBezTo>
                  <a:pt x="688373" y="1804599"/>
                  <a:pt x="685118" y="1801345"/>
                  <a:pt x="685118" y="1797333"/>
                </a:cubicBezTo>
                <a:cubicBezTo>
                  <a:pt x="685118" y="1793321"/>
                  <a:pt x="688373" y="1790066"/>
                  <a:pt x="692388" y="1790066"/>
                </a:cubicBezTo>
                <a:close/>
                <a:moveTo>
                  <a:pt x="2881510" y="1788607"/>
                </a:moveTo>
                <a:cubicBezTo>
                  <a:pt x="2886331" y="1788607"/>
                  <a:pt x="2890240" y="1792514"/>
                  <a:pt x="2890240" y="1797333"/>
                </a:cubicBezTo>
                <a:cubicBezTo>
                  <a:pt x="2890240" y="1802151"/>
                  <a:pt x="2886331" y="1806058"/>
                  <a:pt x="2881510" y="1806058"/>
                </a:cubicBezTo>
                <a:cubicBezTo>
                  <a:pt x="2876689" y="1806058"/>
                  <a:pt x="2872781" y="1802151"/>
                  <a:pt x="2872781" y="1797333"/>
                </a:cubicBezTo>
                <a:cubicBezTo>
                  <a:pt x="2872781" y="1792514"/>
                  <a:pt x="2876689" y="1788607"/>
                  <a:pt x="2881510" y="1788607"/>
                </a:cubicBezTo>
                <a:close/>
                <a:moveTo>
                  <a:pt x="807604" y="1788607"/>
                </a:moveTo>
                <a:cubicBezTo>
                  <a:pt x="812425" y="1788607"/>
                  <a:pt x="816334" y="1792514"/>
                  <a:pt x="816334" y="1797333"/>
                </a:cubicBezTo>
                <a:cubicBezTo>
                  <a:pt x="816334" y="1802151"/>
                  <a:pt x="812425" y="1806058"/>
                  <a:pt x="807604" y="1806058"/>
                </a:cubicBezTo>
                <a:cubicBezTo>
                  <a:pt x="802782" y="1806058"/>
                  <a:pt x="798874" y="1802151"/>
                  <a:pt x="798874" y="1797333"/>
                </a:cubicBezTo>
                <a:cubicBezTo>
                  <a:pt x="798874" y="1792514"/>
                  <a:pt x="802782" y="1788607"/>
                  <a:pt x="807604" y="1788607"/>
                </a:cubicBezTo>
                <a:close/>
                <a:moveTo>
                  <a:pt x="2766293" y="1786880"/>
                </a:moveTo>
                <a:cubicBezTo>
                  <a:pt x="2772069" y="1786880"/>
                  <a:pt x="2776750" y="1791562"/>
                  <a:pt x="2776750" y="1797333"/>
                </a:cubicBezTo>
                <a:cubicBezTo>
                  <a:pt x="2776750" y="1803104"/>
                  <a:pt x="2772069" y="1807785"/>
                  <a:pt x="2766293" y="1807785"/>
                </a:cubicBezTo>
                <a:cubicBezTo>
                  <a:pt x="2760517" y="1807785"/>
                  <a:pt x="2755836" y="1803104"/>
                  <a:pt x="2755836" y="1797333"/>
                </a:cubicBezTo>
                <a:cubicBezTo>
                  <a:pt x="2755836" y="1791562"/>
                  <a:pt x="2760517" y="1786880"/>
                  <a:pt x="2766293" y="1786880"/>
                </a:cubicBezTo>
                <a:close/>
                <a:moveTo>
                  <a:pt x="922821" y="1786880"/>
                </a:moveTo>
                <a:cubicBezTo>
                  <a:pt x="928596" y="1786880"/>
                  <a:pt x="933278" y="1791562"/>
                  <a:pt x="933278" y="1797333"/>
                </a:cubicBezTo>
                <a:cubicBezTo>
                  <a:pt x="933278" y="1803104"/>
                  <a:pt x="928596" y="1807785"/>
                  <a:pt x="922821" y="1807785"/>
                </a:cubicBezTo>
                <a:cubicBezTo>
                  <a:pt x="917046" y="1807785"/>
                  <a:pt x="912364" y="1803104"/>
                  <a:pt x="912364" y="1797333"/>
                </a:cubicBezTo>
                <a:cubicBezTo>
                  <a:pt x="912364" y="1791562"/>
                  <a:pt x="917046" y="1786880"/>
                  <a:pt x="922821" y="1786880"/>
                </a:cubicBezTo>
                <a:close/>
                <a:moveTo>
                  <a:pt x="2651076" y="1785151"/>
                </a:moveTo>
                <a:cubicBezTo>
                  <a:pt x="2657806" y="1785151"/>
                  <a:pt x="2663262" y="1790607"/>
                  <a:pt x="2663262" y="1797333"/>
                </a:cubicBezTo>
                <a:cubicBezTo>
                  <a:pt x="2663262" y="1804058"/>
                  <a:pt x="2657806" y="1809515"/>
                  <a:pt x="2651076" y="1809515"/>
                </a:cubicBezTo>
                <a:cubicBezTo>
                  <a:pt x="2644346" y="1809515"/>
                  <a:pt x="2638890" y="1804058"/>
                  <a:pt x="2638890" y="1797333"/>
                </a:cubicBezTo>
                <a:cubicBezTo>
                  <a:pt x="2638890" y="1790607"/>
                  <a:pt x="2644346" y="1785151"/>
                  <a:pt x="2651076" y="1785151"/>
                </a:cubicBezTo>
                <a:close/>
                <a:moveTo>
                  <a:pt x="1038038" y="1785151"/>
                </a:moveTo>
                <a:cubicBezTo>
                  <a:pt x="1044768" y="1785151"/>
                  <a:pt x="1050224" y="1790607"/>
                  <a:pt x="1050224" y="1797333"/>
                </a:cubicBezTo>
                <a:cubicBezTo>
                  <a:pt x="1050224" y="1804058"/>
                  <a:pt x="1044768" y="1809515"/>
                  <a:pt x="1038038" y="1809515"/>
                </a:cubicBezTo>
                <a:cubicBezTo>
                  <a:pt x="1031308" y="1809515"/>
                  <a:pt x="1025852" y="1804058"/>
                  <a:pt x="1025852" y="1797333"/>
                </a:cubicBezTo>
                <a:cubicBezTo>
                  <a:pt x="1025852" y="1790607"/>
                  <a:pt x="1031308" y="1785151"/>
                  <a:pt x="1038038" y="1785151"/>
                </a:cubicBezTo>
                <a:close/>
                <a:moveTo>
                  <a:pt x="2535860" y="1783294"/>
                </a:moveTo>
                <a:cubicBezTo>
                  <a:pt x="2543616" y="1783294"/>
                  <a:pt x="2549903" y="1789577"/>
                  <a:pt x="2549903" y="1797333"/>
                </a:cubicBezTo>
                <a:cubicBezTo>
                  <a:pt x="2549903" y="1805084"/>
                  <a:pt x="2543616" y="1811373"/>
                  <a:pt x="2535860" y="1811373"/>
                </a:cubicBezTo>
                <a:cubicBezTo>
                  <a:pt x="2528103" y="1811373"/>
                  <a:pt x="2521816" y="1805084"/>
                  <a:pt x="2521816" y="1797333"/>
                </a:cubicBezTo>
                <a:cubicBezTo>
                  <a:pt x="2521816" y="1789577"/>
                  <a:pt x="2528103" y="1783294"/>
                  <a:pt x="2535860" y="1783294"/>
                </a:cubicBezTo>
                <a:close/>
                <a:moveTo>
                  <a:pt x="1153255" y="1783294"/>
                </a:moveTo>
                <a:cubicBezTo>
                  <a:pt x="1161011" y="1783294"/>
                  <a:pt x="1167298" y="1789577"/>
                  <a:pt x="1167298" y="1797333"/>
                </a:cubicBezTo>
                <a:cubicBezTo>
                  <a:pt x="1167298" y="1805084"/>
                  <a:pt x="1161011" y="1811373"/>
                  <a:pt x="1153255" y="1811373"/>
                </a:cubicBezTo>
                <a:cubicBezTo>
                  <a:pt x="1145499" y="1811373"/>
                  <a:pt x="1139211" y="1805084"/>
                  <a:pt x="1139211" y="1797333"/>
                </a:cubicBezTo>
                <a:cubicBezTo>
                  <a:pt x="1139211" y="1789577"/>
                  <a:pt x="1145499" y="1783294"/>
                  <a:pt x="1153255" y="1783294"/>
                </a:cubicBezTo>
                <a:close/>
                <a:moveTo>
                  <a:pt x="2420642" y="1781476"/>
                </a:moveTo>
                <a:cubicBezTo>
                  <a:pt x="2429400" y="1781476"/>
                  <a:pt x="2436501" y="1788574"/>
                  <a:pt x="2436501" y="1797333"/>
                </a:cubicBezTo>
                <a:cubicBezTo>
                  <a:pt x="2436501" y="1806086"/>
                  <a:pt x="2429400" y="1813189"/>
                  <a:pt x="2420642" y="1813189"/>
                </a:cubicBezTo>
                <a:cubicBezTo>
                  <a:pt x="2411884" y="1813189"/>
                  <a:pt x="2404783" y="1806086"/>
                  <a:pt x="2404783" y="1797333"/>
                </a:cubicBezTo>
                <a:cubicBezTo>
                  <a:pt x="2404783" y="1788574"/>
                  <a:pt x="2411884" y="1781476"/>
                  <a:pt x="2420642" y="1781476"/>
                </a:cubicBezTo>
                <a:close/>
                <a:moveTo>
                  <a:pt x="1268472" y="1781476"/>
                </a:moveTo>
                <a:cubicBezTo>
                  <a:pt x="1277231" y="1781476"/>
                  <a:pt x="1284331" y="1788574"/>
                  <a:pt x="1284331" y="1797333"/>
                </a:cubicBezTo>
                <a:cubicBezTo>
                  <a:pt x="1284331" y="1806086"/>
                  <a:pt x="1277231" y="1813189"/>
                  <a:pt x="1268472" y="1813189"/>
                </a:cubicBezTo>
                <a:cubicBezTo>
                  <a:pt x="1259714" y="1813189"/>
                  <a:pt x="1252613" y="1806086"/>
                  <a:pt x="1252613" y="1797333"/>
                </a:cubicBezTo>
                <a:cubicBezTo>
                  <a:pt x="1252613" y="1788574"/>
                  <a:pt x="1259714" y="1781476"/>
                  <a:pt x="1268472" y="1781476"/>
                </a:cubicBezTo>
                <a:close/>
                <a:moveTo>
                  <a:pt x="2305426" y="1779554"/>
                </a:moveTo>
                <a:cubicBezTo>
                  <a:pt x="2315246" y="1779554"/>
                  <a:pt x="2323207" y="1787516"/>
                  <a:pt x="2323207" y="1797333"/>
                </a:cubicBezTo>
                <a:cubicBezTo>
                  <a:pt x="2323207" y="1807150"/>
                  <a:pt x="2315246" y="1815110"/>
                  <a:pt x="2305426" y="1815110"/>
                </a:cubicBezTo>
                <a:cubicBezTo>
                  <a:pt x="2295605" y="1815110"/>
                  <a:pt x="2287644" y="1807150"/>
                  <a:pt x="2287644" y="1797333"/>
                </a:cubicBezTo>
                <a:cubicBezTo>
                  <a:pt x="2287644" y="1787516"/>
                  <a:pt x="2295605" y="1779554"/>
                  <a:pt x="2305426" y="1779554"/>
                </a:cubicBezTo>
                <a:close/>
                <a:moveTo>
                  <a:pt x="1383689" y="1779554"/>
                </a:moveTo>
                <a:cubicBezTo>
                  <a:pt x="1393510" y="1779554"/>
                  <a:pt x="1401471" y="1787516"/>
                  <a:pt x="1401471" y="1797333"/>
                </a:cubicBezTo>
                <a:cubicBezTo>
                  <a:pt x="1401471" y="1807150"/>
                  <a:pt x="1393510" y="1815110"/>
                  <a:pt x="1383689" y="1815110"/>
                </a:cubicBezTo>
                <a:cubicBezTo>
                  <a:pt x="1373868" y="1815110"/>
                  <a:pt x="1365907" y="1807150"/>
                  <a:pt x="1365907" y="1797333"/>
                </a:cubicBezTo>
                <a:cubicBezTo>
                  <a:pt x="1365907" y="1787516"/>
                  <a:pt x="1373868" y="1779554"/>
                  <a:pt x="1383689" y="1779554"/>
                </a:cubicBezTo>
                <a:close/>
                <a:moveTo>
                  <a:pt x="2190209" y="1777904"/>
                </a:moveTo>
                <a:cubicBezTo>
                  <a:pt x="2200942" y="1777904"/>
                  <a:pt x="2209643" y="1786604"/>
                  <a:pt x="2209643" y="1797333"/>
                </a:cubicBezTo>
                <a:cubicBezTo>
                  <a:pt x="2209643" y="1808061"/>
                  <a:pt x="2200942" y="1816766"/>
                  <a:pt x="2190209" y="1816766"/>
                </a:cubicBezTo>
                <a:cubicBezTo>
                  <a:pt x="2179475" y="1816766"/>
                  <a:pt x="2170774" y="1808061"/>
                  <a:pt x="2170774" y="1797333"/>
                </a:cubicBezTo>
                <a:cubicBezTo>
                  <a:pt x="2170774" y="1786604"/>
                  <a:pt x="2179475" y="1777904"/>
                  <a:pt x="2190209" y="1777904"/>
                </a:cubicBezTo>
                <a:close/>
                <a:moveTo>
                  <a:pt x="1498906" y="1777904"/>
                </a:moveTo>
                <a:cubicBezTo>
                  <a:pt x="1509639" y="1777904"/>
                  <a:pt x="1518341" y="1786604"/>
                  <a:pt x="1518341" y="1797333"/>
                </a:cubicBezTo>
                <a:cubicBezTo>
                  <a:pt x="1518341" y="1808061"/>
                  <a:pt x="1509639" y="1816766"/>
                  <a:pt x="1498906" y="1816766"/>
                </a:cubicBezTo>
                <a:cubicBezTo>
                  <a:pt x="1488173" y="1816766"/>
                  <a:pt x="1479472" y="1808061"/>
                  <a:pt x="1479472" y="1797333"/>
                </a:cubicBezTo>
                <a:cubicBezTo>
                  <a:pt x="1479472" y="1786604"/>
                  <a:pt x="1488173" y="1777904"/>
                  <a:pt x="1498906" y="1777904"/>
                </a:cubicBezTo>
                <a:close/>
                <a:moveTo>
                  <a:pt x="2074992" y="1776569"/>
                </a:moveTo>
                <a:cubicBezTo>
                  <a:pt x="2086462" y="1776569"/>
                  <a:pt x="2095761" y="1785866"/>
                  <a:pt x="2095761" y="1797333"/>
                </a:cubicBezTo>
                <a:cubicBezTo>
                  <a:pt x="2095761" y="1808798"/>
                  <a:pt x="2086462" y="1818098"/>
                  <a:pt x="2074992" y="1818098"/>
                </a:cubicBezTo>
                <a:cubicBezTo>
                  <a:pt x="2063521" y="1818098"/>
                  <a:pt x="2054222" y="1808798"/>
                  <a:pt x="2054222" y="1797333"/>
                </a:cubicBezTo>
                <a:cubicBezTo>
                  <a:pt x="2054222" y="1785866"/>
                  <a:pt x="2063521" y="1776569"/>
                  <a:pt x="2074992" y="1776569"/>
                </a:cubicBezTo>
                <a:close/>
                <a:moveTo>
                  <a:pt x="1614123" y="1776569"/>
                </a:moveTo>
                <a:cubicBezTo>
                  <a:pt x="1625594" y="1776569"/>
                  <a:pt x="1634892" y="1785866"/>
                  <a:pt x="1634892" y="1797333"/>
                </a:cubicBezTo>
                <a:cubicBezTo>
                  <a:pt x="1634892" y="1808798"/>
                  <a:pt x="1625594" y="1818098"/>
                  <a:pt x="1614123" y="1818098"/>
                </a:cubicBezTo>
                <a:cubicBezTo>
                  <a:pt x="1602652" y="1818098"/>
                  <a:pt x="1593354" y="1808798"/>
                  <a:pt x="1593354" y="1797333"/>
                </a:cubicBezTo>
                <a:cubicBezTo>
                  <a:pt x="1593354" y="1785866"/>
                  <a:pt x="1602652" y="1776569"/>
                  <a:pt x="1614123" y="1776569"/>
                </a:cubicBezTo>
                <a:close/>
                <a:moveTo>
                  <a:pt x="1959774" y="1775787"/>
                </a:moveTo>
                <a:cubicBezTo>
                  <a:pt x="1971677" y="1775787"/>
                  <a:pt x="1981326" y="1785435"/>
                  <a:pt x="1981326" y="1797333"/>
                </a:cubicBezTo>
                <a:cubicBezTo>
                  <a:pt x="1981326" y="1809231"/>
                  <a:pt x="1971677" y="1818880"/>
                  <a:pt x="1959774" y="1818880"/>
                </a:cubicBezTo>
                <a:cubicBezTo>
                  <a:pt x="1947872" y="1818880"/>
                  <a:pt x="1938223" y="1809231"/>
                  <a:pt x="1938223" y="1797333"/>
                </a:cubicBezTo>
                <a:cubicBezTo>
                  <a:pt x="1938223" y="1785435"/>
                  <a:pt x="1947872" y="1775787"/>
                  <a:pt x="1959774" y="1775787"/>
                </a:cubicBezTo>
                <a:close/>
                <a:moveTo>
                  <a:pt x="1729340" y="1775787"/>
                </a:moveTo>
                <a:cubicBezTo>
                  <a:pt x="1741243" y="1775787"/>
                  <a:pt x="1750892" y="1785435"/>
                  <a:pt x="1750892" y="1797333"/>
                </a:cubicBezTo>
                <a:cubicBezTo>
                  <a:pt x="1750892" y="1809231"/>
                  <a:pt x="1741243" y="1818880"/>
                  <a:pt x="1729340" y="1818880"/>
                </a:cubicBezTo>
                <a:cubicBezTo>
                  <a:pt x="1717438" y="1818880"/>
                  <a:pt x="1707788" y="1809231"/>
                  <a:pt x="1707788" y="1797333"/>
                </a:cubicBezTo>
                <a:cubicBezTo>
                  <a:pt x="1707788" y="1785435"/>
                  <a:pt x="1717438" y="1775787"/>
                  <a:pt x="1729340" y="1775787"/>
                </a:cubicBezTo>
                <a:close/>
                <a:moveTo>
                  <a:pt x="1844558" y="1775392"/>
                </a:moveTo>
                <a:cubicBezTo>
                  <a:pt x="1856679" y="1775392"/>
                  <a:pt x="1866506" y="1785215"/>
                  <a:pt x="1866506" y="1797333"/>
                </a:cubicBezTo>
                <a:cubicBezTo>
                  <a:pt x="1866506" y="1809450"/>
                  <a:pt x="1856679" y="1819279"/>
                  <a:pt x="1844558" y="1819279"/>
                </a:cubicBezTo>
                <a:cubicBezTo>
                  <a:pt x="1832436" y="1819279"/>
                  <a:pt x="1822609" y="1809450"/>
                  <a:pt x="1822609" y="1797333"/>
                </a:cubicBezTo>
                <a:cubicBezTo>
                  <a:pt x="1822609" y="1785215"/>
                  <a:pt x="1832436" y="1775392"/>
                  <a:pt x="1844558" y="1775392"/>
                </a:cubicBezTo>
                <a:close/>
                <a:moveTo>
                  <a:pt x="3630421" y="1696240"/>
                </a:moveTo>
                <a:cubicBezTo>
                  <a:pt x="3631154" y="1696240"/>
                  <a:pt x="3631748" y="1696834"/>
                  <a:pt x="3631748" y="1697568"/>
                </a:cubicBezTo>
                <a:cubicBezTo>
                  <a:pt x="3631748" y="1698297"/>
                  <a:pt x="3631154" y="1698895"/>
                  <a:pt x="3630421" y="1698895"/>
                </a:cubicBezTo>
                <a:cubicBezTo>
                  <a:pt x="3629688" y="1698895"/>
                  <a:pt x="3629094" y="1698297"/>
                  <a:pt x="3629094" y="1697568"/>
                </a:cubicBezTo>
                <a:cubicBezTo>
                  <a:pt x="3629094" y="1696834"/>
                  <a:pt x="3629688" y="1696240"/>
                  <a:pt x="3630421" y="1696240"/>
                </a:cubicBezTo>
                <a:close/>
                <a:moveTo>
                  <a:pt x="58694" y="1696240"/>
                </a:moveTo>
                <a:cubicBezTo>
                  <a:pt x="59426" y="1696240"/>
                  <a:pt x="60021" y="1696834"/>
                  <a:pt x="60021" y="1697568"/>
                </a:cubicBezTo>
                <a:cubicBezTo>
                  <a:pt x="60021" y="1698297"/>
                  <a:pt x="59426" y="1698895"/>
                  <a:pt x="58694" y="1698895"/>
                </a:cubicBezTo>
                <a:cubicBezTo>
                  <a:pt x="57961" y="1698895"/>
                  <a:pt x="57367" y="1698297"/>
                  <a:pt x="57367" y="1697568"/>
                </a:cubicBezTo>
                <a:cubicBezTo>
                  <a:pt x="57367" y="1696834"/>
                  <a:pt x="57961" y="1696240"/>
                  <a:pt x="58694" y="1696240"/>
                </a:cubicBezTo>
                <a:close/>
                <a:moveTo>
                  <a:pt x="3515203" y="1695499"/>
                </a:moveTo>
                <a:cubicBezTo>
                  <a:pt x="3516345" y="1695499"/>
                  <a:pt x="3517270" y="1696423"/>
                  <a:pt x="3517270" y="1697568"/>
                </a:cubicBezTo>
                <a:cubicBezTo>
                  <a:pt x="3517270" y="1698708"/>
                  <a:pt x="3516345" y="1699633"/>
                  <a:pt x="3515203" y="1699633"/>
                </a:cubicBezTo>
                <a:cubicBezTo>
                  <a:pt x="3514062" y="1699633"/>
                  <a:pt x="3513137" y="1698708"/>
                  <a:pt x="3513137" y="1697568"/>
                </a:cubicBezTo>
                <a:cubicBezTo>
                  <a:pt x="3513137" y="1696426"/>
                  <a:pt x="3514062" y="1695499"/>
                  <a:pt x="3515203" y="1695499"/>
                </a:cubicBezTo>
                <a:close/>
                <a:moveTo>
                  <a:pt x="173910" y="1695499"/>
                </a:moveTo>
                <a:cubicBezTo>
                  <a:pt x="175053" y="1695499"/>
                  <a:pt x="175978" y="1696423"/>
                  <a:pt x="175978" y="1697568"/>
                </a:cubicBezTo>
                <a:cubicBezTo>
                  <a:pt x="175978" y="1698708"/>
                  <a:pt x="175053" y="1699633"/>
                  <a:pt x="173910" y="1699633"/>
                </a:cubicBezTo>
                <a:cubicBezTo>
                  <a:pt x="172769" y="1699633"/>
                  <a:pt x="171845" y="1698708"/>
                  <a:pt x="171845" y="1697568"/>
                </a:cubicBezTo>
                <a:cubicBezTo>
                  <a:pt x="171845" y="1696426"/>
                  <a:pt x="172769" y="1695499"/>
                  <a:pt x="173910" y="1695499"/>
                </a:cubicBezTo>
                <a:close/>
                <a:moveTo>
                  <a:pt x="3399988" y="1694680"/>
                </a:moveTo>
                <a:cubicBezTo>
                  <a:pt x="3401583" y="1694680"/>
                  <a:pt x="3402877" y="1695971"/>
                  <a:pt x="3402877" y="1697568"/>
                </a:cubicBezTo>
                <a:cubicBezTo>
                  <a:pt x="3402877" y="1699160"/>
                  <a:pt x="3401583" y="1700456"/>
                  <a:pt x="3399988" y="1700456"/>
                </a:cubicBezTo>
                <a:cubicBezTo>
                  <a:pt x="3398392" y="1700456"/>
                  <a:pt x="3397098" y="1699160"/>
                  <a:pt x="3397098" y="1697568"/>
                </a:cubicBezTo>
                <a:cubicBezTo>
                  <a:pt x="3397098" y="1695971"/>
                  <a:pt x="3398392" y="1694680"/>
                  <a:pt x="3399988" y="1694680"/>
                </a:cubicBezTo>
                <a:close/>
                <a:moveTo>
                  <a:pt x="289128" y="1694680"/>
                </a:moveTo>
                <a:cubicBezTo>
                  <a:pt x="290723" y="1694680"/>
                  <a:pt x="292016" y="1695971"/>
                  <a:pt x="292016" y="1697568"/>
                </a:cubicBezTo>
                <a:cubicBezTo>
                  <a:pt x="292016" y="1699160"/>
                  <a:pt x="290723" y="1700456"/>
                  <a:pt x="289128" y="1700456"/>
                </a:cubicBezTo>
                <a:cubicBezTo>
                  <a:pt x="287532" y="1700456"/>
                  <a:pt x="286239" y="1699160"/>
                  <a:pt x="286239" y="1697568"/>
                </a:cubicBezTo>
                <a:cubicBezTo>
                  <a:pt x="286239" y="1695971"/>
                  <a:pt x="287532" y="1694680"/>
                  <a:pt x="289128" y="1694680"/>
                </a:cubicBezTo>
                <a:close/>
                <a:moveTo>
                  <a:pt x="3284770" y="1693550"/>
                </a:moveTo>
                <a:cubicBezTo>
                  <a:pt x="3286988" y="1693550"/>
                  <a:pt x="3288787" y="1695348"/>
                  <a:pt x="3288787" y="1697568"/>
                </a:cubicBezTo>
                <a:cubicBezTo>
                  <a:pt x="3288787" y="1699784"/>
                  <a:pt x="3286988" y="1701585"/>
                  <a:pt x="3284770" y="1701585"/>
                </a:cubicBezTo>
                <a:cubicBezTo>
                  <a:pt x="3282552" y="1701585"/>
                  <a:pt x="3280753" y="1699784"/>
                  <a:pt x="3280753" y="1697568"/>
                </a:cubicBezTo>
                <a:cubicBezTo>
                  <a:pt x="3280753" y="1695348"/>
                  <a:pt x="3282552" y="1693550"/>
                  <a:pt x="3284770" y="1693550"/>
                </a:cubicBezTo>
                <a:close/>
                <a:moveTo>
                  <a:pt x="404345" y="1693550"/>
                </a:moveTo>
                <a:cubicBezTo>
                  <a:pt x="406563" y="1693550"/>
                  <a:pt x="408362" y="1695348"/>
                  <a:pt x="408362" y="1697568"/>
                </a:cubicBezTo>
                <a:cubicBezTo>
                  <a:pt x="408362" y="1699784"/>
                  <a:pt x="406563" y="1701585"/>
                  <a:pt x="404345" y="1701585"/>
                </a:cubicBezTo>
                <a:cubicBezTo>
                  <a:pt x="402125" y="1701585"/>
                  <a:pt x="400328" y="1699784"/>
                  <a:pt x="400328" y="1697568"/>
                </a:cubicBezTo>
                <a:cubicBezTo>
                  <a:pt x="400328" y="1695348"/>
                  <a:pt x="402125" y="1693550"/>
                  <a:pt x="404345" y="1693550"/>
                </a:cubicBezTo>
                <a:close/>
                <a:moveTo>
                  <a:pt x="3169553" y="1692439"/>
                </a:moveTo>
                <a:cubicBezTo>
                  <a:pt x="3172384" y="1692439"/>
                  <a:pt x="3174680" y="1694732"/>
                  <a:pt x="3174680" y="1697568"/>
                </a:cubicBezTo>
                <a:cubicBezTo>
                  <a:pt x="3174680" y="1700398"/>
                  <a:pt x="3172384" y="1702695"/>
                  <a:pt x="3169553" y="1702695"/>
                </a:cubicBezTo>
                <a:cubicBezTo>
                  <a:pt x="3166721" y="1702695"/>
                  <a:pt x="3164425" y="1700398"/>
                  <a:pt x="3164425" y="1697568"/>
                </a:cubicBezTo>
                <a:cubicBezTo>
                  <a:pt x="3164425" y="1694732"/>
                  <a:pt x="3166721" y="1692439"/>
                  <a:pt x="3169553" y="1692439"/>
                </a:cubicBezTo>
                <a:close/>
                <a:moveTo>
                  <a:pt x="519562" y="1692439"/>
                </a:moveTo>
                <a:cubicBezTo>
                  <a:pt x="522393" y="1692439"/>
                  <a:pt x="524690" y="1694732"/>
                  <a:pt x="524690" y="1697568"/>
                </a:cubicBezTo>
                <a:cubicBezTo>
                  <a:pt x="524690" y="1700398"/>
                  <a:pt x="522393" y="1702695"/>
                  <a:pt x="519562" y="1702695"/>
                </a:cubicBezTo>
                <a:cubicBezTo>
                  <a:pt x="516731" y="1702695"/>
                  <a:pt x="514434" y="1700398"/>
                  <a:pt x="514434" y="1697568"/>
                </a:cubicBezTo>
                <a:cubicBezTo>
                  <a:pt x="514434" y="1694732"/>
                  <a:pt x="516731" y="1692439"/>
                  <a:pt x="519562" y="1692439"/>
                </a:cubicBezTo>
                <a:close/>
                <a:moveTo>
                  <a:pt x="3054336" y="1691089"/>
                </a:moveTo>
                <a:cubicBezTo>
                  <a:pt x="3057913" y="1691089"/>
                  <a:pt x="3060814" y="1693988"/>
                  <a:pt x="3060814" y="1697568"/>
                </a:cubicBezTo>
                <a:cubicBezTo>
                  <a:pt x="3060814" y="1701144"/>
                  <a:pt x="3057914" y="1704044"/>
                  <a:pt x="3054336" y="1704044"/>
                </a:cubicBezTo>
                <a:cubicBezTo>
                  <a:pt x="3050758" y="1704044"/>
                  <a:pt x="3047856" y="1701144"/>
                  <a:pt x="3047856" y="1697568"/>
                </a:cubicBezTo>
                <a:cubicBezTo>
                  <a:pt x="3047856" y="1693988"/>
                  <a:pt x="3050757" y="1691089"/>
                  <a:pt x="3054336" y="1691089"/>
                </a:cubicBezTo>
                <a:close/>
                <a:moveTo>
                  <a:pt x="634779" y="1691089"/>
                </a:moveTo>
                <a:cubicBezTo>
                  <a:pt x="638357" y="1691089"/>
                  <a:pt x="641257" y="1693988"/>
                  <a:pt x="641257" y="1697568"/>
                </a:cubicBezTo>
                <a:cubicBezTo>
                  <a:pt x="641257" y="1701144"/>
                  <a:pt x="638357" y="1704044"/>
                  <a:pt x="634779" y="1704044"/>
                </a:cubicBezTo>
                <a:cubicBezTo>
                  <a:pt x="631201" y="1704044"/>
                  <a:pt x="628301" y="1701144"/>
                  <a:pt x="628301" y="1697568"/>
                </a:cubicBezTo>
                <a:cubicBezTo>
                  <a:pt x="628301" y="1693988"/>
                  <a:pt x="631201" y="1691089"/>
                  <a:pt x="634779" y="1691089"/>
                </a:cubicBezTo>
                <a:close/>
                <a:moveTo>
                  <a:pt x="2939119" y="1689706"/>
                </a:moveTo>
                <a:cubicBezTo>
                  <a:pt x="2943461" y="1689706"/>
                  <a:pt x="2946982" y="1693225"/>
                  <a:pt x="2946982" y="1697568"/>
                </a:cubicBezTo>
                <a:cubicBezTo>
                  <a:pt x="2946982" y="1701910"/>
                  <a:pt x="2943461" y="1705428"/>
                  <a:pt x="2939119" y="1705428"/>
                </a:cubicBezTo>
                <a:cubicBezTo>
                  <a:pt x="2934776" y="1705428"/>
                  <a:pt x="2931256" y="1701910"/>
                  <a:pt x="2931256" y="1697568"/>
                </a:cubicBezTo>
                <a:cubicBezTo>
                  <a:pt x="2931256" y="1693225"/>
                  <a:pt x="2934776" y="1689706"/>
                  <a:pt x="2939119" y="1689706"/>
                </a:cubicBezTo>
                <a:close/>
                <a:moveTo>
                  <a:pt x="749995" y="1689706"/>
                </a:moveTo>
                <a:cubicBezTo>
                  <a:pt x="754337" y="1689706"/>
                  <a:pt x="757857" y="1693225"/>
                  <a:pt x="757857" y="1697568"/>
                </a:cubicBezTo>
                <a:cubicBezTo>
                  <a:pt x="757857" y="1701910"/>
                  <a:pt x="754337" y="1705428"/>
                  <a:pt x="749995" y="1705428"/>
                </a:cubicBezTo>
                <a:cubicBezTo>
                  <a:pt x="745653" y="1705428"/>
                  <a:pt x="742133" y="1701910"/>
                  <a:pt x="742133" y="1697568"/>
                </a:cubicBezTo>
                <a:cubicBezTo>
                  <a:pt x="742133" y="1693225"/>
                  <a:pt x="745653" y="1689706"/>
                  <a:pt x="749995" y="1689706"/>
                </a:cubicBezTo>
                <a:close/>
                <a:moveTo>
                  <a:pt x="2823902" y="1688060"/>
                </a:moveTo>
                <a:cubicBezTo>
                  <a:pt x="2829153" y="1688060"/>
                  <a:pt x="2833410" y="1692318"/>
                  <a:pt x="2833410" y="1697568"/>
                </a:cubicBezTo>
                <a:cubicBezTo>
                  <a:pt x="2833410" y="1702818"/>
                  <a:pt x="2829153" y="1707075"/>
                  <a:pt x="2823902" y="1707075"/>
                </a:cubicBezTo>
                <a:cubicBezTo>
                  <a:pt x="2818650" y="1707075"/>
                  <a:pt x="2814394" y="1702818"/>
                  <a:pt x="2814394" y="1697568"/>
                </a:cubicBezTo>
                <a:cubicBezTo>
                  <a:pt x="2814394" y="1692318"/>
                  <a:pt x="2818650" y="1688060"/>
                  <a:pt x="2823902" y="1688060"/>
                </a:cubicBezTo>
                <a:close/>
                <a:moveTo>
                  <a:pt x="865213" y="1688060"/>
                </a:moveTo>
                <a:cubicBezTo>
                  <a:pt x="870464" y="1688060"/>
                  <a:pt x="874720" y="1692318"/>
                  <a:pt x="874720" y="1697568"/>
                </a:cubicBezTo>
                <a:cubicBezTo>
                  <a:pt x="874720" y="1702818"/>
                  <a:pt x="870464" y="1707075"/>
                  <a:pt x="865213" y="1707075"/>
                </a:cubicBezTo>
                <a:cubicBezTo>
                  <a:pt x="859962" y="1707075"/>
                  <a:pt x="855705" y="1702818"/>
                  <a:pt x="855705" y="1697568"/>
                </a:cubicBezTo>
                <a:cubicBezTo>
                  <a:pt x="855705" y="1692318"/>
                  <a:pt x="859962" y="1688060"/>
                  <a:pt x="865213" y="1688060"/>
                </a:cubicBezTo>
                <a:close/>
                <a:moveTo>
                  <a:pt x="2708684" y="1686406"/>
                </a:moveTo>
                <a:cubicBezTo>
                  <a:pt x="2714849" y="1686406"/>
                  <a:pt x="2719847" y="1691402"/>
                  <a:pt x="2719847" y="1697568"/>
                </a:cubicBezTo>
                <a:cubicBezTo>
                  <a:pt x="2719847" y="1703730"/>
                  <a:pt x="2714849" y="1708729"/>
                  <a:pt x="2708684" y="1708729"/>
                </a:cubicBezTo>
                <a:cubicBezTo>
                  <a:pt x="2702520" y="1708729"/>
                  <a:pt x="2697523" y="1703730"/>
                  <a:pt x="2697523" y="1697568"/>
                </a:cubicBezTo>
                <a:cubicBezTo>
                  <a:pt x="2697523" y="1691402"/>
                  <a:pt x="2702520" y="1686406"/>
                  <a:pt x="2708684" y="1686406"/>
                </a:cubicBezTo>
                <a:close/>
                <a:moveTo>
                  <a:pt x="980429" y="1686406"/>
                </a:moveTo>
                <a:cubicBezTo>
                  <a:pt x="986594" y="1686406"/>
                  <a:pt x="991591" y="1691402"/>
                  <a:pt x="991591" y="1697568"/>
                </a:cubicBezTo>
                <a:cubicBezTo>
                  <a:pt x="991591" y="1703730"/>
                  <a:pt x="986594" y="1708729"/>
                  <a:pt x="980429" y="1708729"/>
                </a:cubicBezTo>
                <a:cubicBezTo>
                  <a:pt x="974265" y="1708729"/>
                  <a:pt x="969268" y="1703730"/>
                  <a:pt x="969268" y="1697568"/>
                </a:cubicBezTo>
                <a:cubicBezTo>
                  <a:pt x="969268" y="1691402"/>
                  <a:pt x="974265" y="1686406"/>
                  <a:pt x="980429" y="1686406"/>
                </a:cubicBezTo>
                <a:close/>
                <a:moveTo>
                  <a:pt x="2593467" y="1684472"/>
                </a:moveTo>
                <a:cubicBezTo>
                  <a:pt x="2600702" y="1684472"/>
                  <a:pt x="2606567" y="1690333"/>
                  <a:pt x="2606567" y="1697568"/>
                </a:cubicBezTo>
                <a:cubicBezTo>
                  <a:pt x="2606567" y="1704802"/>
                  <a:pt x="2600702" y="1710663"/>
                  <a:pt x="2593467" y="1710663"/>
                </a:cubicBezTo>
                <a:cubicBezTo>
                  <a:pt x="2586234" y="1710663"/>
                  <a:pt x="2580369" y="1704802"/>
                  <a:pt x="2580369" y="1697568"/>
                </a:cubicBezTo>
                <a:cubicBezTo>
                  <a:pt x="2580369" y="1690333"/>
                  <a:pt x="2586233" y="1684472"/>
                  <a:pt x="2593467" y="1684472"/>
                </a:cubicBezTo>
                <a:close/>
                <a:moveTo>
                  <a:pt x="1095646" y="1684472"/>
                </a:moveTo>
                <a:cubicBezTo>
                  <a:pt x="1102881" y="1684472"/>
                  <a:pt x="1108746" y="1690333"/>
                  <a:pt x="1108746" y="1697568"/>
                </a:cubicBezTo>
                <a:cubicBezTo>
                  <a:pt x="1108746" y="1704802"/>
                  <a:pt x="1102881" y="1710663"/>
                  <a:pt x="1095646" y="1710663"/>
                </a:cubicBezTo>
                <a:cubicBezTo>
                  <a:pt x="1088412" y="1710663"/>
                  <a:pt x="1082548" y="1704802"/>
                  <a:pt x="1082548" y="1697568"/>
                </a:cubicBezTo>
                <a:cubicBezTo>
                  <a:pt x="1082548" y="1690333"/>
                  <a:pt x="1088412" y="1684472"/>
                  <a:pt x="1095646" y="1684472"/>
                </a:cubicBezTo>
                <a:close/>
                <a:moveTo>
                  <a:pt x="2478251" y="1682713"/>
                </a:moveTo>
                <a:cubicBezTo>
                  <a:pt x="2486455" y="1682713"/>
                  <a:pt x="2493107" y="1689362"/>
                  <a:pt x="2493107" y="1697568"/>
                </a:cubicBezTo>
                <a:cubicBezTo>
                  <a:pt x="2493107" y="1705772"/>
                  <a:pt x="2486455" y="1712418"/>
                  <a:pt x="2478251" y="1712418"/>
                </a:cubicBezTo>
                <a:cubicBezTo>
                  <a:pt x="2470046" y="1712418"/>
                  <a:pt x="2463395" y="1705772"/>
                  <a:pt x="2463395" y="1697568"/>
                </a:cubicBezTo>
                <a:cubicBezTo>
                  <a:pt x="2463395" y="1689362"/>
                  <a:pt x="2470046" y="1682713"/>
                  <a:pt x="2478251" y="1682713"/>
                </a:cubicBezTo>
                <a:close/>
                <a:moveTo>
                  <a:pt x="1210863" y="1682713"/>
                </a:moveTo>
                <a:cubicBezTo>
                  <a:pt x="1219068" y="1682713"/>
                  <a:pt x="1225719" y="1689362"/>
                  <a:pt x="1225719" y="1697568"/>
                </a:cubicBezTo>
                <a:cubicBezTo>
                  <a:pt x="1225719" y="1705772"/>
                  <a:pt x="1219068" y="1712418"/>
                  <a:pt x="1210863" y="1712418"/>
                </a:cubicBezTo>
                <a:cubicBezTo>
                  <a:pt x="1202658" y="1712418"/>
                  <a:pt x="1196008" y="1705772"/>
                  <a:pt x="1196008" y="1697568"/>
                </a:cubicBezTo>
                <a:cubicBezTo>
                  <a:pt x="1196008" y="1689362"/>
                  <a:pt x="1202658" y="1682713"/>
                  <a:pt x="1210863" y="1682713"/>
                </a:cubicBezTo>
                <a:close/>
                <a:moveTo>
                  <a:pt x="2363034" y="1680847"/>
                </a:moveTo>
                <a:cubicBezTo>
                  <a:pt x="2372268" y="1680847"/>
                  <a:pt x="2379754" y="1688334"/>
                  <a:pt x="2379754" y="1697568"/>
                </a:cubicBezTo>
                <a:cubicBezTo>
                  <a:pt x="2379754" y="1706798"/>
                  <a:pt x="2372268" y="1714285"/>
                  <a:pt x="2363034" y="1714285"/>
                </a:cubicBezTo>
                <a:cubicBezTo>
                  <a:pt x="2353800" y="1714285"/>
                  <a:pt x="2346314" y="1706798"/>
                  <a:pt x="2346314" y="1697568"/>
                </a:cubicBezTo>
                <a:cubicBezTo>
                  <a:pt x="2346314" y="1688334"/>
                  <a:pt x="2353800" y="1680847"/>
                  <a:pt x="2363034" y="1680847"/>
                </a:cubicBezTo>
                <a:close/>
                <a:moveTo>
                  <a:pt x="1326080" y="1680847"/>
                </a:moveTo>
                <a:cubicBezTo>
                  <a:pt x="1335314" y="1680847"/>
                  <a:pt x="1342800" y="1688334"/>
                  <a:pt x="1342800" y="1697568"/>
                </a:cubicBezTo>
                <a:cubicBezTo>
                  <a:pt x="1342800" y="1706798"/>
                  <a:pt x="1335314" y="1714285"/>
                  <a:pt x="1326080" y="1714285"/>
                </a:cubicBezTo>
                <a:cubicBezTo>
                  <a:pt x="1316846" y="1714285"/>
                  <a:pt x="1309360" y="1706798"/>
                  <a:pt x="1309360" y="1697568"/>
                </a:cubicBezTo>
                <a:cubicBezTo>
                  <a:pt x="1309360" y="1688334"/>
                  <a:pt x="1316846" y="1680847"/>
                  <a:pt x="1326080" y="1680847"/>
                </a:cubicBezTo>
                <a:close/>
                <a:moveTo>
                  <a:pt x="2247817" y="1679059"/>
                </a:moveTo>
                <a:cubicBezTo>
                  <a:pt x="2258038" y="1679059"/>
                  <a:pt x="2266325" y="1687344"/>
                  <a:pt x="2266325" y="1697568"/>
                </a:cubicBezTo>
                <a:cubicBezTo>
                  <a:pt x="2266325" y="1707789"/>
                  <a:pt x="2258038" y="1716071"/>
                  <a:pt x="2247817" y="1716071"/>
                </a:cubicBezTo>
                <a:cubicBezTo>
                  <a:pt x="2237596" y="1716071"/>
                  <a:pt x="2229309" y="1707789"/>
                  <a:pt x="2229309" y="1697568"/>
                </a:cubicBezTo>
                <a:cubicBezTo>
                  <a:pt x="2229309" y="1687344"/>
                  <a:pt x="2237596" y="1679059"/>
                  <a:pt x="2247817" y="1679059"/>
                </a:cubicBezTo>
                <a:close/>
                <a:moveTo>
                  <a:pt x="1441297" y="1679059"/>
                </a:moveTo>
                <a:cubicBezTo>
                  <a:pt x="1451519" y="1679059"/>
                  <a:pt x="1459804" y="1687344"/>
                  <a:pt x="1459804" y="1697568"/>
                </a:cubicBezTo>
                <a:cubicBezTo>
                  <a:pt x="1459804" y="1707789"/>
                  <a:pt x="1451519" y="1716071"/>
                  <a:pt x="1441297" y="1716071"/>
                </a:cubicBezTo>
                <a:cubicBezTo>
                  <a:pt x="1431076" y="1716071"/>
                  <a:pt x="1422790" y="1707789"/>
                  <a:pt x="1422790" y="1697568"/>
                </a:cubicBezTo>
                <a:cubicBezTo>
                  <a:pt x="1422790" y="1687344"/>
                  <a:pt x="1431076" y="1679059"/>
                  <a:pt x="1441297" y="1679059"/>
                </a:cubicBezTo>
                <a:close/>
                <a:moveTo>
                  <a:pt x="2132600" y="1677755"/>
                </a:moveTo>
                <a:cubicBezTo>
                  <a:pt x="2143541" y="1677755"/>
                  <a:pt x="2152411" y="1686627"/>
                  <a:pt x="2152411" y="1697568"/>
                </a:cubicBezTo>
                <a:cubicBezTo>
                  <a:pt x="2152411" y="1708509"/>
                  <a:pt x="2143541" y="1717375"/>
                  <a:pt x="2132600" y="1717375"/>
                </a:cubicBezTo>
                <a:cubicBezTo>
                  <a:pt x="2121658" y="1717375"/>
                  <a:pt x="2112788" y="1708505"/>
                  <a:pt x="2112788" y="1697568"/>
                </a:cubicBezTo>
                <a:cubicBezTo>
                  <a:pt x="2112788" y="1686627"/>
                  <a:pt x="2121658" y="1677755"/>
                  <a:pt x="2132600" y="1677755"/>
                </a:cubicBezTo>
                <a:close/>
                <a:moveTo>
                  <a:pt x="1556515" y="1677755"/>
                </a:moveTo>
                <a:cubicBezTo>
                  <a:pt x="1567457" y="1677755"/>
                  <a:pt x="1576326" y="1686627"/>
                  <a:pt x="1576326" y="1697568"/>
                </a:cubicBezTo>
                <a:cubicBezTo>
                  <a:pt x="1576326" y="1708509"/>
                  <a:pt x="1567456" y="1717375"/>
                  <a:pt x="1556515" y="1717375"/>
                </a:cubicBezTo>
                <a:cubicBezTo>
                  <a:pt x="1545574" y="1717375"/>
                  <a:pt x="1536703" y="1708505"/>
                  <a:pt x="1536703" y="1697568"/>
                </a:cubicBezTo>
                <a:cubicBezTo>
                  <a:pt x="1536703" y="1686627"/>
                  <a:pt x="1545574" y="1677755"/>
                  <a:pt x="1556515" y="1677755"/>
                </a:cubicBezTo>
                <a:close/>
                <a:moveTo>
                  <a:pt x="2017383" y="1676602"/>
                </a:moveTo>
                <a:cubicBezTo>
                  <a:pt x="2028960" y="1676602"/>
                  <a:pt x="2038347" y="1685989"/>
                  <a:pt x="2038347" y="1697568"/>
                </a:cubicBezTo>
                <a:cubicBezTo>
                  <a:pt x="2038347" y="1709140"/>
                  <a:pt x="2028960" y="1718530"/>
                  <a:pt x="2017383" y="1718530"/>
                </a:cubicBezTo>
                <a:cubicBezTo>
                  <a:pt x="2005805" y="1718530"/>
                  <a:pt x="1996419" y="1709140"/>
                  <a:pt x="1996419" y="1697568"/>
                </a:cubicBezTo>
                <a:cubicBezTo>
                  <a:pt x="1996419" y="1685989"/>
                  <a:pt x="2005805" y="1676602"/>
                  <a:pt x="2017383" y="1676602"/>
                </a:cubicBezTo>
                <a:close/>
                <a:moveTo>
                  <a:pt x="1671732" y="1676602"/>
                </a:moveTo>
                <a:cubicBezTo>
                  <a:pt x="1683309" y="1676602"/>
                  <a:pt x="1692695" y="1685989"/>
                  <a:pt x="1692695" y="1697568"/>
                </a:cubicBezTo>
                <a:cubicBezTo>
                  <a:pt x="1692695" y="1709140"/>
                  <a:pt x="1683309" y="1718530"/>
                  <a:pt x="1671732" y="1718530"/>
                </a:cubicBezTo>
                <a:cubicBezTo>
                  <a:pt x="1660153" y="1718530"/>
                  <a:pt x="1650768" y="1709140"/>
                  <a:pt x="1650768" y="1697568"/>
                </a:cubicBezTo>
                <a:cubicBezTo>
                  <a:pt x="1650768" y="1685989"/>
                  <a:pt x="1660153" y="1676602"/>
                  <a:pt x="1671732" y="1676602"/>
                </a:cubicBezTo>
                <a:close/>
                <a:moveTo>
                  <a:pt x="1902166" y="1676016"/>
                </a:moveTo>
                <a:cubicBezTo>
                  <a:pt x="1914068" y="1676016"/>
                  <a:pt x="1923717" y="1685665"/>
                  <a:pt x="1923717" y="1697568"/>
                </a:cubicBezTo>
                <a:cubicBezTo>
                  <a:pt x="1923717" y="1709469"/>
                  <a:pt x="1914068" y="1719116"/>
                  <a:pt x="1902166" y="1719116"/>
                </a:cubicBezTo>
                <a:cubicBezTo>
                  <a:pt x="1890262" y="1719116"/>
                  <a:pt x="1880614" y="1709469"/>
                  <a:pt x="1880614" y="1697568"/>
                </a:cubicBezTo>
                <a:cubicBezTo>
                  <a:pt x="1880614" y="1685665"/>
                  <a:pt x="1890262" y="1676016"/>
                  <a:pt x="1902166" y="1676016"/>
                </a:cubicBezTo>
                <a:close/>
                <a:moveTo>
                  <a:pt x="1786949" y="1676016"/>
                </a:moveTo>
                <a:cubicBezTo>
                  <a:pt x="1798851" y="1676016"/>
                  <a:pt x="1808500" y="1685665"/>
                  <a:pt x="1808500" y="1697568"/>
                </a:cubicBezTo>
                <a:cubicBezTo>
                  <a:pt x="1808500" y="1709469"/>
                  <a:pt x="1798851" y="1719116"/>
                  <a:pt x="1786949" y="1719116"/>
                </a:cubicBezTo>
                <a:cubicBezTo>
                  <a:pt x="1775045" y="1719116"/>
                  <a:pt x="1765397" y="1709469"/>
                  <a:pt x="1765397" y="1697568"/>
                </a:cubicBezTo>
                <a:cubicBezTo>
                  <a:pt x="1765397" y="1685665"/>
                  <a:pt x="1775045" y="1676016"/>
                  <a:pt x="1786949" y="1676016"/>
                </a:cubicBezTo>
                <a:close/>
                <a:moveTo>
                  <a:pt x="3572813" y="1596141"/>
                </a:moveTo>
                <a:cubicBezTo>
                  <a:pt x="3573723" y="1596141"/>
                  <a:pt x="3574461" y="1596878"/>
                  <a:pt x="3574461" y="1597789"/>
                </a:cubicBezTo>
                <a:cubicBezTo>
                  <a:pt x="3574461" y="1598700"/>
                  <a:pt x="3573723" y="1599438"/>
                  <a:pt x="3572813" y="1599438"/>
                </a:cubicBezTo>
                <a:cubicBezTo>
                  <a:pt x="3571902" y="1599438"/>
                  <a:pt x="3571164" y="1598700"/>
                  <a:pt x="3571164" y="1597789"/>
                </a:cubicBezTo>
                <a:cubicBezTo>
                  <a:pt x="3571164" y="1596878"/>
                  <a:pt x="3571902" y="1596141"/>
                  <a:pt x="3572813" y="1596141"/>
                </a:cubicBezTo>
                <a:close/>
                <a:moveTo>
                  <a:pt x="116302" y="1596141"/>
                </a:moveTo>
                <a:cubicBezTo>
                  <a:pt x="117212" y="1596141"/>
                  <a:pt x="117951" y="1596878"/>
                  <a:pt x="117951" y="1597789"/>
                </a:cubicBezTo>
                <a:cubicBezTo>
                  <a:pt x="117951" y="1598700"/>
                  <a:pt x="117212" y="1599438"/>
                  <a:pt x="116302" y="1599438"/>
                </a:cubicBezTo>
                <a:cubicBezTo>
                  <a:pt x="115392" y="1599438"/>
                  <a:pt x="114654" y="1598700"/>
                  <a:pt x="114654" y="1597789"/>
                </a:cubicBezTo>
                <a:cubicBezTo>
                  <a:pt x="114654" y="1596878"/>
                  <a:pt x="115392" y="1596141"/>
                  <a:pt x="116302" y="1596141"/>
                </a:cubicBezTo>
                <a:close/>
                <a:moveTo>
                  <a:pt x="3457596" y="1595395"/>
                </a:moveTo>
                <a:cubicBezTo>
                  <a:pt x="3458917" y="1595395"/>
                  <a:pt x="3459989" y="1596468"/>
                  <a:pt x="3459989" y="1597789"/>
                </a:cubicBezTo>
                <a:cubicBezTo>
                  <a:pt x="3459989" y="1599110"/>
                  <a:pt x="3458917" y="1600183"/>
                  <a:pt x="3457596" y="1600183"/>
                </a:cubicBezTo>
                <a:cubicBezTo>
                  <a:pt x="3456274" y="1600183"/>
                  <a:pt x="3455203" y="1599110"/>
                  <a:pt x="3455203" y="1597789"/>
                </a:cubicBezTo>
                <a:cubicBezTo>
                  <a:pt x="3455203" y="1596468"/>
                  <a:pt x="3456274" y="1595395"/>
                  <a:pt x="3457596" y="1595395"/>
                </a:cubicBezTo>
                <a:close/>
                <a:moveTo>
                  <a:pt x="231519" y="1595395"/>
                </a:moveTo>
                <a:cubicBezTo>
                  <a:pt x="232840" y="1595395"/>
                  <a:pt x="233912" y="1596468"/>
                  <a:pt x="233912" y="1597789"/>
                </a:cubicBezTo>
                <a:cubicBezTo>
                  <a:pt x="233912" y="1599110"/>
                  <a:pt x="232840" y="1600183"/>
                  <a:pt x="231519" y="1600183"/>
                </a:cubicBezTo>
                <a:cubicBezTo>
                  <a:pt x="230197" y="1600183"/>
                  <a:pt x="229126" y="1599110"/>
                  <a:pt x="229126" y="1597789"/>
                </a:cubicBezTo>
                <a:cubicBezTo>
                  <a:pt x="229126" y="1596468"/>
                  <a:pt x="230197" y="1595395"/>
                  <a:pt x="231519" y="1595395"/>
                </a:cubicBezTo>
                <a:close/>
                <a:moveTo>
                  <a:pt x="3342378" y="1594439"/>
                </a:moveTo>
                <a:cubicBezTo>
                  <a:pt x="3344228" y="1594439"/>
                  <a:pt x="3345729" y="1595939"/>
                  <a:pt x="3345729" y="1597789"/>
                </a:cubicBezTo>
                <a:cubicBezTo>
                  <a:pt x="3345729" y="1599640"/>
                  <a:pt x="3344228" y="1601142"/>
                  <a:pt x="3342378" y="1601142"/>
                </a:cubicBezTo>
                <a:cubicBezTo>
                  <a:pt x="3340528" y="1601142"/>
                  <a:pt x="3339028" y="1599640"/>
                  <a:pt x="3339028" y="1597789"/>
                </a:cubicBezTo>
                <a:cubicBezTo>
                  <a:pt x="3339028" y="1595939"/>
                  <a:pt x="3340528" y="1594439"/>
                  <a:pt x="3342378" y="1594439"/>
                </a:cubicBezTo>
                <a:close/>
                <a:moveTo>
                  <a:pt x="346736" y="1594439"/>
                </a:moveTo>
                <a:cubicBezTo>
                  <a:pt x="348586" y="1594439"/>
                  <a:pt x="350087" y="1595939"/>
                  <a:pt x="350087" y="1597789"/>
                </a:cubicBezTo>
                <a:cubicBezTo>
                  <a:pt x="350087" y="1599640"/>
                  <a:pt x="348586" y="1601142"/>
                  <a:pt x="346736" y="1601142"/>
                </a:cubicBezTo>
                <a:cubicBezTo>
                  <a:pt x="344886" y="1601142"/>
                  <a:pt x="343386" y="1599640"/>
                  <a:pt x="343386" y="1597789"/>
                </a:cubicBezTo>
                <a:cubicBezTo>
                  <a:pt x="343386" y="1595939"/>
                  <a:pt x="344887" y="1594439"/>
                  <a:pt x="346736" y="1594439"/>
                </a:cubicBezTo>
                <a:close/>
                <a:moveTo>
                  <a:pt x="3227161" y="1593326"/>
                </a:moveTo>
                <a:cubicBezTo>
                  <a:pt x="3229626" y="1593326"/>
                  <a:pt x="3231625" y="1595323"/>
                  <a:pt x="3231625" y="1597789"/>
                </a:cubicBezTo>
                <a:cubicBezTo>
                  <a:pt x="3231625" y="1600255"/>
                  <a:pt x="3229626" y="1602253"/>
                  <a:pt x="3227161" y="1602253"/>
                </a:cubicBezTo>
                <a:cubicBezTo>
                  <a:pt x="3224696" y="1602253"/>
                  <a:pt x="3222697" y="1600255"/>
                  <a:pt x="3222697" y="1597789"/>
                </a:cubicBezTo>
                <a:cubicBezTo>
                  <a:pt x="3222697" y="1595323"/>
                  <a:pt x="3224696" y="1593326"/>
                  <a:pt x="3227161" y="1593326"/>
                </a:cubicBezTo>
                <a:close/>
                <a:moveTo>
                  <a:pt x="461953" y="1593326"/>
                </a:moveTo>
                <a:cubicBezTo>
                  <a:pt x="464418" y="1593326"/>
                  <a:pt x="466416" y="1595323"/>
                  <a:pt x="466416" y="1597789"/>
                </a:cubicBezTo>
                <a:cubicBezTo>
                  <a:pt x="466416" y="1600255"/>
                  <a:pt x="464418" y="1602253"/>
                  <a:pt x="461953" y="1602253"/>
                </a:cubicBezTo>
                <a:cubicBezTo>
                  <a:pt x="459488" y="1602253"/>
                  <a:pt x="457489" y="1600255"/>
                  <a:pt x="457489" y="1597789"/>
                </a:cubicBezTo>
                <a:cubicBezTo>
                  <a:pt x="457489" y="1595323"/>
                  <a:pt x="459488" y="1593326"/>
                  <a:pt x="461953" y="1593326"/>
                </a:cubicBezTo>
                <a:close/>
                <a:moveTo>
                  <a:pt x="3111945" y="1592058"/>
                </a:moveTo>
                <a:cubicBezTo>
                  <a:pt x="3115111" y="1592058"/>
                  <a:pt x="3117677" y="1594625"/>
                  <a:pt x="3117677" y="1597789"/>
                </a:cubicBezTo>
                <a:cubicBezTo>
                  <a:pt x="3117677" y="1600956"/>
                  <a:pt x="3115111" y="1603523"/>
                  <a:pt x="3111945" y="1603523"/>
                </a:cubicBezTo>
                <a:cubicBezTo>
                  <a:pt x="3108779" y="1603523"/>
                  <a:pt x="3106213" y="1600956"/>
                  <a:pt x="3106213" y="1597789"/>
                </a:cubicBezTo>
                <a:cubicBezTo>
                  <a:pt x="3106213" y="1594625"/>
                  <a:pt x="3108779" y="1592058"/>
                  <a:pt x="3111945" y="1592058"/>
                </a:cubicBezTo>
                <a:close/>
                <a:moveTo>
                  <a:pt x="577171" y="1592058"/>
                </a:moveTo>
                <a:cubicBezTo>
                  <a:pt x="580337" y="1592058"/>
                  <a:pt x="582903" y="1594625"/>
                  <a:pt x="582903" y="1597789"/>
                </a:cubicBezTo>
                <a:cubicBezTo>
                  <a:pt x="582903" y="1600956"/>
                  <a:pt x="580337" y="1603523"/>
                  <a:pt x="577171" y="1603523"/>
                </a:cubicBezTo>
                <a:cubicBezTo>
                  <a:pt x="574005" y="1603523"/>
                  <a:pt x="571439" y="1600956"/>
                  <a:pt x="571439" y="1597789"/>
                </a:cubicBezTo>
                <a:cubicBezTo>
                  <a:pt x="571439" y="1594625"/>
                  <a:pt x="574005" y="1592058"/>
                  <a:pt x="577171" y="1592058"/>
                </a:cubicBezTo>
                <a:close/>
                <a:moveTo>
                  <a:pt x="2996727" y="1590750"/>
                </a:moveTo>
                <a:cubicBezTo>
                  <a:pt x="3000616" y="1590750"/>
                  <a:pt x="3003767" y="1593902"/>
                  <a:pt x="3003767" y="1597789"/>
                </a:cubicBezTo>
                <a:cubicBezTo>
                  <a:pt x="3003767" y="1601679"/>
                  <a:pt x="3000615" y="1604827"/>
                  <a:pt x="2996727" y="1604827"/>
                </a:cubicBezTo>
                <a:cubicBezTo>
                  <a:pt x="2992840" y="1604827"/>
                  <a:pt x="2989688" y="1601679"/>
                  <a:pt x="2989688" y="1597789"/>
                </a:cubicBezTo>
                <a:cubicBezTo>
                  <a:pt x="2989688" y="1593902"/>
                  <a:pt x="2992840" y="1590750"/>
                  <a:pt x="2996727" y="1590750"/>
                </a:cubicBezTo>
                <a:close/>
                <a:moveTo>
                  <a:pt x="692388" y="1590750"/>
                </a:moveTo>
                <a:cubicBezTo>
                  <a:pt x="696275" y="1590750"/>
                  <a:pt x="699428" y="1593902"/>
                  <a:pt x="699428" y="1597789"/>
                </a:cubicBezTo>
                <a:cubicBezTo>
                  <a:pt x="699428" y="1601679"/>
                  <a:pt x="696275" y="1604827"/>
                  <a:pt x="692388" y="1604827"/>
                </a:cubicBezTo>
                <a:cubicBezTo>
                  <a:pt x="688499" y="1604827"/>
                  <a:pt x="685348" y="1601679"/>
                  <a:pt x="685348" y="1597789"/>
                </a:cubicBezTo>
                <a:cubicBezTo>
                  <a:pt x="685348" y="1593902"/>
                  <a:pt x="688499" y="1590750"/>
                  <a:pt x="692388" y="1590750"/>
                </a:cubicBezTo>
                <a:close/>
                <a:moveTo>
                  <a:pt x="2881510" y="1589313"/>
                </a:moveTo>
                <a:cubicBezTo>
                  <a:pt x="2886192" y="1589313"/>
                  <a:pt x="2889987" y="1593108"/>
                  <a:pt x="2889987" y="1597789"/>
                </a:cubicBezTo>
                <a:cubicBezTo>
                  <a:pt x="2889987" y="1602473"/>
                  <a:pt x="2886192" y="1606266"/>
                  <a:pt x="2881510" y="1606266"/>
                </a:cubicBezTo>
                <a:cubicBezTo>
                  <a:pt x="2876828" y="1606266"/>
                  <a:pt x="2873033" y="1602473"/>
                  <a:pt x="2873033" y="1597789"/>
                </a:cubicBezTo>
                <a:cubicBezTo>
                  <a:pt x="2873033" y="1593108"/>
                  <a:pt x="2876828" y="1589313"/>
                  <a:pt x="2881510" y="1589313"/>
                </a:cubicBezTo>
                <a:close/>
                <a:moveTo>
                  <a:pt x="807604" y="1589313"/>
                </a:moveTo>
                <a:cubicBezTo>
                  <a:pt x="812285" y="1589313"/>
                  <a:pt x="816081" y="1593108"/>
                  <a:pt x="816081" y="1597789"/>
                </a:cubicBezTo>
                <a:cubicBezTo>
                  <a:pt x="816081" y="1602473"/>
                  <a:pt x="812285" y="1606266"/>
                  <a:pt x="807604" y="1606266"/>
                </a:cubicBezTo>
                <a:cubicBezTo>
                  <a:pt x="802922" y="1606266"/>
                  <a:pt x="799126" y="1602473"/>
                  <a:pt x="799126" y="1597789"/>
                </a:cubicBezTo>
                <a:cubicBezTo>
                  <a:pt x="799126" y="1593108"/>
                  <a:pt x="802922" y="1589313"/>
                  <a:pt x="807604" y="1589313"/>
                </a:cubicBezTo>
                <a:close/>
                <a:moveTo>
                  <a:pt x="2766293" y="1587609"/>
                </a:moveTo>
                <a:cubicBezTo>
                  <a:pt x="2771916" y="1587609"/>
                  <a:pt x="2776474" y="1592166"/>
                  <a:pt x="2776474" y="1597789"/>
                </a:cubicBezTo>
                <a:cubicBezTo>
                  <a:pt x="2776474" y="1603414"/>
                  <a:pt x="2771916" y="1607969"/>
                  <a:pt x="2766293" y="1607969"/>
                </a:cubicBezTo>
                <a:cubicBezTo>
                  <a:pt x="2760670" y="1607969"/>
                  <a:pt x="2756112" y="1603414"/>
                  <a:pt x="2756112" y="1597789"/>
                </a:cubicBezTo>
                <a:cubicBezTo>
                  <a:pt x="2756112" y="1592166"/>
                  <a:pt x="2760670" y="1587609"/>
                  <a:pt x="2766293" y="1587609"/>
                </a:cubicBezTo>
                <a:close/>
                <a:moveTo>
                  <a:pt x="922821" y="1587609"/>
                </a:moveTo>
                <a:cubicBezTo>
                  <a:pt x="928444" y="1587609"/>
                  <a:pt x="933002" y="1592166"/>
                  <a:pt x="933002" y="1597789"/>
                </a:cubicBezTo>
                <a:cubicBezTo>
                  <a:pt x="933002" y="1603414"/>
                  <a:pt x="928444" y="1607969"/>
                  <a:pt x="922821" y="1607969"/>
                </a:cubicBezTo>
                <a:cubicBezTo>
                  <a:pt x="917198" y="1607969"/>
                  <a:pt x="912639" y="1603414"/>
                  <a:pt x="912639" y="1597789"/>
                </a:cubicBezTo>
                <a:cubicBezTo>
                  <a:pt x="912639" y="1592166"/>
                  <a:pt x="917198" y="1587609"/>
                  <a:pt x="922821" y="1587609"/>
                </a:cubicBezTo>
                <a:close/>
                <a:moveTo>
                  <a:pt x="2651076" y="1586049"/>
                </a:moveTo>
                <a:cubicBezTo>
                  <a:pt x="2657561" y="1586049"/>
                  <a:pt x="2662818" y="1591305"/>
                  <a:pt x="2662818" y="1597789"/>
                </a:cubicBezTo>
                <a:cubicBezTo>
                  <a:pt x="2662818" y="1604273"/>
                  <a:pt x="2657561" y="1609530"/>
                  <a:pt x="2651076" y="1609530"/>
                </a:cubicBezTo>
                <a:cubicBezTo>
                  <a:pt x="2644592" y="1609530"/>
                  <a:pt x="2639335" y="1604273"/>
                  <a:pt x="2639335" y="1597789"/>
                </a:cubicBezTo>
                <a:cubicBezTo>
                  <a:pt x="2639335" y="1591305"/>
                  <a:pt x="2644592" y="1586049"/>
                  <a:pt x="2651076" y="1586049"/>
                </a:cubicBezTo>
                <a:close/>
                <a:moveTo>
                  <a:pt x="1038038" y="1586049"/>
                </a:moveTo>
                <a:cubicBezTo>
                  <a:pt x="1044523" y="1586049"/>
                  <a:pt x="1049780" y="1591305"/>
                  <a:pt x="1049780" y="1597789"/>
                </a:cubicBezTo>
                <a:cubicBezTo>
                  <a:pt x="1049780" y="1604273"/>
                  <a:pt x="1044523" y="1609530"/>
                  <a:pt x="1038038" y="1609530"/>
                </a:cubicBezTo>
                <a:cubicBezTo>
                  <a:pt x="1031553" y="1609530"/>
                  <a:pt x="1026296" y="1604273"/>
                  <a:pt x="1026296" y="1597789"/>
                </a:cubicBezTo>
                <a:cubicBezTo>
                  <a:pt x="1026296" y="1591305"/>
                  <a:pt x="1031553" y="1586049"/>
                  <a:pt x="1038038" y="1586049"/>
                </a:cubicBezTo>
                <a:close/>
                <a:moveTo>
                  <a:pt x="2535860" y="1584222"/>
                </a:moveTo>
                <a:cubicBezTo>
                  <a:pt x="2543352" y="1584222"/>
                  <a:pt x="2549427" y="1590298"/>
                  <a:pt x="2549427" y="1597789"/>
                </a:cubicBezTo>
                <a:cubicBezTo>
                  <a:pt x="2549427" y="1605281"/>
                  <a:pt x="2543352" y="1611354"/>
                  <a:pt x="2535860" y="1611354"/>
                </a:cubicBezTo>
                <a:cubicBezTo>
                  <a:pt x="2528367" y="1611354"/>
                  <a:pt x="2522292" y="1605281"/>
                  <a:pt x="2522292" y="1597789"/>
                </a:cubicBezTo>
                <a:cubicBezTo>
                  <a:pt x="2522292" y="1590298"/>
                  <a:pt x="2528367" y="1584222"/>
                  <a:pt x="2535860" y="1584222"/>
                </a:cubicBezTo>
                <a:close/>
                <a:moveTo>
                  <a:pt x="1153255" y="1584222"/>
                </a:moveTo>
                <a:cubicBezTo>
                  <a:pt x="1160748" y="1584222"/>
                  <a:pt x="1166822" y="1590298"/>
                  <a:pt x="1166822" y="1597789"/>
                </a:cubicBezTo>
                <a:cubicBezTo>
                  <a:pt x="1166822" y="1605281"/>
                  <a:pt x="1160748" y="1611354"/>
                  <a:pt x="1153255" y="1611354"/>
                </a:cubicBezTo>
                <a:cubicBezTo>
                  <a:pt x="1145762" y="1611354"/>
                  <a:pt x="1139688" y="1605281"/>
                  <a:pt x="1139688" y="1597789"/>
                </a:cubicBezTo>
                <a:cubicBezTo>
                  <a:pt x="1139688" y="1590298"/>
                  <a:pt x="1145762" y="1584222"/>
                  <a:pt x="1153255" y="1584222"/>
                </a:cubicBezTo>
                <a:close/>
                <a:moveTo>
                  <a:pt x="2420642" y="1582437"/>
                </a:moveTo>
                <a:cubicBezTo>
                  <a:pt x="2429122" y="1582437"/>
                  <a:pt x="2435995" y="1589312"/>
                  <a:pt x="2435995" y="1597789"/>
                </a:cubicBezTo>
                <a:cubicBezTo>
                  <a:pt x="2435995" y="1606268"/>
                  <a:pt x="2429122" y="1613143"/>
                  <a:pt x="2420642" y="1613143"/>
                </a:cubicBezTo>
                <a:cubicBezTo>
                  <a:pt x="2412163" y="1613143"/>
                  <a:pt x="2405289" y="1606268"/>
                  <a:pt x="2405289" y="1597789"/>
                </a:cubicBezTo>
                <a:cubicBezTo>
                  <a:pt x="2405289" y="1589312"/>
                  <a:pt x="2412163" y="1582437"/>
                  <a:pt x="2420642" y="1582437"/>
                </a:cubicBezTo>
                <a:close/>
                <a:moveTo>
                  <a:pt x="1268472" y="1582437"/>
                </a:moveTo>
                <a:cubicBezTo>
                  <a:pt x="1276952" y="1582437"/>
                  <a:pt x="1283826" y="1589312"/>
                  <a:pt x="1283826" y="1597789"/>
                </a:cubicBezTo>
                <a:cubicBezTo>
                  <a:pt x="1283826" y="1606268"/>
                  <a:pt x="1276952" y="1613143"/>
                  <a:pt x="1268472" y="1613143"/>
                </a:cubicBezTo>
                <a:cubicBezTo>
                  <a:pt x="1259993" y="1613143"/>
                  <a:pt x="1253119" y="1606268"/>
                  <a:pt x="1253119" y="1597789"/>
                </a:cubicBezTo>
                <a:cubicBezTo>
                  <a:pt x="1253119" y="1589312"/>
                  <a:pt x="1259993" y="1582437"/>
                  <a:pt x="1268472" y="1582437"/>
                </a:cubicBezTo>
                <a:close/>
                <a:moveTo>
                  <a:pt x="1383689" y="1580719"/>
                </a:moveTo>
                <a:cubicBezTo>
                  <a:pt x="1393117" y="1580719"/>
                  <a:pt x="1400759" y="1588362"/>
                  <a:pt x="1400759" y="1597789"/>
                </a:cubicBezTo>
                <a:cubicBezTo>
                  <a:pt x="1400759" y="1607216"/>
                  <a:pt x="1393117" y="1614859"/>
                  <a:pt x="1383689" y="1614859"/>
                </a:cubicBezTo>
                <a:cubicBezTo>
                  <a:pt x="1374261" y="1614859"/>
                  <a:pt x="1366619" y="1607216"/>
                  <a:pt x="1366619" y="1597789"/>
                </a:cubicBezTo>
                <a:cubicBezTo>
                  <a:pt x="1366619" y="1588362"/>
                  <a:pt x="1374261" y="1580719"/>
                  <a:pt x="1383689" y="1580719"/>
                </a:cubicBezTo>
                <a:close/>
                <a:moveTo>
                  <a:pt x="2305425" y="1580543"/>
                </a:moveTo>
                <a:cubicBezTo>
                  <a:pt x="2314950" y="1580543"/>
                  <a:pt x="2322672" y="1588264"/>
                  <a:pt x="2322672" y="1597789"/>
                </a:cubicBezTo>
                <a:cubicBezTo>
                  <a:pt x="2322672" y="1607314"/>
                  <a:pt x="2314950" y="1615035"/>
                  <a:pt x="2305425" y="1615035"/>
                </a:cubicBezTo>
                <a:cubicBezTo>
                  <a:pt x="2295900" y="1615035"/>
                  <a:pt x="2288178" y="1607314"/>
                  <a:pt x="2288178" y="1597789"/>
                </a:cubicBezTo>
                <a:cubicBezTo>
                  <a:pt x="2288178" y="1588264"/>
                  <a:pt x="2295900" y="1580543"/>
                  <a:pt x="2305425" y="1580543"/>
                </a:cubicBezTo>
                <a:close/>
                <a:moveTo>
                  <a:pt x="2190209" y="1579100"/>
                </a:moveTo>
                <a:cubicBezTo>
                  <a:pt x="2200531" y="1579100"/>
                  <a:pt x="2208900" y="1587467"/>
                  <a:pt x="2208900" y="1597789"/>
                </a:cubicBezTo>
                <a:cubicBezTo>
                  <a:pt x="2208900" y="1608109"/>
                  <a:pt x="2200531" y="1616479"/>
                  <a:pt x="2190209" y="1616479"/>
                </a:cubicBezTo>
                <a:cubicBezTo>
                  <a:pt x="2179886" y="1616479"/>
                  <a:pt x="2171517" y="1608109"/>
                  <a:pt x="2171517" y="1597789"/>
                </a:cubicBezTo>
                <a:cubicBezTo>
                  <a:pt x="2171517" y="1587467"/>
                  <a:pt x="2179886" y="1579100"/>
                  <a:pt x="2190209" y="1579100"/>
                </a:cubicBezTo>
                <a:close/>
                <a:moveTo>
                  <a:pt x="1498906" y="1579100"/>
                </a:moveTo>
                <a:cubicBezTo>
                  <a:pt x="1509229" y="1579100"/>
                  <a:pt x="1517597" y="1587467"/>
                  <a:pt x="1517597" y="1597789"/>
                </a:cubicBezTo>
                <a:cubicBezTo>
                  <a:pt x="1517597" y="1608109"/>
                  <a:pt x="1509229" y="1616479"/>
                  <a:pt x="1498906" y="1616479"/>
                </a:cubicBezTo>
                <a:cubicBezTo>
                  <a:pt x="1488584" y="1616479"/>
                  <a:pt x="1480215" y="1608109"/>
                  <a:pt x="1480215" y="1597789"/>
                </a:cubicBezTo>
                <a:cubicBezTo>
                  <a:pt x="1480215" y="1587467"/>
                  <a:pt x="1488584" y="1579100"/>
                  <a:pt x="1498906" y="1579100"/>
                </a:cubicBezTo>
                <a:close/>
                <a:moveTo>
                  <a:pt x="2074992" y="1577788"/>
                </a:moveTo>
                <a:cubicBezTo>
                  <a:pt x="2086038" y="1577788"/>
                  <a:pt x="2094993" y="1586743"/>
                  <a:pt x="2094993" y="1597789"/>
                </a:cubicBezTo>
                <a:cubicBezTo>
                  <a:pt x="2094993" y="1608833"/>
                  <a:pt x="2086038" y="1617790"/>
                  <a:pt x="2074992" y="1617790"/>
                </a:cubicBezTo>
                <a:cubicBezTo>
                  <a:pt x="2063945" y="1617790"/>
                  <a:pt x="2054990" y="1608833"/>
                  <a:pt x="2054990" y="1597789"/>
                </a:cubicBezTo>
                <a:cubicBezTo>
                  <a:pt x="2054990" y="1586743"/>
                  <a:pt x="2063945" y="1577788"/>
                  <a:pt x="2074992" y="1577788"/>
                </a:cubicBezTo>
                <a:close/>
                <a:moveTo>
                  <a:pt x="1614123" y="1577788"/>
                </a:moveTo>
                <a:cubicBezTo>
                  <a:pt x="1625170" y="1577788"/>
                  <a:pt x="1634125" y="1586743"/>
                  <a:pt x="1634125" y="1597789"/>
                </a:cubicBezTo>
                <a:cubicBezTo>
                  <a:pt x="1634125" y="1608833"/>
                  <a:pt x="1625170" y="1617790"/>
                  <a:pt x="1614123" y="1617790"/>
                </a:cubicBezTo>
                <a:cubicBezTo>
                  <a:pt x="1603077" y="1617790"/>
                  <a:pt x="1594122" y="1608833"/>
                  <a:pt x="1594122" y="1597789"/>
                </a:cubicBezTo>
                <a:cubicBezTo>
                  <a:pt x="1594122" y="1586743"/>
                  <a:pt x="1603077" y="1577788"/>
                  <a:pt x="1614123" y="1577788"/>
                </a:cubicBezTo>
                <a:close/>
                <a:moveTo>
                  <a:pt x="1959774" y="1577020"/>
                </a:moveTo>
                <a:cubicBezTo>
                  <a:pt x="1971245" y="1577020"/>
                  <a:pt x="1980544" y="1586319"/>
                  <a:pt x="1980544" y="1597789"/>
                </a:cubicBezTo>
                <a:cubicBezTo>
                  <a:pt x="1980544" y="1609258"/>
                  <a:pt x="1971245" y="1618558"/>
                  <a:pt x="1959774" y="1618558"/>
                </a:cubicBezTo>
                <a:cubicBezTo>
                  <a:pt x="1948303" y="1618558"/>
                  <a:pt x="1939005" y="1609258"/>
                  <a:pt x="1939005" y="1597789"/>
                </a:cubicBezTo>
                <a:cubicBezTo>
                  <a:pt x="1939005" y="1586319"/>
                  <a:pt x="1948303" y="1577020"/>
                  <a:pt x="1959774" y="1577020"/>
                </a:cubicBezTo>
                <a:close/>
                <a:moveTo>
                  <a:pt x="1729340" y="1577020"/>
                </a:moveTo>
                <a:cubicBezTo>
                  <a:pt x="1740811" y="1577020"/>
                  <a:pt x="1750110" y="1586319"/>
                  <a:pt x="1750110" y="1597789"/>
                </a:cubicBezTo>
                <a:cubicBezTo>
                  <a:pt x="1750110" y="1609258"/>
                  <a:pt x="1740811" y="1618558"/>
                  <a:pt x="1729340" y="1618558"/>
                </a:cubicBezTo>
                <a:cubicBezTo>
                  <a:pt x="1717869" y="1618558"/>
                  <a:pt x="1708571" y="1609258"/>
                  <a:pt x="1708571" y="1597789"/>
                </a:cubicBezTo>
                <a:cubicBezTo>
                  <a:pt x="1708571" y="1586319"/>
                  <a:pt x="1717869" y="1577020"/>
                  <a:pt x="1729340" y="1577020"/>
                </a:cubicBezTo>
                <a:close/>
                <a:moveTo>
                  <a:pt x="1844558" y="1576828"/>
                </a:moveTo>
                <a:cubicBezTo>
                  <a:pt x="1856135" y="1576828"/>
                  <a:pt x="1865521" y="1586212"/>
                  <a:pt x="1865521" y="1597789"/>
                </a:cubicBezTo>
                <a:cubicBezTo>
                  <a:pt x="1865521" y="1609366"/>
                  <a:pt x="1856135" y="1618750"/>
                  <a:pt x="1844558" y="1618750"/>
                </a:cubicBezTo>
                <a:cubicBezTo>
                  <a:pt x="1832979" y="1618750"/>
                  <a:pt x="1823594" y="1609366"/>
                  <a:pt x="1823594" y="1597789"/>
                </a:cubicBezTo>
                <a:cubicBezTo>
                  <a:pt x="1823594" y="1586212"/>
                  <a:pt x="1832979" y="1576828"/>
                  <a:pt x="1844558" y="1576828"/>
                </a:cubicBezTo>
                <a:close/>
                <a:moveTo>
                  <a:pt x="3630421" y="1496785"/>
                </a:moveTo>
                <a:cubicBezTo>
                  <a:pt x="3631099" y="1496785"/>
                  <a:pt x="3631649" y="1497334"/>
                  <a:pt x="3631649" y="1498011"/>
                </a:cubicBezTo>
                <a:cubicBezTo>
                  <a:pt x="3631649" y="1498689"/>
                  <a:pt x="3631099" y="1499239"/>
                  <a:pt x="3630421" y="1499239"/>
                </a:cubicBezTo>
                <a:cubicBezTo>
                  <a:pt x="3629743" y="1499239"/>
                  <a:pt x="3629193" y="1498689"/>
                  <a:pt x="3629193" y="1498011"/>
                </a:cubicBezTo>
                <a:cubicBezTo>
                  <a:pt x="3629193" y="1497334"/>
                  <a:pt x="3629743" y="1496785"/>
                  <a:pt x="3630421" y="1496785"/>
                </a:cubicBezTo>
                <a:close/>
                <a:moveTo>
                  <a:pt x="58694" y="1496785"/>
                </a:moveTo>
                <a:cubicBezTo>
                  <a:pt x="59373" y="1496785"/>
                  <a:pt x="59922" y="1497334"/>
                  <a:pt x="59922" y="1498011"/>
                </a:cubicBezTo>
                <a:cubicBezTo>
                  <a:pt x="59922" y="1498689"/>
                  <a:pt x="59373" y="1499239"/>
                  <a:pt x="58694" y="1499239"/>
                </a:cubicBezTo>
                <a:cubicBezTo>
                  <a:pt x="58016" y="1499239"/>
                  <a:pt x="57466" y="1498689"/>
                  <a:pt x="57466" y="1498011"/>
                </a:cubicBezTo>
                <a:cubicBezTo>
                  <a:pt x="57466" y="1497334"/>
                  <a:pt x="58016" y="1496785"/>
                  <a:pt x="58694" y="1496785"/>
                </a:cubicBezTo>
                <a:close/>
                <a:moveTo>
                  <a:pt x="3515204" y="1496130"/>
                </a:moveTo>
                <a:cubicBezTo>
                  <a:pt x="3516243" y="1496130"/>
                  <a:pt x="3517086" y="1496972"/>
                  <a:pt x="3517086" y="1498011"/>
                </a:cubicBezTo>
                <a:cubicBezTo>
                  <a:pt x="3517086" y="1499051"/>
                  <a:pt x="3516243" y="1499894"/>
                  <a:pt x="3515204" y="1499894"/>
                </a:cubicBezTo>
                <a:cubicBezTo>
                  <a:pt x="3514164" y="1499894"/>
                  <a:pt x="3513323" y="1499051"/>
                  <a:pt x="3513323" y="1498011"/>
                </a:cubicBezTo>
                <a:cubicBezTo>
                  <a:pt x="3513323" y="1496972"/>
                  <a:pt x="3514164" y="1496130"/>
                  <a:pt x="3515204" y="1496130"/>
                </a:cubicBezTo>
                <a:close/>
                <a:moveTo>
                  <a:pt x="173910" y="1496130"/>
                </a:moveTo>
                <a:cubicBezTo>
                  <a:pt x="174950" y="1496130"/>
                  <a:pt x="175792" y="1496972"/>
                  <a:pt x="175792" y="1498011"/>
                </a:cubicBezTo>
                <a:cubicBezTo>
                  <a:pt x="175792" y="1499051"/>
                  <a:pt x="174950" y="1499894"/>
                  <a:pt x="173910" y="1499894"/>
                </a:cubicBezTo>
                <a:cubicBezTo>
                  <a:pt x="172872" y="1499894"/>
                  <a:pt x="172029" y="1499051"/>
                  <a:pt x="172029" y="1498011"/>
                </a:cubicBezTo>
                <a:cubicBezTo>
                  <a:pt x="172029" y="1496972"/>
                  <a:pt x="172872" y="1496130"/>
                  <a:pt x="173910" y="1496130"/>
                </a:cubicBezTo>
                <a:close/>
                <a:moveTo>
                  <a:pt x="3399987" y="1495268"/>
                </a:moveTo>
                <a:cubicBezTo>
                  <a:pt x="3401502" y="1495268"/>
                  <a:pt x="3402730" y="1496497"/>
                  <a:pt x="3402730" y="1498011"/>
                </a:cubicBezTo>
                <a:cubicBezTo>
                  <a:pt x="3402730" y="1499525"/>
                  <a:pt x="3401502" y="1500755"/>
                  <a:pt x="3399987" y="1500755"/>
                </a:cubicBezTo>
                <a:cubicBezTo>
                  <a:pt x="3398472" y="1500755"/>
                  <a:pt x="3397245" y="1499525"/>
                  <a:pt x="3397245" y="1498011"/>
                </a:cubicBezTo>
                <a:cubicBezTo>
                  <a:pt x="3397245" y="1496497"/>
                  <a:pt x="3398472" y="1495268"/>
                  <a:pt x="3399987" y="1495268"/>
                </a:cubicBezTo>
                <a:close/>
                <a:moveTo>
                  <a:pt x="289128" y="1495268"/>
                </a:moveTo>
                <a:cubicBezTo>
                  <a:pt x="290643" y="1495268"/>
                  <a:pt x="291870" y="1496497"/>
                  <a:pt x="291870" y="1498011"/>
                </a:cubicBezTo>
                <a:cubicBezTo>
                  <a:pt x="291870" y="1499525"/>
                  <a:pt x="290643" y="1500755"/>
                  <a:pt x="289128" y="1500755"/>
                </a:cubicBezTo>
                <a:cubicBezTo>
                  <a:pt x="287613" y="1500755"/>
                  <a:pt x="286385" y="1499525"/>
                  <a:pt x="286385" y="1498011"/>
                </a:cubicBezTo>
                <a:cubicBezTo>
                  <a:pt x="286385" y="1496497"/>
                  <a:pt x="287613" y="1495268"/>
                  <a:pt x="289128" y="1495268"/>
                </a:cubicBezTo>
                <a:close/>
                <a:moveTo>
                  <a:pt x="3284770" y="1494252"/>
                </a:moveTo>
                <a:cubicBezTo>
                  <a:pt x="3286846" y="1494252"/>
                  <a:pt x="3288530" y="1495934"/>
                  <a:pt x="3288530" y="1498011"/>
                </a:cubicBezTo>
                <a:cubicBezTo>
                  <a:pt x="3288530" y="1500091"/>
                  <a:pt x="3286846" y="1501770"/>
                  <a:pt x="3284770" y="1501770"/>
                </a:cubicBezTo>
                <a:cubicBezTo>
                  <a:pt x="3282693" y="1501770"/>
                  <a:pt x="3281009" y="1500091"/>
                  <a:pt x="3281009" y="1498011"/>
                </a:cubicBezTo>
                <a:cubicBezTo>
                  <a:pt x="3281009" y="1495934"/>
                  <a:pt x="3282693" y="1494252"/>
                  <a:pt x="3284770" y="1494252"/>
                </a:cubicBezTo>
                <a:close/>
                <a:moveTo>
                  <a:pt x="404345" y="1494252"/>
                </a:moveTo>
                <a:cubicBezTo>
                  <a:pt x="406422" y="1494252"/>
                  <a:pt x="408105" y="1495934"/>
                  <a:pt x="408105" y="1498011"/>
                </a:cubicBezTo>
                <a:cubicBezTo>
                  <a:pt x="408105" y="1500091"/>
                  <a:pt x="406422" y="1501770"/>
                  <a:pt x="404345" y="1501770"/>
                </a:cubicBezTo>
                <a:cubicBezTo>
                  <a:pt x="402268" y="1501770"/>
                  <a:pt x="400585" y="1500091"/>
                  <a:pt x="400585" y="1498011"/>
                </a:cubicBezTo>
                <a:cubicBezTo>
                  <a:pt x="400585" y="1495934"/>
                  <a:pt x="402268" y="1494252"/>
                  <a:pt x="404345" y="1494252"/>
                </a:cubicBezTo>
                <a:close/>
                <a:moveTo>
                  <a:pt x="3169553" y="1493175"/>
                </a:moveTo>
                <a:cubicBezTo>
                  <a:pt x="3172225" y="1493175"/>
                  <a:pt x="3174391" y="1495339"/>
                  <a:pt x="3174391" y="1498011"/>
                </a:cubicBezTo>
                <a:cubicBezTo>
                  <a:pt x="3174391" y="1500682"/>
                  <a:pt x="3172225" y="1502849"/>
                  <a:pt x="3169553" y="1502849"/>
                </a:cubicBezTo>
                <a:cubicBezTo>
                  <a:pt x="3166882" y="1502849"/>
                  <a:pt x="3164715" y="1500682"/>
                  <a:pt x="3164715" y="1498011"/>
                </a:cubicBezTo>
                <a:cubicBezTo>
                  <a:pt x="3164715" y="1495339"/>
                  <a:pt x="3166882" y="1493175"/>
                  <a:pt x="3169553" y="1493175"/>
                </a:cubicBezTo>
                <a:close/>
                <a:moveTo>
                  <a:pt x="519562" y="1493175"/>
                </a:moveTo>
                <a:cubicBezTo>
                  <a:pt x="522234" y="1493175"/>
                  <a:pt x="524400" y="1495339"/>
                  <a:pt x="524400" y="1498011"/>
                </a:cubicBezTo>
                <a:cubicBezTo>
                  <a:pt x="524400" y="1500682"/>
                  <a:pt x="522234" y="1502849"/>
                  <a:pt x="519562" y="1502849"/>
                </a:cubicBezTo>
                <a:cubicBezTo>
                  <a:pt x="516890" y="1502849"/>
                  <a:pt x="514725" y="1500682"/>
                  <a:pt x="514725" y="1498011"/>
                </a:cubicBezTo>
                <a:cubicBezTo>
                  <a:pt x="514725" y="1495339"/>
                  <a:pt x="516890" y="1493175"/>
                  <a:pt x="519562" y="1493175"/>
                </a:cubicBezTo>
                <a:close/>
                <a:moveTo>
                  <a:pt x="634779" y="1491966"/>
                </a:moveTo>
                <a:cubicBezTo>
                  <a:pt x="638118" y="1491966"/>
                  <a:pt x="640826" y="1494673"/>
                  <a:pt x="640826" y="1498011"/>
                </a:cubicBezTo>
                <a:cubicBezTo>
                  <a:pt x="640826" y="1501351"/>
                  <a:pt x="638118" y="1504056"/>
                  <a:pt x="634779" y="1504056"/>
                </a:cubicBezTo>
                <a:cubicBezTo>
                  <a:pt x="631439" y="1504056"/>
                  <a:pt x="628732" y="1501351"/>
                  <a:pt x="628732" y="1498011"/>
                </a:cubicBezTo>
                <a:cubicBezTo>
                  <a:pt x="628732" y="1494673"/>
                  <a:pt x="631439" y="1491966"/>
                  <a:pt x="634779" y="1491966"/>
                </a:cubicBezTo>
                <a:close/>
                <a:moveTo>
                  <a:pt x="3054336" y="1491857"/>
                </a:moveTo>
                <a:cubicBezTo>
                  <a:pt x="3057735" y="1491857"/>
                  <a:pt x="3060489" y="1494612"/>
                  <a:pt x="3060489" y="1498011"/>
                </a:cubicBezTo>
                <a:cubicBezTo>
                  <a:pt x="3060489" y="1501410"/>
                  <a:pt x="3057735" y="1504165"/>
                  <a:pt x="3054336" y="1504165"/>
                </a:cubicBezTo>
                <a:cubicBezTo>
                  <a:pt x="3050938" y="1504165"/>
                  <a:pt x="3048182" y="1501410"/>
                  <a:pt x="3048182" y="1498011"/>
                </a:cubicBezTo>
                <a:cubicBezTo>
                  <a:pt x="3048182" y="1494612"/>
                  <a:pt x="3050938" y="1491857"/>
                  <a:pt x="3054336" y="1491857"/>
                </a:cubicBezTo>
                <a:close/>
                <a:moveTo>
                  <a:pt x="2939119" y="1490510"/>
                </a:moveTo>
                <a:cubicBezTo>
                  <a:pt x="2943263" y="1490510"/>
                  <a:pt x="2946623" y="1493868"/>
                  <a:pt x="2946623" y="1498011"/>
                </a:cubicBezTo>
                <a:cubicBezTo>
                  <a:pt x="2946623" y="1502156"/>
                  <a:pt x="2943263" y="1505517"/>
                  <a:pt x="2939119" y="1505517"/>
                </a:cubicBezTo>
                <a:cubicBezTo>
                  <a:pt x="2934974" y="1505517"/>
                  <a:pt x="2931614" y="1502156"/>
                  <a:pt x="2931614" y="1498011"/>
                </a:cubicBezTo>
                <a:cubicBezTo>
                  <a:pt x="2931614" y="1493868"/>
                  <a:pt x="2934974" y="1490510"/>
                  <a:pt x="2939119" y="1490510"/>
                </a:cubicBezTo>
                <a:close/>
                <a:moveTo>
                  <a:pt x="749995" y="1490510"/>
                </a:moveTo>
                <a:cubicBezTo>
                  <a:pt x="754140" y="1490510"/>
                  <a:pt x="757499" y="1493868"/>
                  <a:pt x="757499" y="1498011"/>
                </a:cubicBezTo>
                <a:cubicBezTo>
                  <a:pt x="757499" y="1502156"/>
                  <a:pt x="754140" y="1505517"/>
                  <a:pt x="749995" y="1505517"/>
                </a:cubicBezTo>
                <a:cubicBezTo>
                  <a:pt x="745850" y="1505517"/>
                  <a:pt x="742491" y="1502156"/>
                  <a:pt x="742491" y="1498011"/>
                </a:cubicBezTo>
                <a:cubicBezTo>
                  <a:pt x="742491" y="1493868"/>
                  <a:pt x="745850" y="1490510"/>
                  <a:pt x="749995" y="1490510"/>
                </a:cubicBezTo>
                <a:close/>
                <a:moveTo>
                  <a:pt x="2823902" y="1489028"/>
                </a:moveTo>
                <a:cubicBezTo>
                  <a:pt x="2828864" y="1489028"/>
                  <a:pt x="2832888" y="1493050"/>
                  <a:pt x="2832888" y="1498011"/>
                </a:cubicBezTo>
                <a:cubicBezTo>
                  <a:pt x="2832888" y="1502973"/>
                  <a:pt x="2828864" y="1506997"/>
                  <a:pt x="2823902" y="1506997"/>
                </a:cubicBezTo>
                <a:cubicBezTo>
                  <a:pt x="2818939" y="1506997"/>
                  <a:pt x="2814917" y="1502973"/>
                  <a:pt x="2814917" y="1498011"/>
                </a:cubicBezTo>
                <a:cubicBezTo>
                  <a:pt x="2814917" y="1493050"/>
                  <a:pt x="2818939" y="1489028"/>
                  <a:pt x="2823902" y="1489028"/>
                </a:cubicBezTo>
                <a:close/>
                <a:moveTo>
                  <a:pt x="865213" y="1489028"/>
                </a:moveTo>
                <a:cubicBezTo>
                  <a:pt x="870175" y="1489028"/>
                  <a:pt x="874198" y="1493050"/>
                  <a:pt x="874198" y="1498011"/>
                </a:cubicBezTo>
                <a:cubicBezTo>
                  <a:pt x="874198" y="1502973"/>
                  <a:pt x="870175" y="1506997"/>
                  <a:pt x="865213" y="1506997"/>
                </a:cubicBezTo>
                <a:cubicBezTo>
                  <a:pt x="860250" y="1506997"/>
                  <a:pt x="856227" y="1502973"/>
                  <a:pt x="856227" y="1498011"/>
                </a:cubicBezTo>
                <a:cubicBezTo>
                  <a:pt x="856227" y="1493050"/>
                  <a:pt x="860250" y="1489028"/>
                  <a:pt x="865213" y="1489028"/>
                </a:cubicBezTo>
                <a:close/>
                <a:moveTo>
                  <a:pt x="2708685" y="1487418"/>
                </a:moveTo>
                <a:cubicBezTo>
                  <a:pt x="2714538" y="1487418"/>
                  <a:pt x="2719281" y="1492160"/>
                  <a:pt x="2719281" y="1498011"/>
                </a:cubicBezTo>
                <a:cubicBezTo>
                  <a:pt x="2719281" y="1503864"/>
                  <a:pt x="2714538" y="1508609"/>
                  <a:pt x="2708685" y="1508609"/>
                </a:cubicBezTo>
                <a:cubicBezTo>
                  <a:pt x="2702833" y="1508609"/>
                  <a:pt x="2698089" y="1503864"/>
                  <a:pt x="2698089" y="1498011"/>
                </a:cubicBezTo>
                <a:cubicBezTo>
                  <a:pt x="2698089" y="1492160"/>
                  <a:pt x="2702833" y="1487418"/>
                  <a:pt x="2708685" y="1487418"/>
                </a:cubicBezTo>
                <a:close/>
                <a:moveTo>
                  <a:pt x="980429" y="1487418"/>
                </a:moveTo>
                <a:cubicBezTo>
                  <a:pt x="986282" y="1487418"/>
                  <a:pt x="991025" y="1492160"/>
                  <a:pt x="991025" y="1498011"/>
                </a:cubicBezTo>
                <a:cubicBezTo>
                  <a:pt x="991025" y="1503864"/>
                  <a:pt x="986282" y="1508609"/>
                  <a:pt x="980429" y="1508609"/>
                </a:cubicBezTo>
                <a:cubicBezTo>
                  <a:pt x="974577" y="1508609"/>
                  <a:pt x="969833" y="1503864"/>
                  <a:pt x="969833" y="1498011"/>
                </a:cubicBezTo>
                <a:cubicBezTo>
                  <a:pt x="969833" y="1492160"/>
                  <a:pt x="974577" y="1487418"/>
                  <a:pt x="980429" y="1487418"/>
                </a:cubicBezTo>
                <a:close/>
                <a:moveTo>
                  <a:pt x="2593468" y="1485829"/>
                </a:moveTo>
                <a:cubicBezTo>
                  <a:pt x="2600198" y="1485829"/>
                  <a:pt x="2605654" y="1491284"/>
                  <a:pt x="2605654" y="1498011"/>
                </a:cubicBezTo>
                <a:cubicBezTo>
                  <a:pt x="2605654" y="1504742"/>
                  <a:pt x="2600198" y="1510194"/>
                  <a:pt x="2593468" y="1510194"/>
                </a:cubicBezTo>
                <a:cubicBezTo>
                  <a:pt x="2586738" y="1510194"/>
                  <a:pt x="2581282" y="1504742"/>
                  <a:pt x="2581282" y="1498011"/>
                </a:cubicBezTo>
                <a:cubicBezTo>
                  <a:pt x="2581282" y="1491284"/>
                  <a:pt x="2586738" y="1485829"/>
                  <a:pt x="2593468" y="1485829"/>
                </a:cubicBezTo>
                <a:close/>
                <a:moveTo>
                  <a:pt x="1095647" y="1485829"/>
                </a:moveTo>
                <a:cubicBezTo>
                  <a:pt x="1102377" y="1485829"/>
                  <a:pt x="1107832" y="1491284"/>
                  <a:pt x="1107832" y="1498011"/>
                </a:cubicBezTo>
                <a:cubicBezTo>
                  <a:pt x="1107832" y="1504742"/>
                  <a:pt x="1102377" y="1510194"/>
                  <a:pt x="1095647" y="1510194"/>
                </a:cubicBezTo>
                <a:cubicBezTo>
                  <a:pt x="1088916" y="1510194"/>
                  <a:pt x="1083461" y="1504742"/>
                  <a:pt x="1083461" y="1498011"/>
                </a:cubicBezTo>
                <a:cubicBezTo>
                  <a:pt x="1083461" y="1491284"/>
                  <a:pt x="1088916" y="1485829"/>
                  <a:pt x="1095647" y="1485829"/>
                </a:cubicBezTo>
                <a:close/>
                <a:moveTo>
                  <a:pt x="2478250" y="1484129"/>
                </a:moveTo>
                <a:cubicBezTo>
                  <a:pt x="2485918" y="1484129"/>
                  <a:pt x="2492135" y="1490345"/>
                  <a:pt x="2492135" y="1498011"/>
                </a:cubicBezTo>
                <a:cubicBezTo>
                  <a:pt x="2492135" y="1505679"/>
                  <a:pt x="2485918" y="1511898"/>
                  <a:pt x="2478250" y="1511898"/>
                </a:cubicBezTo>
                <a:cubicBezTo>
                  <a:pt x="2470583" y="1511898"/>
                  <a:pt x="2464366" y="1505679"/>
                  <a:pt x="2464366" y="1498011"/>
                </a:cubicBezTo>
                <a:cubicBezTo>
                  <a:pt x="2464366" y="1490345"/>
                  <a:pt x="2470583" y="1484129"/>
                  <a:pt x="2478250" y="1484129"/>
                </a:cubicBezTo>
                <a:close/>
                <a:moveTo>
                  <a:pt x="1210863" y="1484129"/>
                </a:moveTo>
                <a:cubicBezTo>
                  <a:pt x="1218531" y="1484129"/>
                  <a:pt x="1224748" y="1490345"/>
                  <a:pt x="1224748" y="1498011"/>
                </a:cubicBezTo>
                <a:cubicBezTo>
                  <a:pt x="1224748" y="1505679"/>
                  <a:pt x="1218531" y="1511898"/>
                  <a:pt x="1210863" y="1511898"/>
                </a:cubicBezTo>
                <a:cubicBezTo>
                  <a:pt x="1203196" y="1511898"/>
                  <a:pt x="1196980" y="1505679"/>
                  <a:pt x="1196980" y="1498011"/>
                </a:cubicBezTo>
                <a:cubicBezTo>
                  <a:pt x="1196980" y="1490345"/>
                  <a:pt x="1203196" y="1484129"/>
                  <a:pt x="1210863" y="1484129"/>
                </a:cubicBezTo>
                <a:close/>
                <a:moveTo>
                  <a:pt x="2363034" y="1482495"/>
                </a:moveTo>
                <a:cubicBezTo>
                  <a:pt x="2371606" y="1482495"/>
                  <a:pt x="2378555" y="1489442"/>
                  <a:pt x="2378555" y="1498011"/>
                </a:cubicBezTo>
                <a:cubicBezTo>
                  <a:pt x="2378555" y="1506585"/>
                  <a:pt x="2371606" y="1513532"/>
                  <a:pt x="2363034" y="1513532"/>
                </a:cubicBezTo>
                <a:cubicBezTo>
                  <a:pt x="2354462" y="1513532"/>
                  <a:pt x="2347513" y="1506585"/>
                  <a:pt x="2347513" y="1498011"/>
                </a:cubicBezTo>
                <a:cubicBezTo>
                  <a:pt x="2347513" y="1489442"/>
                  <a:pt x="2354462" y="1482495"/>
                  <a:pt x="2363034" y="1482495"/>
                </a:cubicBezTo>
                <a:close/>
                <a:moveTo>
                  <a:pt x="1326080" y="1482495"/>
                </a:moveTo>
                <a:cubicBezTo>
                  <a:pt x="1334653" y="1482495"/>
                  <a:pt x="1341602" y="1489442"/>
                  <a:pt x="1341602" y="1498011"/>
                </a:cubicBezTo>
                <a:cubicBezTo>
                  <a:pt x="1341602" y="1506585"/>
                  <a:pt x="1334653" y="1513532"/>
                  <a:pt x="1326080" y="1513532"/>
                </a:cubicBezTo>
                <a:cubicBezTo>
                  <a:pt x="1317509" y="1513532"/>
                  <a:pt x="1310559" y="1506585"/>
                  <a:pt x="1310559" y="1498011"/>
                </a:cubicBezTo>
                <a:cubicBezTo>
                  <a:pt x="1310559" y="1489442"/>
                  <a:pt x="1317509" y="1482495"/>
                  <a:pt x="1326080" y="1482495"/>
                </a:cubicBezTo>
                <a:close/>
                <a:moveTo>
                  <a:pt x="2247817" y="1480945"/>
                </a:moveTo>
                <a:cubicBezTo>
                  <a:pt x="2257244" y="1480945"/>
                  <a:pt x="2264887" y="1488585"/>
                  <a:pt x="2264887" y="1498011"/>
                </a:cubicBezTo>
                <a:cubicBezTo>
                  <a:pt x="2264887" y="1507440"/>
                  <a:pt x="2257244" y="1515083"/>
                  <a:pt x="2247817" y="1515083"/>
                </a:cubicBezTo>
                <a:cubicBezTo>
                  <a:pt x="2238389" y="1515083"/>
                  <a:pt x="2230746" y="1507440"/>
                  <a:pt x="2230746" y="1498011"/>
                </a:cubicBezTo>
                <a:cubicBezTo>
                  <a:pt x="2230746" y="1488585"/>
                  <a:pt x="2238389" y="1480945"/>
                  <a:pt x="2247817" y="1480945"/>
                </a:cubicBezTo>
                <a:close/>
                <a:moveTo>
                  <a:pt x="1441298" y="1480945"/>
                </a:moveTo>
                <a:cubicBezTo>
                  <a:pt x="1450726" y="1480945"/>
                  <a:pt x="1458368" y="1488585"/>
                  <a:pt x="1458368" y="1498011"/>
                </a:cubicBezTo>
                <a:cubicBezTo>
                  <a:pt x="1458368" y="1507440"/>
                  <a:pt x="1450726" y="1515083"/>
                  <a:pt x="1441298" y="1515083"/>
                </a:cubicBezTo>
                <a:cubicBezTo>
                  <a:pt x="1431870" y="1515083"/>
                  <a:pt x="1424228" y="1507440"/>
                  <a:pt x="1424228" y="1498011"/>
                </a:cubicBezTo>
                <a:cubicBezTo>
                  <a:pt x="1424228" y="1488585"/>
                  <a:pt x="1431870" y="1480945"/>
                  <a:pt x="1441298" y="1480945"/>
                </a:cubicBezTo>
                <a:close/>
                <a:moveTo>
                  <a:pt x="2132600" y="1479508"/>
                </a:moveTo>
                <a:cubicBezTo>
                  <a:pt x="2142821" y="1479508"/>
                  <a:pt x="2151107" y="1487792"/>
                  <a:pt x="2151107" y="1498011"/>
                </a:cubicBezTo>
                <a:cubicBezTo>
                  <a:pt x="2151107" y="1508235"/>
                  <a:pt x="2142821" y="1516521"/>
                  <a:pt x="2132600" y="1516521"/>
                </a:cubicBezTo>
                <a:cubicBezTo>
                  <a:pt x="2122378" y="1516521"/>
                  <a:pt x="2114092" y="1508235"/>
                  <a:pt x="2114092" y="1498011"/>
                </a:cubicBezTo>
                <a:cubicBezTo>
                  <a:pt x="2114092" y="1487792"/>
                  <a:pt x="2122378" y="1479508"/>
                  <a:pt x="2132600" y="1479508"/>
                </a:cubicBezTo>
                <a:close/>
                <a:moveTo>
                  <a:pt x="1556514" y="1479508"/>
                </a:moveTo>
                <a:cubicBezTo>
                  <a:pt x="1566736" y="1479508"/>
                  <a:pt x="1575022" y="1487792"/>
                  <a:pt x="1575022" y="1498011"/>
                </a:cubicBezTo>
                <a:cubicBezTo>
                  <a:pt x="1575022" y="1508235"/>
                  <a:pt x="1566736" y="1516521"/>
                  <a:pt x="1556514" y="1516521"/>
                </a:cubicBezTo>
                <a:cubicBezTo>
                  <a:pt x="1546293" y="1516521"/>
                  <a:pt x="1538007" y="1508235"/>
                  <a:pt x="1538007" y="1498011"/>
                </a:cubicBezTo>
                <a:cubicBezTo>
                  <a:pt x="1538007" y="1487792"/>
                  <a:pt x="1546293" y="1479508"/>
                  <a:pt x="1556514" y="1479508"/>
                </a:cubicBezTo>
                <a:close/>
                <a:moveTo>
                  <a:pt x="2017383" y="1478581"/>
                </a:moveTo>
                <a:cubicBezTo>
                  <a:pt x="2028116" y="1478581"/>
                  <a:pt x="2036817" y="1487280"/>
                  <a:pt x="2036817" y="1498011"/>
                </a:cubicBezTo>
                <a:cubicBezTo>
                  <a:pt x="2036817" y="1508744"/>
                  <a:pt x="2028116" y="1517447"/>
                  <a:pt x="2017383" y="1517447"/>
                </a:cubicBezTo>
                <a:cubicBezTo>
                  <a:pt x="2006649" y="1517447"/>
                  <a:pt x="1997948" y="1508744"/>
                  <a:pt x="1997948" y="1498011"/>
                </a:cubicBezTo>
                <a:cubicBezTo>
                  <a:pt x="1997948" y="1487280"/>
                  <a:pt x="2006649" y="1478581"/>
                  <a:pt x="2017383" y="1478581"/>
                </a:cubicBezTo>
                <a:close/>
                <a:moveTo>
                  <a:pt x="1671732" y="1478581"/>
                </a:moveTo>
                <a:cubicBezTo>
                  <a:pt x="1682465" y="1478581"/>
                  <a:pt x="1691166" y="1487280"/>
                  <a:pt x="1691166" y="1498011"/>
                </a:cubicBezTo>
                <a:cubicBezTo>
                  <a:pt x="1691166" y="1508744"/>
                  <a:pt x="1682465" y="1517447"/>
                  <a:pt x="1671732" y="1517447"/>
                </a:cubicBezTo>
                <a:cubicBezTo>
                  <a:pt x="1660998" y="1517447"/>
                  <a:pt x="1652297" y="1508744"/>
                  <a:pt x="1652297" y="1498011"/>
                </a:cubicBezTo>
                <a:cubicBezTo>
                  <a:pt x="1652297" y="1487280"/>
                  <a:pt x="1660998" y="1478581"/>
                  <a:pt x="1671732" y="1478581"/>
                </a:cubicBezTo>
                <a:close/>
                <a:moveTo>
                  <a:pt x="1902166" y="1478014"/>
                </a:moveTo>
                <a:cubicBezTo>
                  <a:pt x="1913212" y="1478014"/>
                  <a:pt x="1922167" y="1486967"/>
                  <a:pt x="1922167" y="1498011"/>
                </a:cubicBezTo>
                <a:cubicBezTo>
                  <a:pt x="1922167" y="1509056"/>
                  <a:pt x="1913212" y="1518013"/>
                  <a:pt x="1902166" y="1518013"/>
                </a:cubicBezTo>
                <a:cubicBezTo>
                  <a:pt x="1891119" y="1518013"/>
                  <a:pt x="1882164" y="1509056"/>
                  <a:pt x="1882164" y="1498011"/>
                </a:cubicBezTo>
                <a:cubicBezTo>
                  <a:pt x="1882164" y="1486967"/>
                  <a:pt x="1891119" y="1478014"/>
                  <a:pt x="1902166" y="1478014"/>
                </a:cubicBezTo>
                <a:close/>
                <a:moveTo>
                  <a:pt x="1786949" y="1478014"/>
                </a:moveTo>
                <a:cubicBezTo>
                  <a:pt x="1797995" y="1478014"/>
                  <a:pt x="1806950" y="1486967"/>
                  <a:pt x="1806950" y="1498011"/>
                </a:cubicBezTo>
                <a:cubicBezTo>
                  <a:pt x="1806950" y="1509056"/>
                  <a:pt x="1797995" y="1518013"/>
                  <a:pt x="1786949" y="1518013"/>
                </a:cubicBezTo>
                <a:cubicBezTo>
                  <a:pt x="1775902" y="1518013"/>
                  <a:pt x="1766947" y="1509056"/>
                  <a:pt x="1766947" y="1498011"/>
                </a:cubicBezTo>
                <a:cubicBezTo>
                  <a:pt x="1766947" y="1486967"/>
                  <a:pt x="1775902" y="1478014"/>
                  <a:pt x="1786949" y="1478014"/>
                </a:cubicBezTo>
                <a:close/>
                <a:moveTo>
                  <a:pt x="3572813" y="1396808"/>
                </a:moveTo>
                <a:cubicBezTo>
                  <a:pt x="3573603" y="1396808"/>
                  <a:pt x="3574243" y="1397448"/>
                  <a:pt x="3574243" y="1398238"/>
                </a:cubicBezTo>
                <a:cubicBezTo>
                  <a:pt x="3574243" y="1399027"/>
                  <a:pt x="3573602" y="1399668"/>
                  <a:pt x="3572813" y="1399668"/>
                </a:cubicBezTo>
                <a:cubicBezTo>
                  <a:pt x="3572022" y="1399668"/>
                  <a:pt x="3571382" y="1399027"/>
                  <a:pt x="3571382" y="1398238"/>
                </a:cubicBezTo>
                <a:cubicBezTo>
                  <a:pt x="3571382" y="1397448"/>
                  <a:pt x="3572023" y="1396808"/>
                  <a:pt x="3572813" y="1396808"/>
                </a:cubicBezTo>
                <a:close/>
                <a:moveTo>
                  <a:pt x="116302" y="1396808"/>
                </a:moveTo>
                <a:cubicBezTo>
                  <a:pt x="117092" y="1396808"/>
                  <a:pt x="117733" y="1397448"/>
                  <a:pt x="117733" y="1398238"/>
                </a:cubicBezTo>
                <a:cubicBezTo>
                  <a:pt x="117733" y="1399027"/>
                  <a:pt x="117092" y="1399668"/>
                  <a:pt x="116302" y="1399668"/>
                </a:cubicBezTo>
                <a:cubicBezTo>
                  <a:pt x="115512" y="1399668"/>
                  <a:pt x="114871" y="1399027"/>
                  <a:pt x="114871" y="1398238"/>
                </a:cubicBezTo>
                <a:cubicBezTo>
                  <a:pt x="114871" y="1397448"/>
                  <a:pt x="115512" y="1396808"/>
                  <a:pt x="116302" y="1396808"/>
                </a:cubicBezTo>
                <a:close/>
                <a:moveTo>
                  <a:pt x="3457596" y="1396106"/>
                </a:moveTo>
                <a:cubicBezTo>
                  <a:pt x="3458772" y="1396106"/>
                  <a:pt x="3459725" y="1397061"/>
                  <a:pt x="3459725" y="1398238"/>
                </a:cubicBezTo>
                <a:cubicBezTo>
                  <a:pt x="3459725" y="1399414"/>
                  <a:pt x="3458772" y="1400366"/>
                  <a:pt x="3457596" y="1400366"/>
                </a:cubicBezTo>
                <a:cubicBezTo>
                  <a:pt x="3456419" y="1400366"/>
                  <a:pt x="3455466" y="1399414"/>
                  <a:pt x="3455466" y="1398238"/>
                </a:cubicBezTo>
                <a:cubicBezTo>
                  <a:pt x="3455466" y="1397061"/>
                  <a:pt x="3456419" y="1396106"/>
                  <a:pt x="3457596" y="1396106"/>
                </a:cubicBezTo>
                <a:close/>
                <a:moveTo>
                  <a:pt x="231519" y="1396106"/>
                </a:moveTo>
                <a:cubicBezTo>
                  <a:pt x="232696" y="1396106"/>
                  <a:pt x="233649" y="1397061"/>
                  <a:pt x="233649" y="1398238"/>
                </a:cubicBezTo>
                <a:cubicBezTo>
                  <a:pt x="233649" y="1399414"/>
                  <a:pt x="232696" y="1400366"/>
                  <a:pt x="231519" y="1400366"/>
                </a:cubicBezTo>
                <a:cubicBezTo>
                  <a:pt x="230342" y="1400366"/>
                  <a:pt x="229389" y="1399414"/>
                  <a:pt x="229389" y="1398238"/>
                </a:cubicBezTo>
                <a:cubicBezTo>
                  <a:pt x="229389" y="1397061"/>
                  <a:pt x="230342" y="1396106"/>
                  <a:pt x="231519" y="1396106"/>
                </a:cubicBezTo>
                <a:close/>
                <a:moveTo>
                  <a:pt x="3342379" y="1395198"/>
                </a:moveTo>
                <a:cubicBezTo>
                  <a:pt x="3344057" y="1395198"/>
                  <a:pt x="3345418" y="1396560"/>
                  <a:pt x="3345418" y="1398238"/>
                </a:cubicBezTo>
                <a:cubicBezTo>
                  <a:pt x="3345418" y="1399917"/>
                  <a:pt x="3344057" y="1401277"/>
                  <a:pt x="3342379" y="1401277"/>
                </a:cubicBezTo>
                <a:cubicBezTo>
                  <a:pt x="3340700" y="1401277"/>
                  <a:pt x="3339340" y="1399917"/>
                  <a:pt x="3339340" y="1398238"/>
                </a:cubicBezTo>
                <a:cubicBezTo>
                  <a:pt x="3339340" y="1396560"/>
                  <a:pt x="3340700" y="1395198"/>
                  <a:pt x="3342379" y="1395198"/>
                </a:cubicBezTo>
                <a:close/>
                <a:moveTo>
                  <a:pt x="346736" y="1395198"/>
                </a:moveTo>
                <a:cubicBezTo>
                  <a:pt x="348415" y="1395198"/>
                  <a:pt x="349775" y="1396560"/>
                  <a:pt x="349775" y="1398238"/>
                </a:cubicBezTo>
                <a:cubicBezTo>
                  <a:pt x="349775" y="1399917"/>
                  <a:pt x="348415" y="1401277"/>
                  <a:pt x="346736" y="1401277"/>
                </a:cubicBezTo>
                <a:cubicBezTo>
                  <a:pt x="345058" y="1401277"/>
                  <a:pt x="343697" y="1399917"/>
                  <a:pt x="343697" y="1398238"/>
                </a:cubicBezTo>
                <a:cubicBezTo>
                  <a:pt x="343697" y="1396560"/>
                  <a:pt x="345058" y="1395198"/>
                  <a:pt x="346736" y="1395198"/>
                </a:cubicBezTo>
                <a:close/>
                <a:moveTo>
                  <a:pt x="3227161" y="1394221"/>
                </a:moveTo>
                <a:cubicBezTo>
                  <a:pt x="3229379" y="1394221"/>
                  <a:pt x="3231178" y="1396019"/>
                  <a:pt x="3231178" y="1398238"/>
                </a:cubicBezTo>
                <a:cubicBezTo>
                  <a:pt x="3231178" y="1400457"/>
                  <a:pt x="3229379" y="1402254"/>
                  <a:pt x="3227161" y="1402254"/>
                </a:cubicBezTo>
                <a:cubicBezTo>
                  <a:pt x="3224943" y="1402254"/>
                  <a:pt x="3223144" y="1400457"/>
                  <a:pt x="3223144" y="1398238"/>
                </a:cubicBezTo>
                <a:cubicBezTo>
                  <a:pt x="3223144" y="1396019"/>
                  <a:pt x="3224943" y="1394221"/>
                  <a:pt x="3227161" y="1394221"/>
                </a:cubicBezTo>
                <a:close/>
                <a:moveTo>
                  <a:pt x="461953" y="1394221"/>
                </a:moveTo>
                <a:cubicBezTo>
                  <a:pt x="464172" y="1394221"/>
                  <a:pt x="465971" y="1396019"/>
                  <a:pt x="465971" y="1398238"/>
                </a:cubicBezTo>
                <a:cubicBezTo>
                  <a:pt x="465971" y="1400457"/>
                  <a:pt x="464172" y="1402254"/>
                  <a:pt x="461953" y="1402254"/>
                </a:cubicBezTo>
                <a:cubicBezTo>
                  <a:pt x="459736" y="1402254"/>
                  <a:pt x="457937" y="1400457"/>
                  <a:pt x="457937" y="1398238"/>
                </a:cubicBezTo>
                <a:cubicBezTo>
                  <a:pt x="457937" y="1396019"/>
                  <a:pt x="459736" y="1394221"/>
                  <a:pt x="461953" y="1394221"/>
                </a:cubicBezTo>
                <a:close/>
                <a:moveTo>
                  <a:pt x="3111944" y="1393009"/>
                </a:moveTo>
                <a:cubicBezTo>
                  <a:pt x="3114831" y="1393009"/>
                  <a:pt x="3117171" y="1395352"/>
                  <a:pt x="3117171" y="1398238"/>
                </a:cubicBezTo>
                <a:cubicBezTo>
                  <a:pt x="3117171" y="1401123"/>
                  <a:pt x="3114831" y="1403463"/>
                  <a:pt x="3111944" y="1403463"/>
                </a:cubicBezTo>
                <a:cubicBezTo>
                  <a:pt x="3109058" y="1403463"/>
                  <a:pt x="3106718" y="1401123"/>
                  <a:pt x="3106718" y="1398238"/>
                </a:cubicBezTo>
                <a:cubicBezTo>
                  <a:pt x="3106718" y="1395352"/>
                  <a:pt x="3109058" y="1393009"/>
                  <a:pt x="3111944" y="1393009"/>
                </a:cubicBezTo>
                <a:close/>
                <a:moveTo>
                  <a:pt x="577170" y="1393009"/>
                </a:moveTo>
                <a:cubicBezTo>
                  <a:pt x="580057" y="1393009"/>
                  <a:pt x="582397" y="1395352"/>
                  <a:pt x="582397" y="1398238"/>
                </a:cubicBezTo>
                <a:cubicBezTo>
                  <a:pt x="582397" y="1401123"/>
                  <a:pt x="580057" y="1403463"/>
                  <a:pt x="577170" y="1403463"/>
                </a:cubicBezTo>
                <a:cubicBezTo>
                  <a:pt x="574284" y="1403463"/>
                  <a:pt x="571944" y="1401123"/>
                  <a:pt x="571944" y="1398238"/>
                </a:cubicBezTo>
                <a:cubicBezTo>
                  <a:pt x="571944" y="1395352"/>
                  <a:pt x="574284" y="1393009"/>
                  <a:pt x="577170" y="1393009"/>
                </a:cubicBezTo>
                <a:close/>
                <a:moveTo>
                  <a:pt x="2996727" y="1391865"/>
                </a:moveTo>
                <a:cubicBezTo>
                  <a:pt x="3000245" y="1391865"/>
                  <a:pt x="3003097" y="1394719"/>
                  <a:pt x="3003097" y="1398238"/>
                </a:cubicBezTo>
                <a:cubicBezTo>
                  <a:pt x="3003097" y="1401755"/>
                  <a:pt x="3000245" y="1404607"/>
                  <a:pt x="2996727" y="1404607"/>
                </a:cubicBezTo>
                <a:cubicBezTo>
                  <a:pt x="2993210" y="1404607"/>
                  <a:pt x="2990358" y="1401755"/>
                  <a:pt x="2990358" y="1398238"/>
                </a:cubicBezTo>
                <a:cubicBezTo>
                  <a:pt x="2990358" y="1394719"/>
                  <a:pt x="2993210" y="1391865"/>
                  <a:pt x="2996727" y="1391865"/>
                </a:cubicBezTo>
                <a:close/>
                <a:moveTo>
                  <a:pt x="692388" y="1391865"/>
                </a:moveTo>
                <a:cubicBezTo>
                  <a:pt x="695906" y="1391865"/>
                  <a:pt x="698757" y="1394719"/>
                  <a:pt x="698757" y="1398238"/>
                </a:cubicBezTo>
                <a:cubicBezTo>
                  <a:pt x="698757" y="1401755"/>
                  <a:pt x="695906" y="1404607"/>
                  <a:pt x="692388" y="1404607"/>
                </a:cubicBezTo>
                <a:cubicBezTo>
                  <a:pt x="688871" y="1404607"/>
                  <a:pt x="686019" y="1401755"/>
                  <a:pt x="686019" y="1398238"/>
                </a:cubicBezTo>
                <a:cubicBezTo>
                  <a:pt x="686019" y="1394719"/>
                  <a:pt x="688871" y="1391865"/>
                  <a:pt x="692388" y="1391865"/>
                </a:cubicBezTo>
                <a:close/>
                <a:moveTo>
                  <a:pt x="2881510" y="1390492"/>
                </a:moveTo>
                <a:cubicBezTo>
                  <a:pt x="2885786" y="1390492"/>
                  <a:pt x="2889252" y="1393961"/>
                  <a:pt x="2889252" y="1398238"/>
                </a:cubicBezTo>
                <a:cubicBezTo>
                  <a:pt x="2889252" y="1402513"/>
                  <a:pt x="2885786" y="1405980"/>
                  <a:pt x="2881510" y="1405980"/>
                </a:cubicBezTo>
                <a:cubicBezTo>
                  <a:pt x="2877234" y="1405980"/>
                  <a:pt x="2873768" y="1402513"/>
                  <a:pt x="2873768" y="1398238"/>
                </a:cubicBezTo>
                <a:cubicBezTo>
                  <a:pt x="2873768" y="1393961"/>
                  <a:pt x="2877234" y="1390492"/>
                  <a:pt x="2881510" y="1390492"/>
                </a:cubicBezTo>
                <a:close/>
                <a:moveTo>
                  <a:pt x="807604" y="1390492"/>
                </a:moveTo>
                <a:cubicBezTo>
                  <a:pt x="811879" y="1390492"/>
                  <a:pt x="815346" y="1393961"/>
                  <a:pt x="815346" y="1398238"/>
                </a:cubicBezTo>
                <a:cubicBezTo>
                  <a:pt x="815346" y="1402513"/>
                  <a:pt x="811879" y="1405980"/>
                  <a:pt x="807604" y="1405980"/>
                </a:cubicBezTo>
                <a:cubicBezTo>
                  <a:pt x="803328" y="1405980"/>
                  <a:pt x="799861" y="1402513"/>
                  <a:pt x="799861" y="1398238"/>
                </a:cubicBezTo>
                <a:cubicBezTo>
                  <a:pt x="799861" y="1393961"/>
                  <a:pt x="803328" y="1390492"/>
                  <a:pt x="807604" y="1390492"/>
                </a:cubicBezTo>
                <a:close/>
                <a:moveTo>
                  <a:pt x="2766293" y="1388988"/>
                </a:moveTo>
                <a:cubicBezTo>
                  <a:pt x="2771399" y="1388988"/>
                  <a:pt x="2775538" y="1393131"/>
                  <a:pt x="2775538" y="1398238"/>
                </a:cubicBezTo>
                <a:cubicBezTo>
                  <a:pt x="2775538" y="1403341"/>
                  <a:pt x="2771399" y="1407483"/>
                  <a:pt x="2766293" y="1407483"/>
                </a:cubicBezTo>
                <a:cubicBezTo>
                  <a:pt x="2761187" y="1407483"/>
                  <a:pt x="2757048" y="1403341"/>
                  <a:pt x="2757048" y="1398238"/>
                </a:cubicBezTo>
                <a:cubicBezTo>
                  <a:pt x="2757048" y="1393131"/>
                  <a:pt x="2761187" y="1388988"/>
                  <a:pt x="2766293" y="1388988"/>
                </a:cubicBezTo>
                <a:close/>
                <a:moveTo>
                  <a:pt x="922821" y="1388988"/>
                </a:moveTo>
                <a:cubicBezTo>
                  <a:pt x="927926" y="1388988"/>
                  <a:pt x="932066" y="1393131"/>
                  <a:pt x="932066" y="1398238"/>
                </a:cubicBezTo>
                <a:cubicBezTo>
                  <a:pt x="932066" y="1403341"/>
                  <a:pt x="927926" y="1407483"/>
                  <a:pt x="922821" y="1407483"/>
                </a:cubicBezTo>
                <a:cubicBezTo>
                  <a:pt x="917715" y="1407483"/>
                  <a:pt x="913576" y="1403341"/>
                  <a:pt x="913576" y="1398238"/>
                </a:cubicBezTo>
                <a:cubicBezTo>
                  <a:pt x="913576" y="1393131"/>
                  <a:pt x="917715" y="1388988"/>
                  <a:pt x="922821" y="1388988"/>
                </a:cubicBezTo>
                <a:close/>
                <a:moveTo>
                  <a:pt x="2651076" y="1387499"/>
                </a:moveTo>
                <a:cubicBezTo>
                  <a:pt x="2657006" y="1387499"/>
                  <a:pt x="2661813" y="1392306"/>
                  <a:pt x="2661813" y="1398238"/>
                </a:cubicBezTo>
                <a:cubicBezTo>
                  <a:pt x="2661813" y="1404168"/>
                  <a:pt x="2657006" y="1408973"/>
                  <a:pt x="2651076" y="1408973"/>
                </a:cubicBezTo>
                <a:cubicBezTo>
                  <a:pt x="2645147" y="1408973"/>
                  <a:pt x="2640340" y="1404168"/>
                  <a:pt x="2640340" y="1398238"/>
                </a:cubicBezTo>
                <a:cubicBezTo>
                  <a:pt x="2640340" y="1392306"/>
                  <a:pt x="2645147" y="1387499"/>
                  <a:pt x="2651076" y="1387499"/>
                </a:cubicBezTo>
                <a:close/>
                <a:moveTo>
                  <a:pt x="1038037" y="1387499"/>
                </a:moveTo>
                <a:cubicBezTo>
                  <a:pt x="1043967" y="1387499"/>
                  <a:pt x="1048774" y="1392306"/>
                  <a:pt x="1048774" y="1398238"/>
                </a:cubicBezTo>
                <a:cubicBezTo>
                  <a:pt x="1048774" y="1404168"/>
                  <a:pt x="1043967" y="1408973"/>
                  <a:pt x="1038037" y="1408973"/>
                </a:cubicBezTo>
                <a:cubicBezTo>
                  <a:pt x="1032108" y="1408973"/>
                  <a:pt x="1027301" y="1404168"/>
                  <a:pt x="1027301" y="1398238"/>
                </a:cubicBezTo>
                <a:cubicBezTo>
                  <a:pt x="1027301" y="1392306"/>
                  <a:pt x="1032108" y="1387499"/>
                  <a:pt x="1038037" y="1387499"/>
                </a:cubicBezTo>
                <a:close/>
                <a:moveTo>
                  <a:pt x="2535860" y="1385901"/>
                </a:moveTo>
                <a:cubicBezTo>
                  <a:pt x="2542672" y="1385901"/>
                  <a:pt x="2548195" y="1391424"/>
                  <a:pt x="2548195" y="1398238"/>
                </a:cubicBezTo>
                <a:cubicBezTo>
                  <a:pt x="2548195" y="1405051"/>
                  <a:pt x="2542672" y="1410575"/>
                  <a:pt x="2535860" y="1410575"/>
                </a:cubicBezTo>
                <a:cubicBezTo>
                  <a:pt x="2529047" y="1410575"/>
                  <a:pt x="2523524" y="1405051"/>
                  <a:pt x="2523524" y="1398238"/>
                </a:cubicBezTo>
                <a:cubicBezTo>
                  <a:pt x="2523524" y="1391424"/>
                  <a:pt x="2529047" y="1385901"/>
                  <a:pt x="2535860" y="1385901"/>
                </a:cubicBezTo>
                <a:close/>
                <a:moveTo>
                  <a:pt x="1153255" y="1385901"/>
                </a:moveTo>
                <a:cubicBezTo>
                  <a:pt x="1160068" y="1385901"/>
                  <a:pt x="1165591" y="1391424"/>
                  <a:pt x="1165591" y="1398238"/>
                </a:cubicBezTo>
                <a:cubicBezTo>
                  <a:pt x="1165591" y="1405051"/>
                  <a:pt x="1160068" y="1410575"/>
                  <a:pt x="1153255" y="1410575"/>
                </a:cubicBezTo>
                <a:cubicBezTo>
                  <a:pt x="1146442" y="1410575"/>
                  <a:pt x="1140919" y="1405051"/>
                  <a:pt x="1140919" y="1398238"/>
                </a:cubicBezTo>
                <a:cubicBezTo>
                  <a:pt x="1140919" y="1391424"/>
                  <a:pt x="1146442" y="1385901"/>
                  <a:pt x="1153255" y="1385901"/>
                </a:cubicBezTo>
                <a:close/>
                <a:moveTo>
                  <a:pt x="2420643" y="1384353"/>
                </a:moveTo>
                <a:cubicBezTo>
                  <a:pt x="2428310" y="1384353"/>
                  <a:pt x="2434527" y="1390567"/>
                  <a:pt x="2434527" y="1398238"/>
                </a:cubicBezTo>
                <a:cubicBezTo>
                  <a:pt x="2434527" y="1405906"/>
                  <a:pt x="2428310" y="1412121"/>
                  <a:pt x="2420643" y="1412121"/>
                </a:cubicBezTo>
                <a:cubicBezTo>
                  <a:pt x="2412975" y="1412121"/>
                  <a:pt x="2406758" y="1405906"/>
                  <a:pt x="2406758" y="1398238"/>
                </a:cubicBezTo>
                <a:cubicBezTo>
                  <a:pt x="2406758" y="1390567"/>
                  <a:pt x="2412975" y="1384353"/>
                  <a:pt x="2420643" y="1384353"/>
                </a:cubicBezTo>
                <a:close/>
                <a:moveTo>
                  <a:pt x="1268472" y="1384353"/>
                </a:moveTo>
                <a:cubicBezTo>
                  <a:pt x="1276140" y="1384353"/>
                  <a:pt x="1282356" y="1390567"/>
                  <a:pt x="1282356" y="1398238"/>
                </a:cubicBezTo>
                <a:cubicBezTo>
                  <a:pt x="1282356" y="1405906"/>
                  <a:pt x="1276140" y="1412121"/>
                  <a:pt x="1268472" y="1412121"/>
                </a:cubicBezTo>
                <a:cubicBezTo>
                  <a:pt x="1260804" y="1412121"/>
                  <a:pt x="1254588" y="1405906"/>
                  <a:pt x="1254588" y="1398238"/>
                </a:cubicBezTo>
                <a:cubicBezTo>
                  <a:pt x="1254588" y="1390567"/>
                  <a:pt x="1260804" y="1384353"/>
                  <a:pt x="1268472" y="1384353"/>
                </a:cubicBezTo>
                <a:close/>
                <a:moveTo>
                  <a:pt x="2305425" y="1382712"/>
                </a:moveTo>
                <a:cubicBezTo>
                  <a:pt x="2313997" y="1382712"/>
                  <a:pt x="2320946" y="1389666"/>
                  <a:pt x="2320946" y="1398238"/>
                </a:cubicBezTo>
                <a:cubicBezTo>
                  <a:pt x="2320946" y="1406809"/>
                  <a:pt x="2313997" y="1413758"/>
                  <a:pt x="2305425" y="1413758"/>
                </a:cubicBezTo>
                <a:cubicBezTo>
                  <a:pt x="2296853" y="1413758"/>
                  <a:pt x="2289904" y="1406809"/>
                  <a:pt x="2289904" y="1398238"/>
                </a:cubicBezTo>
                <a:cubicBezTo>
                  <a:pt x="2289904" y="1389666"/>
                  <a:pt x="2296853" y="1382712"/>
                  <a:pt x="2305425" y="1382712"/>
                </a:cubicBezTo>
                <a:close/>
                <a:moveTo>
                  <a:pt x="1383689" y="1382712"/>
                </a:moveTo>
                <a:cubicBezTo>
                  <a:pt x="1392261" y="1382712"/>
                  <a:pt x="1399209" y="1389666"/>
                  <a:pt x="1399209" y="1398238"/>
                </a:cubicBezTo>
                <a:cubicBezTo>
                  <a:pt x="1399209" y="1406809"/>
                  <a:pt x="1392261" y="1413758"/>
                  <a:pt x="1383689" y="1413758"/>
                </a:cubicBezTo>
                <a:cubicBezTo>
                  <a:pt x="1375117" y="1413758"/>
                  <a:pt x="1368168" y="1406809"/>
                  <a:pt x="1368168" y="1398238"/>
                </a:cubicBezTo>
                <a:cubicBezTo>
                  <a:pt x="1368168" y="1389666"/>
                  <a:pt x="1375117" y="1382712"/>
                  <a:pt x="1383689" y="1382712"/>
                </a:cubicBezTo>
                <a:close/>
                <a:moveTo>
                  <a:pt x="2190208" y="1381518"/>
                </a:moveTo>
                <a:cubicBezTo>
                  <a:pt x="2199442" y="1381518"/>
                  <a:pt x="2206928" y="1389000"/>
                  <a:pt x="2206928" y="1398238"/>
                </a:cubicBezTo>
                <a:cubicBezTo>
                  <a:pt x="2206928" y="1407470"/>
                  <a:pt x="2199442" y="1414957"/>
                  <a:pt x="2190208" y="1414957"/>
                </a:cubicBezTo>
                <a:cubicBezTo>
                  <a:pt x="2180974" y="1414957"/>
                  <a:pt x="2173488" y="1407470"/>
                  <a:pt x="2173488" y="1398238"/>
                </a:cubicBezTo>
                <a:cubicBezTo>
                  <a:pt x="2173488" y="1389000"/>
                  <a:pt x="2180974" y="1381518"/>
                  <a:pt x="2190208" y="1381518"/>
                </a:cubicBezTo>
                <a:close/>
                <a:moveTo>
                  <a:pt x="1498906" y="1381518"/>
                </a:moveTo>
                <a:cubicBezTo>
                  <a:pt x="1508140" y="1381518"/>
                  <a:pt x="1515626" y="1389000"/>
                  <a:pt x="1515626" y="1398238"/>
                </a:cubicBezTo>
                <a:cubicBezTo>
                  <a:pt x="1515626" y="1407470"/>
                  <a:pt x="1508140" y="1414957"/>
                  <a:pt x="1498906" y="1414957"/>
                </a:cubicBezTo>
                <a:cubicBezTo>
                  <a:pt x="1489672" y="1414957"/>
                  <a:pt x="1482186" y="1407470"/>
                  <a:pt x="1482186" y="1398238"/>
                </a:cubicBezTo>
                <a:cubicBezTo>
                  <a:pt x="1482186" y="1389000"/>
                  <a:pt x="1489672" y="1381518"/>
                  <a:pt x="1498906" y="1381518"/>
                </a:cubicBezTo>
                <a:close/>
                <a:moveTo>
                  <a:pt x="2074992" y="1380452"/>
                </a:moveTo>
                <a:cubicBezTo>
                  <a:pt x="2084812" y="1380452"/>
                  <a:pt x="2092773" y="1388412"/>
                  <a:pt x="2092773" y="1398238"/>
                </a:cubicBezTo>
                <a:cubicBezTo>
                  <a:pt x="2092773" y="1408057"/>
                  <a:pt x="2084812" y="1416015"/>
                  <a:pt x="2074992" y="1416015"/>
                </a:cubicBezTo>
                <a:cubicBezTo>
                  <a:pt x="2065170" y="1416015"/>
                  <a:pt x="2057209" y="1408057"/>
                  <a:pt x="2057209" y="1398238"/>
                </a:cubicBezTo>
                <a:cubicBezTo>
                  <a:pt x="2057209" y="1388412"/>
                  <a:pt x="2065170" y="1380452"/>
                  <a:pt x="2074992" y="1380452"/>
                </a:cubicBezTo>
                <a:close/>
                <a:moveTo>
                  <a:pt x="1614123" y="1380452"/>
                </a:moveTo>
                <a:cubicBezTo>
                  <a:pt x="1623944" y="1380452"/>
                  <a:pt x="1631905" y="1388412"/>
                  <a:pt x="1631905" y="1398238"/>
                </a:cubicBezTo>
                <a:cubicBezTo>
                  <a:pt x="1631905" y="1408057"/>
                  <a:pt x="1623944" y="1416015"/>
                  <a:pt x="1614123" y="1416015"/>
                </a:cubicBezTo>
                <a:cubicBezTo>
                  <a:pt x="1604302" y="1416015"/>
                  <a:pt x="1596341" y="1408057"/>
                  <a:pt x="1596341" y="1398238"/>
                </a:cubicBezTo>
                <a:cubicBezTo>
                  <a:pt x="1596341" y="1388412"/>
                  <a:pt x="1604302" y="1380452"/>
                  <a:pt x="1614123" y="1380452"/>
                </a:cubicBezTo>
                <a:close/>
                <a:moveTo>
                  <a:pt x="1959774" y="1379727"/>
                </a:moveTo>
                <a:cubicBezTo>
                  <a:pt x="1969996" y="1379727"/>
                  <a:pt x="1978282" y="1388015"/>
                  <a:pt x="1978282" y="1398238"/>
                </a:cubicBezTo>
                <a:cubicBezTo>
                  <a:pt x="1978282" y="1408458"/>
                  <a:pt x="1969996" y="1416745"/>
                  <a:pt x="1959774" y="1416745"/>
                </a:cubicBezTo>
                <a:cubicBezTo>
                  <a:pt x="1949553" y="1416745"/>
                  <a:pt x="1941267" y="1408458"/>
                  <a:pt x="1941267" y="1398238"/>
                </a:cubicBezTo>
                <a:cubicBezTo>
                  <a:pt x="1941267" y="1388015"/>
                  <a:pt x="1949553" y="1379727"/>
                  <a:pt x="1959774" y="1379727"/>
                </a:cubicBezTo>
                <a:close/>
                <a:moveTo>
                  <a:pt x="1729340" y="1379727"/>
                </a:moveTo>
                <a:cubicBezTo>
                  <a:pt x="1739562" y="1379727"/>
                  <a:pt x="1747848" y="1388015"/>
                  <a:pt x="1747848" y="1398238"/>
                </a:cubicBezTo>
                <a:cubicBezTo>
                  <a:pt x="1747848" y="1408458"/>
                  <a:pt x="1739562" y="1416745"/>
                  <a:pt x="1729340" y="1416745"/>
                </a:cubicBezTo>
                <a:cubicBezTo>
                  <a:pt x="1719119" y="1416745"/>
                  <a:pt x="1710833" y="1408458"/>
                  <a:pt x="1710833" y="1398238"/>
                </a:cubicBezTo>
                <a:cubicBezTo>
                  <a:pt x="1710833" y="1388015"/>
                  <a:pt x="1719119" y="1379727"/>
                  <a:pt x="1729340" y="1379727"/>
                </a:cubicBezTo>
                <a:close/>
                <a:moveTo>
                  <a:pt x="1844558" y="1379544"/>
                </a:moveTo>
                <a:cubicBezTo>
                  <a:pt x="1854880" y="1379544"/>
                  <a:pt x="1863248" y="1387912"/>
                  <a:pt x="1863248" y="1398238"/>
                </a:cubicBezTo>
                <a:cubicBezTo>
                  <a:pt x="1863248" y="1408559"/>
                  <a:pt x="1854880" y="1416928"/>
                  <a:pt x="1844558" y="1416928"/>
                </a:cubicBezTo>
                <a:cubicBezTo>
                  <a:pt x="1834234" y="1416928"/>
                  <a:pt x="1825866" y="1408559"/>
                  <a:pt x="1825866" y="1398238"/>
                </a:cubicBezTo>
                <a:cubicBezTo>
                  <a:pt x="1825866" y="1387912"/>
                  <a:pt x="1834234" y="1379544"/>
                  <a:pt x="1844558" y="1379544"/>
                </a:cubicBezTo>
                <a:close/>
                <a:moveTo>
                  <a:pt x="3515205" y="1296862"/>
                </a:moveTo>
                <a:cubicBezTo>
                  <a:pt x="3516084" y="1296862"/>
                  <a:pt x="3516797" y="1297576"/>
                  <a:pt x="3516797" y="1298454"/>
                </a:cubicBezTo>
                <a:cubicBezTo>
                  <a:pt x="3516797" y="1299333"/>
                  <a:pt x="3516084" y="1300045"/>
                  <a:pt x="3515205" y="1300045"/>
                </a:cubicBezTo>
                <a:cubicBezTo>
                  <a:pt x="3514325" y="1300045"/>
                  <a:pt x="3513612" y="1299333"/>
                  <a:pt x="3513612" y="1298454"/>
                </a:cubicBezTo>
                <a:cubicBezTo>
                  <a:pt x="3513612" y="1297576"/>
                  <a:pt x="3514325" y="1296862"/>
                  <a:pt x="3515205" y="1296862"/>
                </a:cubicBezTo>
                <a:close/>
                <a:moveTo>
                  <a:pt x="173910" y="1296862"/>
                </a:moveTo>
                <a:cubicBezTo>
                  <a:pt x="174790" y="1296862"/>
                  <a:pt x="175503" y="1297576"/>
                  <a:pt x="175503" y="1298454"/>
                </a:cubicBezTo>
                <a:cubicBezTo>
                  <a:pt x="175503" y="1299333"/>
                  <a:pt x="174790" y="1300045"/>
                  <a:pt x="173910" y="1300045"/>
                </a:cubicBezTo>
                <a:cubicBezTo>
                  <a:pt x="173031" y="1300045"/>
                  <a:pt x="172319" y="1299333"/>
                  <a:pt x="172319" y="1298454"/>
                </a:cubicBezTo>
                <a:cubicBezTo>
                  <a:pt x="172319" y="1297576"/>
                  <a:pt x="173031" y="1296862"/>
                  <a:pt x="173910" y="1296862"/>
                </a:cubicBezTo>
                <a:close/>
                <a:moveTo>
                  <a:pt x="3399987" y="1296127"/>
                </a:moveTo>
                <a:cubicBezTo>
                  <a:pt x="3401271" y="1296127"/>
                  <a:pt x="3402313" y="1297168"/>
                  <a:pt x="3402313" y="1298454"/>
                </a:cubicBezTo>
                <a:cubicBezTo>
                  <a:pt x="3402313" y="1299736"/>
                  <a:pt x="3401272" y="1300777"/>
                  <a:pt x="3399987" y="1300777"/>
                </a:cubicBezTo>
                <a:cubicBezTo>
                  <a:pt x="3398702" y="1300777"/>
                  <a:pt x="3397662" y="1299736"/>
                  <a:pt x="3397662" y="1298454"/>
                </a:cubicBezTo>
                <a:cubicBezTo>
                  <a:pt x="3397662" y="1297168"/>
                  <a:pt x="3398702" y="1296127"/>
                  <a:pt x="3399987" y="1296127"/>
                </a:cubicBezTo>
                <a:close/>
                <a:moveTo>
                  <a:pt x="289128" y="1296127"/>
                </a:moveTo>
                <a:cubicBezTo>
                  <a:pt x="290413" y="1296127"/>
                  <a:pt x="291454" y="1297168"/>
                  <a:pt x="291454" y="1298454"/>
                </a:cubicBezTo>
                <a:cubicBezTo>
                  <a:pt x="291454" y="1299736"/>
                  <a:pt x="290413" y="1300777"/>
                  <a:pt x="289128" y="1300777"/>
                </a:cubicBezTo>
                <a:cubicBezTo>
                  <a:pt x="287843" y="1300777"/>
                  <a:pt x="286802" y="1299736"/>
                  <a:pt x="286802" y="1298454"/>
                </a:cubicBezTo>
                <a:cubicBezTo>
                  <a:pt x="286802" y="1297168"/>
                  <a:pt x="287843" y="1296127"/>
                  <a:pt x="289128" y="1296127"/>
                </a:cubicBezTo>
                <a:close/>
                <a:moveTo>
                  <a:pt x="3284770" y="1295182"/>
                </a:moveTo>
                <a:cubicBezTo>
                  <a:pt x="3286577" y="1295182"/>
                  <a:pt x="3288041" y="1296648"/>
                  <a:pt x="3288041" y="1298454"/>
                </a:cubicBezTo>
                <a:cubicBezTo>
                  <a:pt x="3288041" y="1300259"/>
                  <a:pt x="3286577" y="1301723"/>
                  <a:pt x="3284770" y="1301723"/>
                </a:cubicBezTo>
                <a:cubicBezTo>
                  <a:pt x="3282963" y="1301723"/>
                  <a:pt x="3281499" y="1300259"/>
                  <a:pt x="3281499" y="1298454"/>
                </a:cubicBezTo>
                <a:cubicBezTo>
                  <a:pt x="3281499" y="1296648"/>
                  <a:pt x="3282963" y="1295182"/>
                  <a:pt x="3284770" y="1295182"/>
                </a:cubicBezTo>
                <a:close/>
                <a:moveTo>
                  <a:pt x="404345" y="1295182"/>
                </a:moveTo>
                <a:cubicBezTo>
                  <a:pt x="406151" y="1295182"/>
                  <a:pt x="407616" y="1296648"/>
                  <a:pt x="407616" y="1298454"/>
                </a:cubicBezTo>
                <a:cubicBezTo>
                  <a:pt x="407616" y="1300259"/>
                  <a:pt x="406151" y="1301723"/>
                  <a:pt x="404345" y="1301723"/>
                </a:cubicBezTo>
                <a:cubicBezTo>
                  <a:pt x="402538" y="1301723"/>
                  <a:pt x="401074" y="1300259"/>
                  <a:pt x="401074" y="1298454"/>
                </a:cubicBezTo>
                <a:cubicBezTo>
                  <a:pt x="401074" y="1296648"/>
                  <a:pt x="402538" y="1295182"/>
                  <a:pt x="404345" y="1295182"/>
                </a:cubicBezTo>
                <a:close/>
                <a:moveTo>
                  <a:pt x="3169553" y="1294261"/>
                </a:moveTo>
                <a:cubicBezTo>
                  <a:pt x="3171869" y="1294261"/>
                  <a:pt x="3173747" y="1296137"/>
                  <a:pt x="3173747" y="1298454"/>
                </a:cubicBezTo>
                <a:cubicBezTo>
                  <a:pt x="3173747" y="1300766"/>
                  <a:pt x="3171869" y="1302645"/>
                  <a:pt x="3169553" y="1302645"/>
                </a:cubicBezTo>
                <a:cubicBezTo>
                  <a:pt x="3167238" y="1302645"/>
                  <a:pt x="3165360" y="1300766"/>
                  <a:pt x="3165360" y="1298454"/>
                </a:cubicBezTo>
                <a:cubicBezTo>
                  <a:pt x="3165360" y="1296137"/>
                  <a:pt x="3167238" y="1294261"/>
                  <a:pt x="3169553" y="1294261"/>
                </a:cubicBezTo>
                <a:close/>
                <a:moveTo>
                  <a:pt x="519562" y="1294261"/>
                </a:moveTo>
                <a:cubicBezTo>
                  <a:pt x="521878" y="1294261"/>
                  <a:pt x="523756" y="1296137"/>
                  <a:pt x="523756" y="1298454"/>
                </a:cubicBezTo>
                <a:cubicBezTo>
                  <a:pt x="523756" y="1300766"/>
                  <a:pt x="521878" y="1302645"/>
                  <a:pt x="519562" y="1302645"/>
                </a:cubicBezTo>
                <a:cubicBezTo>
                  <a:pt x="517247" y="1302645"/>
                  <a:pt x="515369" y="1300766"/>
                  <a:pt x="515369" y="1298454"/>
                </a:cubicBezTo>
                <a:cubicBezTo>
                  <a:pt x="515369" y="1296137"/>
                  <a:pt x="517247" y="1294261"/>
                  <a:pt x="519562" y="1294261"/>
                </a:cubicBezTo>
                <a:close/>
                <a:moveTo>
                  <a:pt x="3054336" y="1293027"/>
                </a:moveTo>
                <a:cubicBezTo>
                  <a:pt x="3057333" y="1293027"/>
                  <a:pt x="3059762" y="1295457"/>
                  <a:pt x="3059762" y="1298454"/>
                </a:cubicBezTo>
                <a:cubicBezTo>
                  <a:pt x="3059762" y="1301451"/>
                  <a:pt x="3057333" y="1303878"/>
                  <a:pt x="3054336" y="1303878"/>
                </a:cubicBezTo>
                <a:cubicBezTo>
                  <a:pt x="3051340" y="1303878"/>
                  <a:pt x="3048911" y="1301451"/>
                  <a:pt x="3048911" y="1298454"/>
                </a:cubicBezTo>
                <a:cubicBezTo>
                  <a:pt x="3048911" y="1295457"/>
                  <a:pt x="3051340" y="1293027"/>
                  <a:pt x="3054336" y="1293027"/>
                </a:cubicBezTo>
                <a:close/>
                <a:moveTo>
                  <a:pt x="634779" y="1293027"/>
                </a:moveTo>
                <a:cubicBezTo>
                  <a:pt x="637776" y="1293027"/>
                  <a:pt x="640205" y="1295457"/>
                  <a:pt x="640205" y="1298454"/>
                </a:cubicBezTo>
                <a:cubicBezTo>
                  <a:pt x="640205" y="1301451"/>
                  <a:pt x="637776" y="1303878"/>
                  <a:pt x="634779" y="1303878"/>
                </a:cubicBezTo>
                <a:cubicBezTo>
                  <a:pt x="631782" y="1303878"/>
                  <a:pt x="629353" y="1301451"/>
                  <a:pt x="629353" y="1298454"/>
                </a:cubicBezTo>
                <a:cubicBezTo>
                  <a:pt x="629353" y="1295457"/>
                  <a:pt x="631782" y="1293027"/>
                  <a:pt x="634779" y="1293027"/>
                </a:cubicBezTo>
                <a:close/>
                <a:moveTo>
                  <a:pt x="2939119" y="1291866"/>
                </a:moveTo>
                <a:cubicBezTo>
                  <a:pt x="2942757" y="1291866"/>
                  <a:pt x="2945708" y="1294816"/>
                  <a:pt x="2945708" y="1298454"/>
                </a:cubicBezTo>
                <a:cubicBezTo>
                  <a:pt x="2945708" y="1302091"/>
                  <a:pt x="2942757" y="1305043"/>
                  <a:pt x="2939119" y="1305043"/>
                </a:cubicBezTo>
                <a:cubicBezTo>
                  <a:pt x="2935480" y="1305043"/>
                  <a:pt x="2932529" y="1302091"/>
                  <a:pt x="2932529" y="1298454"/>
                </a:cubicBezTo>
                <a:cubicBezTo>
                  <a:pt x="2932529" y="1294816"/>
                  <a:pt x="2935480" y="1291866"/>
                  <a:pt x="2939119" y="1291866"/>
                </a:cubicBezTo>
                <a:close/>
                <a:moveTo>
                  <a:pt x="749995" y="1291866"/>
                </a:moveTo>
                <a:cubicBezTo>
                  <a:pt x="753635" y="1291866"/>
                  <a:pt x="756585" y="1294816"/>
                  <a:pt x="756585" y="1298454"/>
                </a:cubicBezTo>
                <a:cubicBezTo>
                  <a:pt x="756585" y="1302091"/>
                  <a:pt x="753635" y="1305043"/>
                  <a:pt x="749995" y="1305043"/>
                </a:cubicBezTo>
                <a:cubicBezTo>
                  <a:pt x="746356" y="1305043"/>
                  <a:pt x="743406" y="1302091"/>
                  <a:pt x="743406" y="1298454"/>
                </a:cubicBezTo>
                <a:cubicBezTo>
                  <a:pt x="743406" y="1294816"/>
                  <a:pt x="746356" y="1291866"/>
                  <a:pt x="749995" y="1291866"/>
                </a:cubicBezTo>
                <a:close/>
                <a:moveTo>
                  <a:pt x="2823901" y="1290472"/>
                </a:moveTo>
                <a:cubicBezTo>
                  <a:pt x="2828311" y="1290472"/>
                  <a:pt x="2831885" y="1294045"/>
                  <a:pt x="2831885" y="1298454"/>
                </a:cubicBezTo>
                <a:cubicBezTo>
                  <a:pt x="2831885" y="1302862"/>
                  <a:pt x="2828311" y="1306435"/>
                  <a:pt x="2823901" y="1306435"/>
                </a:cubicBezTo>
                <a:cubicBezTo>
                  <a:pt x="2819492" y="1306435"/>
                  <a:pt x="2815918" y="1302862"/>
                  <a:pt x="2815918" y="1298454"/>
                </a:cubicBezTo>
                <a:cubicBezTo>
                  <a:pt x="2815918" y="1294045"/>
                  <a:pt x="2819492" y="1290472"/>
                  <a:pt x="2823901" y="1290472"/>
                </a:cubicBezTo>
                <a:close/>
                <a:moveTo>
                  <a:pt x="865212" y="1290472"/>
                </a:moveTo>
                <a:cubicBezTo>
                  <a:pt x="869621" y="1290472"/>
                  <a:pt x="873196" y="1294045"/>
                  <a:pt x="873196" y="1298454"/>
                </a:cubicBezTo>
                <a:cubicBezTo>
                  <a:pt x="873196" y="1302862"/>
                  <a:pt x="869621" y="1306435"/>
                  <a:pt x="865212" y="1306435"/>
                </a:cubicBezTo>
                <a:cubicBezTo>
                  <a:pt x="860803" y="1306435"/>
                  <a:pt x="857229" y="1302862"/>
                  <a:pt x="857229" y="1298454"/>
                </a:cubicBezTo>
                <a:cubicBezTo>
                  <a:pt x="857229" y="1294045"/>
                  <a:pt x="860803" y="1290472"/>
                  <a:pt x="865212" y="1290472"/>
                </a:cubicBezTo>
                <a:close/>
                <a:moveTo>
                  <a:pt x="2708685" y="1289208"/>
                </a:moveTo>
                <a:cubicBezTo>
                  <a:pt x="2713791" y="1289208"/>
                  <a:pt x="2717930" y="1293347"/>
                  <a:pt x="2717930" y="1298454"/>
                </a:cubicBezTo>
                <a:cubicBezTo>
                  <a:pt x="2717930" y="1303558"/>
                  <a:pt x="2713791" y="1307695"/>
                  <a:pt x="2708685" y="1307695"/>
                </a:cubicBezTo>
                <a:cubicBezTo>
                  <a:pt x="2703579" y="1307695"/>
                  <a:pt x="2699440" y="1303558"/>
                  <a:pt x="2699440" y="1298454"/>
                </a:cubicBezTo>
                <a:cubicBezTo>
                  <a:pt x="2699440" y="1293347"/>
                  <a:pt x="2703579" y="1289208"/>
                  <a:pt x="2708685" y="1289208"/>
                </a:cubicBezTo>
                <a:close/>
                <a:moveTo>
                  <a:pt x="980430" y="1289208"/>
                </a:moveTo>
                <a:cubicBezTo>
                  <a:pt x="985535" y="1289208"/>
                  <a:pt x="989675" y="1293347"/>
                  <a:pt x="989675" y="1298454"/>
                </a:cubicBezTo>
                <a:cubicBezTo>
                  <a:pt x="989675" y="1303558"/>
                  <a:pt x="985535" y="1307695"/>
                  <a:pt x="980430" y="1307695"/>
                </a:cubicBezTo>
                <a:cubicBezTo>
                  <a:pt x="975324" y="1307695"/>
                  <a:pt x="971185" y="1303558"/>
                  <a:pt x="971185" y="1298454"/>
                </a:cubicBezTo>
                <a:cubicBezTo>
                  <a:pt x="971185" y="1293347"/>
                  <a:pt x="975324" y="1289208"/>
                  <a:pt x="980430" y="1289208"/>
                </a:cubicBezTo>
                <a:close/>
                <a:moveTo>
                  <a:pt x="2593467" y="1287719"/>
                </a:moveTo>
                <a:cubicBezTo>
                  <a:pt x="2599397" y="1287719"/>
                  <a:pt x="2604204" y="1292525"/>
                  <a:pt x="2604204" y="1298454"/>
                </a:cubicBezTo>
                <a:cubicBezTo>
                  <a:pt x="2604204" y="1304382"/>
                  <a:pt x="2599398" y="1309185"/>
                  <a:pt x="2593467" y="1309185"/>
                </a:cubicBezTo>
                <a:cubicBezTo>
                  <a:pt x="2587538" y="1309185"/>
                  <a:pt x="2582731" y="1304384"/>
                  <a:pt x="2582731" y="1298454"/>
                </a:cubicBezTo>
                <a:cubicBezTo>
                  <a:pt x="2582731" y="1292525"/>
                  <a:pt x="2587538" y="1287719"/>
                  <a:pt x="2593467" y="1287719"/>
                </a:cubicBezTo>
                <a:close/>
                <a:moveTo>
                  <a:pt x="1095647" y="1287719"/>
                </a:moveTo>
                <a:cubicBezTo>
                  <a:pt x="1101576" y="1287719"/>
                  <a:pt x="1106383" y="1292525"/>
                  <a:pt x="1106383" y="1298454"/>
                </a:cubicBezTo>
                <a:cubicBezTo>
                  <a:pt x="1106383" y="1304382"/>
                  <a:pt x="1101576" y="1309185"/>
                  <a:pt x="1095647" y="1309185"/>
                </a:cubicBezTo>
                <a:cubicBezTo>
                  <a:pt x="1089717" y="1309185"/>
                  <a:pt x="1084910" y="1304384"/>
                  <a:pt x="1084910" y="1298454"/>
                </a:cubicBezTo>
                <a:cubicBezTo>
                  <a:pt x="1084910" y="1292525"/>
                  <a:pt x="1089717" y="1287719"/>
                  <a:pt x="1095647" y="1287719"/>
                </a:cubicBezTo>
                <a:close/>
                <a:moveTo>
                  <a:pt x="2478251" y="1286267"/>
                </a:moveTo>
                <a:cubicBezTo>
                  <a:pt x="2484981" y="1286267"/>
                  <a:pt x="2490437" y="1291724"/>
                  <a:pt x="2490437" y="1298454"/>
                </a:cubicBezTo>
                <a:cubicBezTo>
                  <a:pt x="2490437" y="1305183"/>
                  <a:pt x="2484981" y="1310637"/>
                  <a:pt x="2478251" y="1310637"/>
                </a:cubicBezTo>
                <a:cubicBezTo>
                  <a:pt x="2471521" y="1310637"/>
                  <a:pt x="2466065" y="1305183"/>
                  <a:pt x="2466065" y="1298454"/>
                </a:cubicBezTo>
                <a:cubicBezTo>
                  <a:pt x="2466065" y="1291724"/>
                  <a:pt x="2471521" y="1286267"/>
                  <a:pt x="2478251" y="1286267"/>
                </a:cubicBezTo>
                <a:close/>
                <a:moveTo>
                  <a:pt x="1210864" y="1286267"/>
                </a:moveTo>
                <a:cubicBezTo>
                  <a:pt x="1217594" y="1286267"/>
                  <a:pt x="1223050" y="1291724"/>
                  <a:pt x="1223050" y="1298454"/>
                </a:cubicBezTo>
                <a:cubicBezTo>
                  <a:pt x="1223050" y="1305183"/>
                  <a:pt x="1217594" y="1310637"/>
                  <a:pt x="1210864" y="1310637"/>
                </a:cubicBezTo>
                <a:cubicBezTo>
                  <a:pt x="1204134" y="1310637"/>
                  <a:pt x="1198678" y="1305183"/>
                  <a:pt x="1198678" y="1298454"/>
                </a:cubicBezTo>
                <a:cubicBezTo>
                  <a:pt x="1198678" y="1291724"/>
                  <a:pt x="1204134" y="1286267"/>
                  <a:pt x="1210864" y="1286267"/>
                </a:cubicBezTo>
                <a:close/>
                <a:moveTo>
                  <a:pt x="2363033" y="1284888"/>
                </a:moveTo>
                <a:cubicBezTo>
                  <a:pt x="2370526" y="1284888"/>
                  <a:pt x="2376601" y="1290964"/>
                  <a:pt x="2376601" y="1298454"/>
                </a:cubicBezTo>
                <a:cubicBezTo>
                  <a:pt x="2376601" y="1305944"/>
                  <a:pt x="2370526" y="1312016"/>
                  <a:pt x="2363033" y="1312016"/>
                </a:cubicBezTo>
                <a:cubicBezTo>
                  <a:pt x="2355541" y="1312016"/>
                  <a:pt x="2349466" y="1305944"/>
                  <a:pt x="2349466" y="1298454"/>
                </a:cubicBezTo>
                <a:cubicBezTo>
                  <a:pt x="2349466" y="1290964"/>
                  <a:pt x="2355541" y="1284888"/>
                  <a:pt x="2363033" y="1284888"/>
                </a:cubicBezTo>
                <a:close/>
                <a:moveTo>
                  <a:pt x="1326081" y="1284888"/>
                </a:moveTo>
                <a:cubicBezTo>
                  <a:pt x="1333574" y="1284888"/>
                  <a:pt x="1339648" y="1290964"/>
                  <a:pt x="1339648" y="1298454"/>
                </a:cubicBezTo>
                <a:cubicBezTo>
                  <a:pt x="1339648" y="1305944"/>
                  <a:pt x="1333574" y="1312016"/>
                  <a:pt x="1326081" y="1312016"/>
                </a:cubicBezTo>
                <a:cubicBezTo>
                  <a:pt x="1318588" y="1312016"/>
                  <a:pt x="1312513" y="1305944"/>
                  <a:pt x="1312513" y="1298454"/>
                </a:cubicBezTo>
                <a:cubicBezTo>
                  <a:pt x="1312513" y="1290964"/>
                  <a:pt x="1318588" y="1284888"/>
                  <a:pt x="1326081" y="1284888"/>
                </a:cubicBezTo>
                <a:close/>
                <a:moveTo>
                  <a:pt x="2247817" y="1283597"/>
                </a:moveTo>
                <a:cubicBezTo>
                  <a:pt x="2256021" y="1283597"/>
                  <a:pt x="2262672" y="1290250"/>
                  <a:pt x="2262672" y="1298454"/>
                </a:cubicBezTo>
                <a:cubicBezTo>
                  <a:pt x="2262672" y="1306655"/>
                  <a:pt x="2256021" y="1313304"/>
                  <a:pt x="2247817" y="1313304"/>
                </a:cubicBezTo>
                <a:cubicBezTo>
                  <a:pt x="2239612" y="1313304"/>
                  <a:pt x="2232961" y="1306655"/>
                  <a:pt x="2232961" y="1298454"/>
                </a:cubicBezTo>
                <a:cubicBezTo>
                  <a:pt x="2232961" y="1290250"/>
                  <a:pt x="2239612" y="1283597"/>
                  <a:pt x="2247817" y="1283597"/>
                </a:cubicBezTo>
                <a:close/>
                <a:moveTo>
                  <a:pt x="1441297" y="1283597"/>
                </a:moveTo>
                <a:cubicBezTo>
                  <a:pt x="1449502" y="1283597"/>
                  <a:pt x="1456153" y="1290250"/>
                  <a:pt x="1456153" y="1298454"/>
                </a:cubicBezTo>
                <a:cubicBezTo>
                  <a:pt x="1456153" y="1306655"/>
                  <a:pt x="1449502" y="1313304"/>
                  <a:pt x="1441297" y="1313304"/>
                </a:cubicBezTo>
                <a:cubicBezTo>
                  <a:pt x="1433093" y="1313304"/>
                  <a:pt x="1426442" y="1306655"/>
                  <a:pt x="1426442" y="1298454"/>
                </a:cubicBezTo>
                <a:cubicBezTo>
                  <a:pt x="1426442" y="1290250"/>
                  <a:pt x="1433093" y="1283597"/>
                  <a:pt x="1441297" y="1283597"/>
                </a:cubicBezTo>
                <a:close/>
                <a:moveTo>
                  <a:pt x="2132600" y="1282596"/>
                </a:moveTo>
                <a:cubicBezTo>
                  <a:pt x="2141358" y="1282596"/>
                  <a:pt x="2148459" y="1289696"/>
                  <a:pt x="2148459" y="1298454"/>
                </a:cubicBezTo>
                <a:cubicBezTo>
                  <a:pt x="2148459" y="1307209"/>
                  <a:pt x="2141358" y="1314309"/>
                  <a:pt x="2132600" y="1314309"/>
                </a:cubicBezTo>
                <a:cubicBezTo>
                  <a:pt x="2123841" y="1314309"/>
                  <a:pt x="2116741" y="1307209"/>
                  <a:pt x="2116741" y="1298454"/>
                </a:cubicBezTo>
                <a:cubicBezTo>
                  <a:pt x="2116741" y="1289696"/>
                  <a:pt x="2123841" y="1282596"/>
                  <a:pt x="2132600" y="1282596"/>
                </a:cubicBezTo>
                <a:close/>
                <a:moveTo>
                  <a:pt x="1556514" y="1282596"/>
                </a:moveTo>
                <a:cubicBezTo>
                  <a:pt x="1565274" y="1282596"/>
                  <a:pt x="1572374" y="1289696"/>
                  <a:pt x="1572374" y="1298454"/>
                </a:cubicBezTo>
                <a:cubicBezTo>
                  <a:pt x="1572374" y="1307209"/>
                  <a:pt x="1565274" y="1314309"/>
                  <a:pt x="1556514" y="1314309"/>
                </a:cubicBezTo>
                <a:cubicBezTo>
                  <a:pt x="1547756" y="1314309"/>
                  <a:pt x="1540655" y="1307209"/>
                  <a:pt x="1540655" y="1298454"/>
                </a:cubicBezTo>
                <a:cubicBezTo>
                  <a:pt x="1540655" y="1289696"/>
                  <a:pt x="1547756" y="1282596"/>
                  <a:pt x="1556514" y="1282596"/>
                </a:cubicBezTo>
                <a:close/>
                <a:moveTo>
                  <a:pt x="2017383" y="1281735"/>
                </a:moveTo>
                <a:cubicBezTo>
                  <a:pt x="2026617" y="1281735"/>
                  <a:pt x="2034103" y="1289220"/>
                  <a:pt x="2034103" y="1298454"/>
                </a:cubicBezTo>
                <a:cubicBezTo>
                  <a:pt x="2034103" y="1307683"/>
                  <a:pt x="2026617" y="1315169"/>
                  <a:pt x="2017383" y="1315169"/>
                </a:cubicBezTo>
                <a:cubicBezTo>
                  <a:pt x="2008149" y="1315169"/>
                  <a:pt x="2000663" y="1307683"/>
                  <a:pt x="2000663" y="1298454"/>
                </a:cubicBezTo>
                <a:cubicBezTo>
                  <a:pt x="2000663" y="1289220"/>
                  <a:pt x="2008149" y="1281735"/>
                  <a:pt x="2017383" y="1281735"/>
                </a:cubicBezTo>
                <a:close/>
                <a:moveTo>
                  <a:pt x="1671732" y="1281735"/>
                </a:moveTo>
                <a:cubicBezTo>
                  <a:pt x="1680966" y="1281735"/>
                  <a:pt x="1688451" y="1289220"/>
                  <a:pt x="1688451" y="1298454"/>
                </a:cubicBezTo>
                <a:cubicBezTo>
                  <a:pt x="1688451" y="1307683"/>
                  <a:pt x="1680966" y="1315169"/>
                  <a:pt x="1671732" y="1315169"/>
                </a:cubicBezTo>
                <a:cubicBezTo>
                  <a:pt x="1662498" y="1315169"/>
                  <a:pt x="1655012" y="1307683"/>
                  <a:pt x="1655012" y="1298454"/>
                </a:cubicBezTo>
                <a:cubicBezTo>
                  <a:pt x="1655012" y="1289220"/>
                  <a:pt x="1662498" y="1281735"/>
                  <a:pt x="1671732" y="1281735"/>
                </a:cubicBezTo>
                <a:close/>
                <a:moveTo>
                  <a:pt x="1902166" y="1281384"/>
                </a:moveTo>
                <a:cubicBezTo>
                  <a:pt x="1911593" y="1281384"/>
                  <a:pt x="1919235" y="1289029"/>
                  <a:pt x="1919235" y="1298454"/>
                </a:cubicBezTo>
                <a:cubicBezTo>
                  <a:pt x="1919235" y="1307880"/>
                  <a:pt x="1911593" y="1315520"/>
                  <a:pt x="1902166" y="1315520"/>
                </a:cubicBezTo>
                <a:cubicBezTo>
                  <a:pt x="1892738" y="1315520"/>
                  <a:pt x="1885095" y="1307880"/>
                  <a:pt x="1885095" y="1298454"/>
                </a:cubicBezTo>
                <a:cubicBezTo>
                  <a:pt x="1885095" y="1289029"/>
                  <a:pt x="1892738" y="1281384"/>
                  <a:pt x="1902166" y="1281384"/>
                </a:cubicBezTo>
                <a:close/>
                <a:moveTo>
                  <a:pt x="1786949" y="1281384"/>
                </a:moveTo>
                <a:cubicBezTo>
                  <a:pt x="1796376" y="1281384"/>
                  <a:pt x="1804019" y="1289029"/>
                  <a:pt x="1804019" y="1298454"/>
                </a:cubicBezTo>
                <a:cubicBezTo>
                  <a:pt x="1804019" y="1307880"/>
                  <a:pt x="1796376" y="1315520"/>
                  <a:pt x="1786949" y="1315520"/>
                </a:cubicBezTo>
                <a:cubicBezTo>
                  <a:pt x="1777521" y="1315520"/>
                  <a:pt x="1769878" y="1307880"/>
                  <a:pt x="1769878" y="1298454"/>
                </a:cubicBezTo>
                <a:cubicBezTo>
                  <a:pt x="1769878" y="1289029"/>
                  <a:pt x="1777521" y="1281384"/>
                  <a:pt x="1786949" y="1281384"/>
                </a:cubicBezTo>
                <a:close/>
                <a:moveTo>
                  <a:pt x="3572813" y="1197492"/>
                </a:moveTo>
                <a:cubicBezTo>
                  <a:pt x="3573464" y="1197492"/>
                  <a:pt x="3573992" y="1198018"/>
                  <a:pt x="3573992" y="1198668"/>
                </a:cubicBezTo>
                <a:cubicBezTo>
                  <a:pt x="3573992" y="1199319"/>
                  <a:pt x="3573464" y="1199849"/>
                  <a:pt x="3572813" y="1199849"/>
                </a:cubicBezTo>
                <a:cubicBezTo>
                  <a:pt x="3572161" y="1199849"/>
                  <a:pt x="3571634" y="1199319"/>
                  <a:pt x="3571634" y="1198668"/>
                </a:cubicBezTo>
                <a:cubicBezTo>
                  <a:pt x="3571634" y="1198018"/>
                  <a:pt x="3572161" y="1197492"/>
                  <a:pt x="3572813" y="1197492"/>
                </a:cubicBezTo>
                <a:close/>
                <a:moveTo>
                  <a:pt x="116302" y="1197492"/>
                </a:moveTo>
                <a:cubicBezTo>
                  <a:pt x="116954" y="1197492"/>
                  <a:pt x="117481" y="1198018"/>
                  <a:pt x="117481" y="1198668"/>
                </a:cubicBezTo>
                <a:cubicBezTo>
                  <a:pt x="117481" y="1199319"/>
                  <a:pt x="116954" y="1199849"/>
                  <a:pt x="116302" y="1199849"/>
                </a:cubicBezTo>
                <a:cubicBezTo>
                  <a:pt x="115651" y="1199849"/>
                  <a:pt x="115123" y="1199319"/>
                  <a:pt x="115123" y="1198668"/>
                </a:cubicBezTo>
                <a:cubicBezTo>
                  <a:pt x="115123" y="1198018"/>
                  <a:pt x="115651" y="1197492"/>
                  <a:pt x="116302" y="1197492"/>
                </a:cubicBezTo>
                <a:close/>
                <a:moveTo>
                  <a:pt x="3457595" y="1196909"/>
                </a:moveTo>
                <a:cubicBezTo>
                  <a:pt x="3458569" y="1196909"/>
                  <a:pt x="3459359" y="1197696"/>
                  <a:pt x="3459359" y="1198668"/>
                </a:cubicBezTo>
                <a:cubicBezTo>
                  <a:pt x="3459359" y="1199643"/>
                  <a:pt x="3458569" y="1200432"/>
                  <a:pt x="3457595" y="1200432"/>
                </a:cubicBezTo>
                <a:cubicBezTo>
                  <a:pt x="3456621" y="1200432"/>
                  <a:pt x="3455832" y="1199643"/>
                  <a:pt x="3455832" y="1198668"/>
                </a:cubicBezTo>
                <a:cubicBezTo>
                  <a:pt x="3455832" y="1197696"/>
                  <a:pt x="3456621" y="1196909"/>
                  <a:pt x="3457595" y="1196909"/>
                </a:cubicBezTo>
                <a:close/>
                <a:moveTo>
                  <a:pt x="231519" y="1196909"/>
                </a:moveTo>
                <a:cubicBezTo>
                  <a:pt x="232493" y="1196909"/>
                  <a:pt x="233283" y="1197696"/>
                  <a:pt x="233283" y="1198668"/>
                </a:cubicBezTo>
                <a:cubicBezTo>
                  <a:pt x="233283" y="1199643"/>
                  <a:pt x="232493" y="1200432"/>
                  <a:pt x="231519" y="1200432"/>
                </a:cubicBezTo>
                <a:cubicBezTo>
                  <a:pt x="230546" y="1200432"/>
                  <a:pt x="229757" y="1199643"/>
                  <a:pt x="229757" y="1198668"/>
                </a:cubicBezTo>
                <a:cubicBezTo>
                  <a:pt x="229757" y="1197696"/>
                  <a:pt x="230546" y="1196909"/>
                  <a:pt x="231519" y="1196909"/>
                </a:cubicBezTo>
                <a:close/>
                <a:moveTo>
                  <a:pt x="3342379" y="1196141"/>
                </a:moveTo>
                <a:cubicBezTo>
                  <a:pt x="3343775" y="1196141"/>
                  <a:pt x="3344908" y="1197273"/>
                  <a:pt x="3344908" y="1198668"/>
                </a:cubicBezTo>
                <a:cubicBezTo>
                  <a:pt x="3344908" y="1200065"/>
                  <a:pt x="3343775" y="1201199"/>
                  <a:pt x="3342379" y="1201199"/>
                </a:cubicBezTo>
                <a:cubicBezTo>
                  <a:pt x="3340981" y="1201199"/>
                  <a:pt x="3339849" y="1200065"/>
                  <a:pt x="3339849" y="1198668"/>
                </a:cubicBezTo>
                <a:cubicBezTo>
                  <a:pt x="3339849" y="1197273"/>
                  <a:pt x="3340981" y="1196141"/>
                  <a:pt x="3342379" y="1196141"/>
                </a:cubicBezTo>
                <a:close/>
                <a:moveTo>
                  <a:pt x="346736" y="1196141"/>
                </a:moveTo>
                <a:cubicBezTo>
                  <a:pt x="348134" y="1196141"/>
                  <a:pt x="349267" y="1197273"/>
                  <a:pt x="349267" y="1198668"/>
                </a:cubicBezTo>
                <a:cubicBezTo>
                  <a:pt x="349267" y="1200065"/>
                  <a:pt x="348134" y="1201199"/>
                  <a:pt x="346736" y="1201199"/>
                </a:cubicBezTo>
                <a:cubicBezTo>
                  <a:pt x="345340" y="1201199"/>
                  <a:pt x="344207" y="1200065"/>
                  <a:pt x="344207" y="1198668"/>
                </a:cubicBezTo>
                <a:cubicBezTo>
                  <a:pt x="344207" y="1197273"/>
                  <a:pt x="345340" y="1196141"/>
                  <a:pt x="346736" y="1196141"/>
                </a:cubicBezTo>
                <a:close/>
                <a:moveTo>
                  <a:pt x="3227162" y="1195320"/>
                </a:moveTo>
                <a:cubicBezTo>
                  <a:pt x="3229012" y="1195320"/>
                  <a:pt x="3230512" y="1196817"/>
                  <a:pt x="3230512" y="1198668"/>
                </a:cubicBezTo>
                <a:cubicBezTo>
                  <a:pt x="3230512" y="1200520"/>
                  <a:pt x="3229012" y="1202019"/>
                  <a:pt x="3227162" y="1202019"/>
                </a:cubicBezTo>
                <a:cubicBezTo>
                  <a:pt x="3225312" y="1202019"/>
                  <a:pt x="3223812" y="1200520"/>
                  <a:pt x="3223812" y="1198668"/>
                </a:cubicBezTo>
                <a:cubicBezTo>
                  <a:pt x="3223812" y="1196817"/>
                  <a:pt x="3225312" y="1195320"/>
                  <a:pt x="3227162" y="1195320"/>
                </a:cubicBezTo>
                <a:close/>
                <a:moveTo>
                  <a:pt x="461953" y="1195320"/>
                </a:moveTo>
                <a:cubicBezTo>
                  <a:pt x="463804" y="1195320"/>
                  <a:pt x="465304" y="1196817"/>
                  <a:pt x="465304" y="1198668"/>
                </a:cubicBezTo>
                <a:cubicBezTo>
                  <a:pt x="465304" y="1200520"/>
                  <a:pt x="463804" y="1202019"/>
                  <a:pt x="461953" y="1202019"/>
                </a:cubicBezTo>
                <a:cubicBezTo>
                  <a:pt x="460103" y="1202019"/>
                  <a:pt x="458603" y="1200520"/>
                  <a:pt x="458603" y="1198668"/>
                </a:cubicBezTo>
                <a:cubicBezTo>
                  <a:pt x="458603" y="1196817"/>
                  <a:pt x="460104" y="1195320"/>
                  <a:pt x="461953" y="1195320"/>
                </a:cubicBezTo>
                <a:close/>
                <a:moveTo>
                  <a:pt x="3111944" y="1194203"/>
                </a:moveTo>
                <a:cubicBezTo>
                  <a:pt x="3114409" y="1194203"/>
                  <a:pt x="3116408" y="1196205"/>
                  <a:pt x="3116408" y="1198668"/>
                </a:cubicBezTo>
                <a:cubicBezTo>
                  <a:pt x="3116408" y="1201132"/>
                  <a:pt x="3114410" y="1203134"/>
                  <a:pt x="3111944" y="1203134"/>
                </a:cubicBezTo>
                <a:cubicBezTo>
                  <a:pt x="3109479" y="1203134"/>
                  <a:pt x="3107480" y="1201132"/>
                  <a:pt x="3107480" y="1198668"/>
                </a:cubicBezTo>
                <a:cubicBezTo>
                  <a:pt x="3107480" y="1196205"/>
                  <a:pt x="3109479" y="1194203"/>
                  <a:pt x="3111944" y="1194203"/>
                </a:cubicBezTo>
                <a:close/>
                <a:moveTo>
                  <a:pt x="577170" y="1194203"/>
                </a:moveTo>
                <a:cubicBezTo>
                  <a:pt x="579635" y="1194203"/>
                  <a:pt x="581634" y="1196205"/>
                  <a:pt x="581634" y="1198668"/>
                </a:cubicBezTo>
                <a:cubicBezTo>
                  <a:pt x="581634" y="1201132"/>
                  <a:pt x="579635" y="1203134"/>
                  <a:pt x="577170" y="1203134"/>
                </a:cubicBezTo>
                <a:cubicBezTo>
                  <a:pt x="574706" y="1203134"/>
                  <a:pt x="572707" y="1201132"/>
                  <a:pt x="572707" y="1198668"/>
                </a:cubicBezTo>
                <a:cubicBezTo>
                  <a:pt x="572707" y="1196205"/>
                  <a:pt x="574706" y="1194203"/>
                  <a:pt x="577170" y="1194203"/>
                </a:cubicBezTo>
                <a:close/>
                <a:moveTo>
                  <a:pt x="2996728" y="1193143"/>
                </a:moveTo>
                <a:cubicBezTo>
                  <a:pt x="2999780" y="1193143"/>
                  <a:pt x="3002255" y="1195618"/>
                  <a:pt x="3002255" y="1198668"/>
                </a:cubicBezTo>
                <a:cubicBezTo>
                  <a:pt x="3002255" y="1201722"/>
                  <a:pt x="2999780" y="1204197"/>
                  <a:pt x="2996728" y="1204197"/>
                </a:cubicBezTo>
                <a:cubicBezTo>
                  <a:pt x="2993676" y="1204197"/>
                  <a:pt x="2991201" y="1201722"/>
                  <a:pt x="2991201" y="1198668"/>
                </a:cubicBezTo>
                <a:cubicBezTo>
                  <a:pt x="2991201" y="1195618"/>
                  <a:pt x="2993676" y="1193143"/>
                  <a:pt x="2996728" y="1193143"/>
                </a:cubicBezTo>
                <a:close/>
                <a:moveTo>
                  <a:pt x="692388" y="1193143"/>
                </a:moveTo>
                <a:cubicBezTo>
                  <a:pt x="695440" y="1193143"/>
                  <a:pt x="697915" y="1195618"/>
                  <a:pt x="697915" y="1198668"/>
                </a:cubicBezTo>
                <a:cubicBezTo>
                  <a:pt x="697915" y="1201722"/>
                  <a:pt x="695440" y="1204197"/>
                  <a:pt x="692388" y="1204197"/>
                </a:cubicBezTo>
                <a:cubicBezTo>
                  <a:pt x="689335" y="1204197"/>
                  <a:pt x="686861" y="1201722"/>
                  <a:pt x="686861" y="1198668"/>
                </a:cubicBezTo>
                <a:cubicBezTo>
                  <a:pt x="686861" y="1195618"/>
                  <a:pt x="689335" y="1193143"/>
                  <a:pt x="692388" y="1193143"/>
                </a:cubicBezTo>
                <a:close/>
                <a:moveTo>
                  <a:pt x="807604" y="1192080"/>
                </a:moveTo>
                <a:cubicBezTo>
                  <a:pt x="811244" y="1192080"/>
                  <a:pt x="814193" y="1195031"/>
                  <a:pt x="814193" y="1198668"/>
                </a:cubicBezTo>
                <a:cubicBezTo>
                  <a:pt x="814193" y="1202309"/>
                  <a:pt x="811244" y="1205258"/>
                  <a:pt x="807604" y="1205258"/>
                </a:cubicBezTo>
                <a:cubicBezTo>
                  <a:pt x="803965" y="1205258"/>
                  <a:pt x="801015" y="1202309"/>
                  <a:pt x="801015" y="1198668"/>
                </a:cubicBezTo>
                <a:cubicBezTo>
                  <a:pt x="801015" y="1195031"/>
                  <a:pt x="803965" y="1192080"/>
                  <a:pt x="807604" y="1192080"/>
                </a:cubicBezTo>
                <a:close/>
                <a:moveTo>
                  <a:pt x="2881510" y="1191967"/>
                </a:moveTo>
                <a:cubicBezTo>
                  <a:pt x="2885210" y="1191967"/>
                  <a:pt x="2888210" y="1194968"/>
                  <a:pt x="2888210" y="1198668"/>
                </a:cubicBezTo>
                <a:cubicBezTo>
                  <a:pt x="2888210" y="1202371"/>
                  <a:pt x="2885210" y="1205371"/>
                  <a:pt x="2881510" y="1205371"/>
                </a:cubicBezTo>
                <a:cubicBezTo>
                  <a:pt x="2877810" y="1205371"/>
                  <a:pt x="2874810" y="1202371"/>
                  <a:pt x="2874810" y="1198668"/>
                </a:cubicBezTo>
                <a:cubicBezTo>
                  <a:pt x="2874810" y="1194968"/>
                  <a:pt x="2877810" y="1191967"/>
                  <a:pt x="2881510" y="1191967"/>
                </a:cubicBezTo>
                <a:close/>
                <a:moveTo>
                  <a:pt x="2766293" y="1190684"/>
                </a:moveTo>
                <a:cubicBezTo>
                  <a:pt x="2770703" y="1190684"/>
                  <a:pt x="2774277" y="1194262"/>
                  <a:pt x="2774277" y="1198668"/>
                </a:cubicBezTo>
                <a:cubicBezTo>
                  <a:pt x="2774277" y="1203077"/>
                  <a:pt x="2770703" y="1206654"/>
                  <a:pt x="2766293" y="1206654"/>
                </a:cubicBezTo>
                <a:cubicBezTo>
                  <a:pt x="2761884" y="1206654"/>
                  <a:pt x="2758310" y="1203077"/>
                  <a:pt x="2758310" y="1198668"/>
                </a:cubicBezTo>
                <a:cubicBezTo>
                  <a:pt x="2758310" y="1194262"/>
                  <a:pt x="2761884" y="1190684"/>
                  <a:pt x="2766293" y="1190684"/>
                </a:cubicBezTo>
                <a:close/>
                <a:moveTo>
                  <a:pt x="922821" y="1190684"/>
                </a:moveTo>
                <a:cubicBezTo>
                  <a:pt x="927230" y="1190684"/>
                  <a:pt x="930805" y="1194262"/>
                  <a:pt x="930805" y="1198668"/>
                </a:cubicBezTo>
                <a:cubicBezTo>
                  <a:pt x="930805" y="1203077"/>
                  <a:pt x="927230" y="1206654"/>
                  <a:pt x="922821" y="1206654"/>
                </a:cubicBezTo>
                <a:cubicBezTo>
                  <a:pt x="918412" y="1206654"/>
                  <a:pt x="914837" y="1203077"/>
                  <a:pt x="914837" y="1198668"/>
                </a:cubicBezTo>
                <a:cubicBezTo>
                  <a:pt x="914837" y="1194262"/>
                  <a:pt x="918412" y="1190684"/>
                  <a:pt x="922821" y="1190684"/>
                </a:cubicBezTo>
                <a:close/>
                <a:moveTo>
                  <a:pt x="2651076" y="1189427"/>
                </a:moveTo>
                <a:cubicBezTo>
                  <a:pt x="2656182" y="1189427"/>
                  <a:pt x="2660321" y="1193562"/>
                  <a:pt x="2660321" y="1198668"/>
                </a:cubicBezTo>
                <a:cubicBezTo>
                  <a:pt x="2660321" y="1203775"/>
                  <a:pt x="2656182" y="1207912"/>
                  <a:pt x="2651076" y="1207912"/>
                </a:cubicBezTo>
                <a:cubicBezTo>
                  <a:pt x="2645970" y="1207912"/>
                  <a:pt x="2641831" y="1203775"/>
                  <a:pt x="2641831" y="1198668"/>
                </a:cubicBezTo>
                <a:cubicBezTo>
                  <a:pt x="2641831" y="1193562"/>
                  <a:pt x="2645970" y="1189427"/>
                  <a:pt x="2651076" y="1189427"/>
                </a:cubicBezTo>
                <a:close/>
                <a:moveTo>
                  <a:pt x="1038038" y="1189427"/>
                </a:moveTo>
                <a:cubicBezTo>
                  <a:pt x="1043144" y="1189427"/>
                  <a:pt x="1047283" y="1193562"/>
                  <a:pt x="1047283" y="1198668"/>
                </a:cubicBezTo>
                <a:cubicBezTo>
                  <a:pt x="1047283" y="1203775"/>
                  <a:pt x="1043144" y="1207912"/>
                  <a:pt x="1038038" y="1207912"/>
                </a:cubicBezTo>
                <a:cubicBezTo>
                  <a:pt x="1032932" y="1207912"/>
                  <a:pt x="1028793" y="1203775"/>
                  <a:pt x="1028793" y="1198668"/>
                </a:cubicBezTo>
                <a:cubicBezTo>
                  <a:pt x="1028793" y="1193562"/>
                  <a:pt x="1032932" y="1189427"/>
                  <a:pt x="1038038" y="1189427"/>
                </a:cubicBezTo>
                <a:close/>
                <a:moveTo>
                  <a:pt x="2535859" y="1188075"/>
                </a:moveTo>
                <a:cubicBezTo>
                  <a:pt x="2541712" y="1188075"/>
                  <a:pt x="2546455" y="1192817"/>
                  <a:pt x="2546455" y="1198668"/>
                </a:cubicBezTo>
                <a:cubicBezTo>
                  <a:pt x="2546455" y="1204522"/>
                  <a:pt x="2541712" y="1209263"/>
                  <a:pt x="2535859" y="1209263"/>
                </a:cubicBezTo>
                <a:cubicBezTo>
                  <a:pt x="2530007" y="1209263"/>
                  <a:pt x="2525263" y="1204522"/>
                  <a:pt x="2525263" y="1198668"/>
                </a:cubicBezTo>
                <a:cubicBezTo>
                  <a:pt x="2525263" y="1192817"/>
                  <a:pt x="2530007" y="1188075"/>
                  <a:pt x="2535859" y="1188075"/>
                </a:cubicBezTo>
                <a:close/>
                <a:moveTo>
                  <a:pt x="1153255" y="1188075"/>
                </a:moveTo>
                <a:cubicBezTo>
                  <a:pt x="1159107" y="1188075"/>
                  <a:pt x="1163851" y="1192817"/>
                  <a:pt x="1163851" y="1198668"/>
                </a:cubicBezTo>
                <a:cubicBezTo>
                  <a:pt x="1163851" y="1204522"/>
                  <a:pt x="1159107" y="1209263"/>
                  <a:pt x="1153255" y="1209263"/>
                </a:cubicBezTo>
                <a:cubicBezTo>
                  <a:pt x="1147403" y="1209263"/>
                  <a:pt x="1142659" y="1204522"/>
                  <a:pt x="1142659" y="1198668"/>
                </a:cubicBezTo>
                <a:cubicBezTo>
                  <a:pt x="1142659" y="1192817"/>
                  <a:pt x="1147403" y="1188075"/>
                  <a:pt x="1153255" y="1188075"/>
                </a:cubicBezTo>
                <a:close/>
                <a:moveTo>
                  <a:pt x="2420642" y="1186779"/>
                </a:moveTo>
                <a:cubicBezTo>
                  <a:pt x="2427208" y="1186779"/>
                  <a:pt x="2432531" y="1192104"/>
                  <a:pt x="2432531" y="1198668"/>
                </a:cubicBezTo>
                <a:cubicBezTo>
                  <a:pt x="2432531" y="1205233"/>
                  <a:pt x="2427208" y="1210556"/>
                  <a:pt x="2420642" y="1210556"/>
                </a:cubicBezTo>
                <a:cubicBezTo>
                  <a:pt x="2414077" y="1210556"/>
                  <a:pt x="2408753" y="1205233"/>
                  <a:pt x="2408753" y="1198668"/>
                </a:cubicBezTo>
                <a:cubicBezTo>
                  <a:pt x="2408753" y="1192104"/>
                  <a:pt x="2414076" y="1186779"/>
                  <a:pt x="2420642" y="1186779"/>
                </a:cubicBezTo>
                <a:close/>
                <a:moveTo>
                  <a:pt x="1268471" y="1186779"/>
                </a:moveTo>
                <a:cubicBezTo>
                  <a:pt x="1275038" y="1186779"/>
                  <a:pt x="1280361" y="1192104"/>
                  <a:pt x="1280361" y="1198668"/>
                </a:cubicBezTo>
                <a:cubicBezTo>
                  <a:pt x="1280361" y="1205233"/>
                  <a:pt x="1275038" y="1210556"/>
                  <a:pt x="1268471" y="1210556"/>
                </a:cubicBezTo>
                <a:cubicBezTo>
                  <a:pt x="1261906" y="1210556"/>
                  <a:pt x="1256583" y="1205233"/>
                  <a:pt x="1256583" y="1198668"/>
                </a:cubicBezTo>
                <a:cubicBezTo>
                  <a:pt x="1256583" y="1192104"/>
                  <a:pt x="1261905" y="1186779"/>
                  <a:pt x="1268471" y="1186779"/>
                </a:cubicBezTo>
                <a:close/>
                <a:moveTo>
                  <a:pt x="2305425" y="1185573"/>
                </a:moveTo>
                <a:cubicBezTo>
                  <a:pt x="2312659" y="1185573"/>
                  <a:pt x="2318524" y="1191436"/>
                  <a:pt x="2318524" y="1198668"/>
                </a:cubicBezTo>
                <a:cubicBezTo>
                  <a:pt x="2318524" y="1205902"/>
                  <a:pt x="2312659" y="1211768"/>
                  <a:pt x="2305425" y="1211768"/>
                </a:cubicBezTo>
                <a:cubicBezTo>
                  <a:pt x="2298191" y="1211768"/>
                  <a:pt x="2292326" y="1205902"/>
                  <a:pt x="2292326" y="1198668"/>
                </a:cubicBezTo>
                <a:cubicBezTo>
                  <a:pt x="2292326" y="1191436"/>
                  <a:pt x="2298191" y="1185573"/>
                  <a:pt x="2305425" y="1185573"/>
                </a:cubicBezTo>
                <a:close/>
                <a:moveTo>
                  <a:pt x="1383689" y="1185573"/>
                </a:moveTo>
                <a:cubicBezTo>
                  <a:pt x="1390923" y="1185573"/>
                  <a:pt x="1396788" y="1191436"/>
                  <a:pt x="1396788" y="1198668"/>
                </a:cubicBezTo>
                <a:cubicBezTo>
                  <a:pt x="1396788" y="1205902"/>
                  <a:pt x="1390923" y="1211768"/>
                  <a:pt x="1383689" y="1211768"/>
                </a:cubicBezTo>
                <a:cubicBezTo>
                  <a:pt x="1376455" y="1211768"/>
                  <a:pt x="1370590" y="1205902"/>
                  <a:pt x="1370590" y="1198668"/>
                </a:cubicBezTo>
                <a:cubicBezTo>
                  <a:pt x="1370590" y="1191436"/>
                  <a:pt x="1376454" y="1185573"/>
                  <a:pt x="1383689" y="1185573"/>
                </a:cubicBezTo>
                <a:close/>
                <a:moveTo>
                  <a:pt x="2190209" y="1184628"/>
                </a:moveTo>
                <a:cubicBezTo>
                  <a:pt x="2197964" y="1184628"/>
                  <a:pt x="2204252" y="1190915"/>
                  <a:pt x="2204252" y="1198668"/>
                </a:cubicBezTo>
                <a:cubicBezTo>
                  <a:pt x="2204252" y="1206423"/>
                  <a:pt x="2197964" y="1212713"/>
                  <a:pt x="2190209" y="1212713"/>
                </a:cubicBezTo>
                <a:cubicBezTo>
                  <a:pt x="2182452" y="1212713"/>
                  <a:pt x="2176165" y="1206423"/>
                  <a:pt x="2176165" y="1198668"/>
                </a:cubicBezTo>
                <a:cubicBezTo>
                  <a:pt x="2176165" y="1190915"/>
                  <a:pt x="2182452" y="1184628"/>
                  <a:pt x="2190209" y="1184628"/>
                </a:cubicBezTo>
                <a:close/>
                <a:moveTo>
                  <a:pt x="1498906" y="1184628"/>
                </a:moveTo>
                <a:cubicBezTo>
                  <a:pt x="1506662" y="1184628"/>
                  <a:pt x="1512950" y="1190915"/>
                  <a:pt x="1512950" y="1198668"/>
                </a:cubicBezTo>
                <a:cubicBezTo>
                  <a:pt x="1512950" y="1206423"/>
                  <a:pt x="1506662" y="1212713"/>
                  <a:pt x="1498906" y="1212713"/>
                </a:cubicBezTo>
                <a:cubicBezTo>
                  <a:pt x="1491150" y="1212713"/>
                  <a:pt x="1484862" y="1206423"/>
                  <a:pt x="1484862" y="1198668"/>
                </a:cubicBezTo>
                <a:cubicBezTo>
                  <a:pt x="1484862" y="1190915"/>
                  <a:pt x="1491150" y="1184628"/>
                  <a:pt x="1498906" y="1184628"/>
                </a:cubicBezTo>
                <a:close/>
                <a:moveTo>
                  <a:pt x="2074991" y="1183815"/>
                </a:moveTo>
                <a:cubicBezTo>
                  <a:pt x="2083196" y="1183815"/>
                  <a:pt x="2089846" y="1190466"/>
                  <a:pt x="2089846" y="1198668"/>
                </a:cubicBezTo>
                <a:cubicBezTo>
                  <a:pt x="2089846" y="1206874"/>
                  <a:pt x="2083196" y="1213524"/>
                  <a:pt x="2074991" y="1213524"/>
                </a:cubicBezTo>
                <a:cubicBezTo>
                  <a:pt x="2066786" y="1213524"/>
                  <a:pt x="2060135" y="1206874"/>
                  <a:pt x="2060135" y="1198668"/>
                </a:cubicBezTo>
                <a:cubicBezTo>
                  <a:pt x="2060135" y="1190466"/>
                  <a:pt x="2066786" y="1183815"/>
                  <a:pt x="2074991" y="1183815"/>
                </a:cubicBezTo>
                <a:close/>
                <a:moveTo>
                  <a:pt x="1614123" y="1183815"/>
                </a:moveTo>
                <a:cubicBezTo>
                  <a:pt x="1622328" y="1183815"/>
                  <a:pt x="1628979" y="1190466"/>
                  <a:pt x="1628979" y="1198668"/>
                </a:cubicBezTo>
                <a:cubicBezTo>
                  <a:pt x="1628979" y="1206874"/>
                  <a:pt x="1622328" y="1213524"/>
                  <a:pt x="1614123" y="1213524"/>
                </a:cubicBezTo>
                <a:cubicBezTo>
                  <a:pt x="1605918" y="1213524"/>
                  <a:pt x="1599268" y="1206874"/>
                  <a:pt x="1599268" y="1198668"/>
                </a:cubicBezTo>
                <a:cubicBezTo>
                  <a:pt x="1599268" y="1190466"/>
                  <a:pt x="1605918" y="1183815"/>
                  <a:pt x="1614123" y="1183815"/>
                </a:cubicBezTo>
                <a:close/>
                <a:moveTo>
                  <a:pt x="1959774" y="1183318"/>
                </a:moveTo>
                <a:cubicBezTo>
                  <a:pt x="1968254" y="1183318"/>
                  <a:pt x="1975127" y="1190191"/>
                  <a:pt x="1975127" y="1198668"/>
                </a:cubicBezTo>
                <a:cubicBezTo>
                  <a:pt x="1975127" y="1207148"/>
                  <a:pt x="1968254" y="1214023"/>
                  <a:pt x="1959774" y="1214023"/>
                </a:cubicBezTo>
                <a:cubicBezTo>
                  <a:pt x="1951295" y="1214023"/>
                  <a:pt x="1944421" y="1207148"/>
                  <a:pt x="1944421" y="1198668"/>
                </a:cubicBezTo>
                <a:cubicBezTo>
                  <a:pt x="1944421" y="1190191"/>
                  <a:pt x="1951295" y="1183318"/>
                  <a:pt x="1959774" y="1183318"/>
                </a:cubicBezTo>
                <a:close/>
                <a:moveTo>
                  <a:pt x="1729340" y="1183318"/>
                </a:moveTo>
                <a:cubicBezTo>
                  <a:pt x="1737820" y="1183318"/>
                  <a:pt x="1744693" y="1190191"/>
                  <a:pt x="1744693" y="1198668"/>
                </a:cubicBezTo>
                <a:cubicBezTo>
                  <a:pt x="1744693" y="1207148"/>
                  <a:pt x="1737820" y="1214023"/>
                  <a:pt x="1729340" y="1214023"/>
                </a:cubicBezTo>
                <a:cubicBezTo>
                  <a:pt x="1720861" y="1214023"/>
                  <a:pt x="1713986" y="1207148"/>
                  <a:pt x="1713986" y="1198668"/>
                </a:cubicBezTo>
                <a:cubicBezTo>
                  <a:pt x="1713986" y="1190191"/>
                  <a:pt x="1720861" y="1183318"/>
                  <a:pt x="1729340" y="1183318"/>
                </a:cubicBezTo>
                <a:close/>
                <a:moveTo>
                  <a:pt x="1844557" y="1183151"/>
                </a:moveTo>
                <a:cubicBezTo>
                  <a:pt x="1853129" y="1183151"/>
                  <a:pt x="1860078" y="1190101"/>
                  <a:pt x="1860078" y="1198668"/>
                </a:cubicBezTo>
                <a:cubicBezTo>
                  <a:pt x="1860078" y="1207242"/>
                  <a:pt x="1853129" y="1214189"/>
                  <a:pt x="1844557" y="1214189"/>
                </a:cubicBezTo>
                <a:cubicBezTo>
                  <a:pt x="1835985" y="1214189"/>
                  <a:pt x="1829036" y="1207242"/>
                  <a:pt x="1829036" y="1198668"/>
                </a:cubicBezTo>
                <a:cubicBezTo>
                  <a:pt x="1829036" y="1190101"/>
                  <a:pt x="1835985" y="1183151"/>
                  <a:pt x="1844557" y="1183151"/>
                </a:cubicBezTo>
                <a:close/>
                <a:moveTo>
                  <a:pt x="3515204" y="1097664"/>
                </a:moveTo>
                <a:cubicBezTo>
                  <a:pt x="3515882" y="1097664"/>
                  <a:pt x="3516432" y="1098214"/>
                  <a:pt x="3516432" y="1098892"/>
                </a:cubicBezTo>
                <a:cubicBezTo>
                  <a:pt x="3516432" y="1099570"/>
                  <a:pt x="3515882" y="1100118"/>
                  <a:pt x="3515204" y="1100118"/>
                </a:cubicBezTo>
                <a:cubicBezTo>
                  <a:pt x="3514526" y="1100118"/>
                  <a:pt x="3513976" y="1099570"/>
                  <a:pt x="3513976" y="1098892"/>
                </a:cubicBezTo>
                <a:cubicBezTo>
                  <a:pt x="3513976" y="1098214"/>
                  <a:pt x="3514526" y="1097664"/>
                  <a:pt x="3515204" y="1097664"/>
                </a:cubicBezTo>
                <a:close/>
                <a:moveTo>
                  <a:pt x="173910" y="1097664"/>
                </a:moveTo>
                <a:cubicBezTo>
                  <a:pt x="174589" y="1097664"/>
                  <a:pt x="175139" y="1098214"/>
                  <a:pt x="175139" y="1098892"/>
                </a:cubicBezTo>
                <a:cubicBezTo>
                  <a:pt x="175139" y="1099570"/>
                  <a:pt x="174589" y="1100118"/>
                  <a:pt x="173910" y="1100118"/>
                </a:cubicBezTo>
                <a:cubicBezTo>
                  <a:pt x="173233" y="1100118"/>
                  <a:pt x="172683" y="1099570"/>
                  <a:pt x="172683" y="1098892"/>
                </a:cubicBezTo>
                <a:cubicBezTo>
                  <a:pt x="172683" y="1098214"/>
                  <a:pt x="173233" y="1097664"/>
                  <a:pt x="173910" y="1097664"/>
                </a:cubicBezTo>
                <a:close/>
                <a:moveTo>
                  <a:pt x="3399987" y="1097070"/>
                </a:moveTo>
                <a:cubicBezTo>
                  <a:pt x="3400993" y="1097070"/>
                  <a:pt x="3401809" y="1097887"/>
                  <a:pt x="3401809" y="1098891"/>
                </a:cubicBezTo>
                <a:cubicBezTo>
                  <a:pt x="3401809" y="1099896"/>
                  <a:pt x="3400993" y="1100714"/>
                  <a:pt x="3399987" y="1100714"/>
                </a:cubicBezTo>
                <a:cubicBezTo>
                  <a:pt x="3398981" y="1100714"/>
                  <a:pt x="3398165" y="1099896"/>
                  <a:pt x="3398165" y="1098891"/>
                </a:cubicBezTo>
                <a:cubicBezTo>
                  <a:pt x="3398165" y="1097887"/>
                  <a:pt x="3398981" y="1097070"/>
                  <a:pt x="3399987" y="1097070"/>
                </a:cubicBezTo>
                <a:close/>
                <a:moveTo>
                  <a:pt x="289128" y="1097070"/>
                </a:moveTo>
                <a:cubicBezTo>
                  <a:pt x="290133" y="1097070"/>
                  <a:pt x="290950" y="1097887"/>
                  <a:pt x="290950" y="1098891"/>
                </a:cubicBezTo>
                <a:cubicBezTo>
                  <a:pt x="290950" y="1099896"/>
                  <a:pt x="290133" y="1100714"/>
                  <a:pt x="289128" y="1100714"/>
                </a:cubicBezTo>
                <a:cubicBezTo>
                  <a:pt x="288122" y="1100714"/>
                  <a:pt x="287307" y="1099896"/>
                  <a:pt x="287307" y="1098891"/>
                </a:cubicBezTo>
                <a:cubicBezTo>
                  <a:pt x="287307" y="1097887"/>
                  <a:pt x="288122" y="1097070"/>
                  <a:pt x="289128" y="1097070"/>
                </a:cubicBezTo>
                <a:close/>
                <a:moveTo>
                  <a:pt x="3284770" y="1096294"/>
                </a:moveTo>
                <a:cubicBezTo>
                  <a:pt x="3286206" y="1096294"/>
                  <a:pt x="3287370" y="1097456"/>
                  <a:pt x="3287370" y="1098891"/>
                </a:cubicBezTo>
                <a:cubicBezTo>
                  <a:pt x="3287370" y="1100329"/>
                  <a:pt x="3286205" y="1101488"/>
                  <a:pt x="3284770" y="1101488"/>
                </a:cubicBezTo>
                <a:cubicBezTo>
                  <a:pt x="3283334" y="1101488"/>
                  <a:pt x="3282170" y="1100329"/>
                  <a:pt x="3282170" y="1098891"/>
                </a:cubicBezTo>
                <a:cubicBezTo>
                  <a:pt x="3282170" y="1097456"/>
                  <a:pt x="3283335" y="1096294"/>
                  <a:pt x="3284770" y="1096294"/>
                </a:cubicBezTo>
                <a:close/>
                <a:moveTo>
                  <a:pt x="404345" y="1096294"/>
                </a:moveTo>
                <a:cubicBezTo>
                  <a:pt x="405781" y="1096294"/>
                  <a:pt x="406945" y="1097456"/>
                  <a:pt x="406945" y="1098891"/>
                </a:cubicBezTo>
                <a:cubicBezTo>
                  <a:pt x="406945" y="1100329"/>
                  <a:pt x="405781" y="1101488"/>
                  <a:pt x="404345" y="1101488"/>
                </a:cubicBezTo>
                <a:cubicBezTo>
                  <a:pt x="402909" y="1101488"/>
                  <a:pt x="401744" y="1100329"/>
                  <a:pt x="401744" y="1098891"/>
                </a:cubicBezTo>
                <a:cubicBezTo>
                  <a:pt x="401744" y="1097456"/>
                  <a:pt x="402909" y="1096294"/>
                  <a:pt x="404345" y="1096294"/>
                </a:cubicBezTo>
                <a:close/>
                <a:moveTo>
                  <a:pt x="3169553" y="1095463"/>
                </a:moveTo>
                <a:cubicBezTo>
                  <a:pt x="3171447" y="1095463"/>
                  <a:pt x="3172983" y="1096999"/>
                  <a:pt x="3172983" y="1098891"/>
                </a:cubicBezTo>
                <a:cubicBezTo>
                  <a:pt x="3172983" y="1100785"/>
                  <a:pt x="3171447" y="1102320"/>
                  <a:pt x="3169553" y="1102320"/>
                </a:cubicBezTo>
                <a:cubicBezTo>
                  <a:pt x="3167658" y="1102320"/>
                  <a:pt x="3166122" y="1100785"/>
                  <a:pt x="3166122" y="1098891"/>
                </a:cubicBezTo>
                <a:cubicBezTo>
                  <a:pt x="3166122" y="1096999"/>
                  <a:pt x="3167658" y="1095463"/>
                  <a:pt x="3169553" y="1095463"/>
                </a:cubicBezTo>
                <a:close/>
                <a:moveTo>
                  <a:pt x="519562" y="1095463"/>
                </a:moveTo>
                <a:cubicBezTo>
                  <a:pt x="521457" y="1095463"/>
                  <a:pt x="522992" y="1096999"/>
                  <a:pt x="522992" y="1098891"/>
                </a:cubicBezTo>
                <a:cubicBezTo>
                  <a:pt x="522992" y="1100785"/>
                  <a:pt x="521457" y="1102320"/>
                  <a:pt x="519562" y="1102320"/>
                </a:cubicBezTo>
                <a:cubicBezTo>
                  <a:pt x="517666" y="1102320"/>
                  <a:pt x="516132" y="1100785"/>
                  <a:pt x="516132" y="1098891"/>
                </a:cubicBezTo>
                <a:cubicBezTo>
                  <a:pt x="516132" y="1096999"/>
                  <a:pt x="517666" y="1095463"/>
                  <a:pt x="519562" y="1095463"/>
                </a:cubicBezTo>
                <a:close/>
                <a:moveTo>
                  <a:pt x="3054336" y="1094431"/>
                </a:moveTo>
                <a:cubicBezTo>
                  <a:pt x="3056800" y="1094431"/>
                  <a:pt x="3058799" y="1096428"/>
                  <a:pt x="3058799" y="1098892"/>
                </a:cubicBezTo>
                <a:cubicBezTo>
                  <a:pt x="3058799" y="1101357"/>
                  <a:pt x="3056801" y="1103356"/>
                  <a:pt x="3054336" y="1103356"/>
                </a:cubicBezTo>
                <a:cubicBezTo>
                  <a:pt x="3051870" y="1103356"/>
                  <a:pt x="3049871" y="1101357"/>
                  <a:pt x="3049871" y="1098892"/>
                </a:cubicBezTo>
                <a:cubicBezTo>
                  <a:pt x="3049871" y="1096428"/>
                  <a:pt x="3051870" y="1094431"/>
                  <a:pt x="3054336" y="1094431"/>
                </a:cubicBezTo>
                <a:close/>
                <a:moveTo>
                  <a:pt x="634779" y="1094431"/>
                </a:moveTo>
                <a:cubicBezTo>
                  <a:pt x="637244" y="1094431"/>
                  <a:pt x="639242" y="1096428"/>
                  <a:pt x="639242" y="1098892"/>
                </a:cubicBezTo>
                <a:cubicBezTo>
                  <a:pt x="639242" y="1101357"/>
                  <a:pt x="637244" y="1103356"/>
                  <a:pt x="634779" y="1103356"/>
                </a:cubicBezTo>
                <a:cubicBezTo>
                  <a:pt x="632314" y="1103356"/>
                  <a:pt x="630316" y="1101357"/>
                  <a:pt x="630316" y="1098892"/>
                </a:cubicBezTo>
                <a:cubicBezTo>
                  <a:pt x="630316" y="1096428"/>
                  <a:pt x="632314" y="1094431"/>
                  <a:pt x="634779" y="1094431"/>
                </a:cubicBezTo>
                <a:close/>
                <a:moveTo>
                  <a:pt x="2939119" y="1093366"/>
                </a:moveTo>
                <a:cubicBezTo>
                  <a:pt x="2942171" y="1093366"/>
                  <a:pt x="2944646" y="1095840"/>
                  <a:pt x="2944646" y="1098891"/>
                </a:cubicBezTo>
                <a:cubicBezTo>
                  <a:pt x="2944646" y="1101943"/>
                  <a:pt x="2942171" y="1104417"/>
                  <a:pt x="2939119" y="1104417"/>
                </a:cubicBezTo>
                <a:cubicBezTo>
                  <a:pt x="2936066" y="1104417"/>
                  <a:pt x="2933592" y="1101943"/>
                  <a:pt x="2933592" y="1098891"/>
                </a:cubicBezTo>
                <a:cubicBezTo>
                  <a:pt x="2933592" y="1095840"/>
                  <a:pt x="2936066" y="1093366"/>
                  <a:pt x="2939119" y="1093366"/>
                </a:cubicBezTo>
                <a:close/>
                <a:moveTo>
                  <a:pt x="749995" y="1093366"/>
                </a:moveTo>
                <a:cubicBezTo>
                  <a:pt x="753048" y="1093366"/>
                  <a:pt x="755523" y="1095840"/>
                  <a:pt x="755523" y="1098891"/>
                </a:cubicBezTo>
                <a:cubicBezTo>
                  <a:pt x="755523" y="1101943"/>
                  <a:pt x="753048" y="1104417"/>
                  <a:pt x="749995" y="1104417"/>
                </a:cubicBezTo>
                <a:cubicBezTo>
                  <a:pt x="746943" y="1104417"/>
                  <a:pt x="744468" y="1101943"/>
                  <a:pt x="744468" y="1098891"/>
                </a:cubicBezTo>
                <a:cubicBezTo>
                  <a:pt x="744468" y="1095840"/>
                  <a:pt x="746943" y="1093366"/>
                  <a:pt x="749995" y="1093366"/>
                </a:cubicBezTo>
                <a:close/>
                <a:moveTo>
                  <a:pt x="865212" y="1092305"/>
                </a:moveTo>
                <a:cubicBezTo>
                  <a:pt x="868852" y="1092305"/>
                  <a:pt x="871802" y="1095253"/>
                  <a:pt x="871802" y="1098891"/>
                </a:cubicBezTo>
                <a:cubicBezTo>
                  <a:pt x="871802" y="1102531"/>
                  <a:pt x="868852" y="1105478"/>
                  <a:pt x="865212" y="1105478"/>
                </a:cubicBezTo>
                <a:cubicBezTo>
                  <a:pt x="861573" y="1105478"/>
                  <a:pt x="858623" y="1102531"/>
                  <a:pt x="858623" y="1098891"/>
                </a:cubicBezTo>
                <a:cubicBezTo>
                  <a:pt x="858623" y="1095253"/>
                  <a:pt x="861573" y="1092305"/>
                  <a:pt x="865212" y="1092305"/>
                </a:cubicBezTo>
                <a:close/>
                <a:moveTo>
                  <a:pt x="2823902" y="1092193"/>
                </a:moveTo>
                <a:cubicBezTo>
                  <a:pt x="2827602" y="1092193"/>
                  <a:pt x="2830602" y="1095190"/>
                  <a:pt x="2830602" y="1098892"/>
                </a:cubicBezTo>
                <a:cubicBezTo>
                  <a:pt x="2830602" y="1102590"/>
                  <a:pt x="2827602" y="1105591"/>
                  <a:pt x="2823902" y="1105591"/>
                </a:cubicBezTo>
                <a:cubicBezTo>
                  <a:pt x="2820202" y="1105591"/>
                  <a:pt x="2817201" y="1102590"/>
                  <a:pt x="2817201" y="1098892"/>
                </a:cubicBezTo>
                <a:cubicBezTo>
                  <a:pt x="2817201" y="1095190"/>
                  <a:pt x="2820202" y="1092193"/>
                  <a:pt x="2823902" y="1092193"/>
                </a:cubicBezTo>
                <a:close/>
                <a:moveTo>
                  <a:pt x="2708685" y="1091150"/>
                </a:moveTo>
                <a:cubicBezTo>
                  <a:pt x="2712961" y="1091150"/>
                  <a:pt x="2716427" y="1094618"/>
                  <a:pt x="2716427" y="1098892"/>
                </a:cubicBezTo>
                <a:cubicBezTo>
                  <a:pt x="2716427" y="1103168"/>
                  <a:pt x="2712961" y="1106631"/>
                  <a:pt x="2708685" y="1106631"/>
                </a:cubicBezTo>
                <a:cubicBezTo>
                  <a:pt x="2704409" y="1106631"/>
                  <a:pt x="2700943" y="1103168"/>
                  <a:pt x="2700943" y="1098892"/>
                </a:cubicBezTo>
                <a:cubicBezTo>
                  <a:pt x="2700943" y="1094618"/>
                  <a:pt x="2704409" y="1091150"/>
                  <a:pt x="2708685" y="1091150"/>
                </a:cubicBezTo>
                <a:close/>
                <a:moveTo>
                  <a:pt x="980430" y="1091150"/>
                </a:moveTo>
                <a:cubicBezTo>
                  <a:pt x="984705" y="1091150"/>
                  <a:pt x="988172" y="1094618"/>
                  <a:pt x="988172" y="1098892"/>
                </a:cubicBezTo>
                <a:cubicBezTo>
                  <a:pt x="988172" y="1103168"/>
                  <a:pt x="984705" y="1106631"/>
                  <a:pt x="980430" y="1106631"/>
                </a:cubicBezTo>
                <a:cubicBezTo>
                  <a:pt x="976154" y="1106631"/>
                  <a:pt x="972687" y="1103168"/>
                  <a:pt x="972687" y="1098892"/>
                </a:cubicBezTo>
                <a:cubicBezTo>
                  <a:pt x="972687" y="1094618"/>
                  <a:pt x="976154" y="1091150"/>
                  <a:pt x="980430" y="1091150"/>
                </a:cubicBezTo>
                <a:close/>
                <a:moveTo>
                  <a:pt x="2593468" y="1089908"/>
                </a:moveTo>
                <a:cubicBezTo>
                  <a:pt x="2598430" y="1089908"/>
                  <a:pt x="2602454" y="1093930"/>
                  <a:pt x="2602454" y="1098892"/>
                </a:cubicBezTo>
                <a:cubicBezTo>
                  <a:pt x="2602454" y="1103852"/>
                  <a:pt x="2598430" y="1107875"/>
                  <a:pt x="2593468" y="1107875"/>
                </a:cubicBezTo>
                <a:cubicBezTo>
                  <a:pt x="2588505" y="1107875"/>
                  <a:pt x="2584482" y="1103853"/>
                  <a:pt x="2584482" y="1098892"/>
                </a:cubicBezTo>
                <a:cubicBezTo>
                  <a:pt x="2584482" y="1093930"/>
                  <a:pt x="2588505" y="1089908"/>
                  <a:pt x="2593468" y="1089908"/>
                </a:cubicBezTo>
                <a:close/>
                <a:moveTo>
                  <a:pt x="1095646" y="1089908"/>
                </a:moveTo>
                <a:cubicBezTo>
                  <a:pt x="1100608" y="1089908"/>
                  <a:pt x="1104632" y="1093930"/>
                  <a:pt x="1104632" y="1098892"/>
                </a:cubicBezTo>
                <a:cubicBezTo>
                  <a:pt x="1104632" y="1103852"/>
                  <a:pt x="1100608" y="1107875"/>
                  <a:pt x="1095646" y="1107875"/>
                </a:cubicBezTo>
                <a:cubicBezTo>
                  <a:pt x="1090683" y="1107875"/>
                  <a:pt x="1086661" y="1103853"/>
                  <a:pt x="1086661" y="1098892"/>
                </a:cubicBezTo>
                <a:cubicBezTo>
                  <a:pt x="1086661" y="1093930"/>
                  <a:pt x="1090683" y="1089908"/>
                  <a:pt x="1095646" y="1089908"/>
                </a:cubicBezTo>
                <a:close/>
                <a:moveTo>
                  <a:pt x="2478251" y="1088715"/>
                </a:moveTo>
                <a:cubicBezTo>
                  <a:pt x="2483874" y="1088715"/>
                  <a:pt x="2488433" y="1093270"/>
                  <a:pt x="2488433" y="1098892"/>
                </a:cubicBezTo>
                <a:cubicBezTo>
                  <a:pt x="2488433" y="1104512"/>
                  <a:pt x="2483874" y="1109067"/>
                  <a:pt x="2478251" y="1109067"/>
                </a:cubicBezTo>
                <a:cubicBezTo>
                  <a:pt x="2472628" y="1109067"/>
                  <a:pt x="2468069" y="1104512"/>
                  <a:pt x="2468069" y="1098892"/>
                </a:cubicBezTo>
                <a:cubicBezTo>
                  <a:pt x="2468069" y="1093270"/>
                  <a:pt x="2472628" y="1088715"/>
                  <a:pt x="2478251" y="1088715"/>
                </a:cubicBezTo>
                <a:close/>
                <a:moveTo>
                  <a:pt x="1210864" y="1088715"/>
                </a:moveTo>
                <a:cubicBezTo>
                  <a:pt x="1216487" y="1088715"/>
                  <a:pt x="1221045" y="1093270"/>
                  <a:pt x="1221045" y="1098892"/>
                </a:cubicBezTo>
                <a:cubicBezTo>
                  <a:pt x="1221045" y="1104512"/>
                  <a:pt x="1216487" y="1109067"/>
                  <a:pt x="1210864" y="1109067"/>
                </a:cubicBezTo>
                <a:cubicBezTo>
                  <a:pt x="1205241" y="1109067"/>
                  <a:pt x="1200682" y="1104512"/>
                  <a:pt x="1200682" y="1098892"/>
                </a:cubicBezTo>
                <a:cubicBezTo>
                  <a:pt x="1200682" y="1093270"/>
                  <a:pt x="1205241" y="1088715"/>
                  <a:pt x="1210864" y="1088715"/>
                </a:cubicBezTo>
                <a:close/>
                <a:moveTo>
                  <a:pt x="2363033" y="1087730"/>
                </a:moveTo>
                <a:cubicBezTo>
                  <a:pt x="2369198" y="1087730"/>
                  <a:pt x="2374195" y="1092727"/>
                  <a:pt x="2374195" y="1098891"/>
                </a:cubicBezTo>
                <a:cubicBezTo>
                  <a:pt x="2374195" y="1105054"/>
                  <a:pt x="2369198" y="1110052"/>
                  <a:pt x="2363033" y="1110052"/>
                </a:cubicBezTo>
                <a:cubicBezTo>
                  <a:pt x="2356869" y="1110052"/>
                  <a:pt x="2351872" y="1105054"/>
                  <a:pt x="2351872" y="1098891"/>
                </a:cubicBezTo>
                <a:cubicBezTo>
                  <a:pt x="2351872" y="1092727"/>
                  <a:pt x="2356869" y="1087730"/>
                  <a:pt x="2363033" y="1087730"/>
                </a:cubicBezTo>
                <a:close/>
                <a:moveTo>
                  <a:pt x="1326080" y="1087730"/>
                </a:moveTo>
                <a:cubicBezTo>
                  <a:pt x="1332245" y="1087730"/>
                  <a:pt x="1337243" y="1092727"/>
                  <a:pt x="1337243" y="1098891"/>
                </a:cubicBezTo>
                <a:cubicBezTo>
                  <a:pt x="1337243" y="1105054"/>
                  <a:pt x="1332245" y="1110052"/>
                  <a:pt x="1326080" y="1110052"/>
                </a:cubicBezTo>
                <a:cubicBezTo>
                  <a:pt x="1319916" y="1110052"/>
                  <a:pt x="1314919" y="1105054"/>
                  <a:pt x="1314919" y="1098891"/>
                </a:cubicBezTo>
                <a:cubicBezTo>
                  <a:pt x="1314919" y="1092727"/>
                  <a:pt x="1319916" y="1087730"/>
                  <a:pt x="1326080" y="1087730"/>
                </a:cubicBezTo>
                <a:close/>
                <a:moveTo>
                  <a:pt x="2247817" y="1086708"/>
                </a:moveTo>
                <a:cubicBezTo>
                  <a:pt x="2254547" y="1086708"/>
                  <a:pt x="2260002" y="1092161"/>
                  <a:pt x="2260002" y="1098892"/>
                </a:cubicBezTo>
                <a:cubicBezTo>
                  <a:pt x="2260002" y="1105617"/>
                  <a:pt x="2254547" y="1111076"/>
                  <a:pt x="2247817" y="1111076"/>
                </a:cubicBezTo>
                <a:cubicBezTo>
                  <a:pt x="2241087" y="1111076"/>
                  <a:pt x="2235631" y="1105617"/>
                  <a:pt x="2235631" y="1098892"/>
                </a:cubicBezTo>
                <a:cubicBezTo>
                  <a:pt x="2235631" y="1092161"/>
                  <a:pt x="2241087" y="1086708"/>
                  <a:pt x="2247817" y="1086708"/>
                </a:cubicBezTo>
                <a:close/>
                <a:moveTo>
                  <a:pt x="1441298" y="1086708"/>
                </a:moveTo>
                <a:cubicBezTo>
                  <a:pt x="1448028" y="1086708"/>
                  <a:pt x="1453484" y="1092161"/>
                  <a:pt x="1453484" y="1098892"/>
                </a:cubicBezTo>
                <a:cubicBezTo>
                  <a:pt x="1453484" y="1105617"/>
                  <a:pt x="1448028" y="1111076"/>
                  <a:pt x="1441298" y="1111076"/>
                </a:cubicBezTo>
                <a:cubicBezTo>
                  <a:pt x="1434568" y="1111076"/>
                  <a:pt x="1429112" y="1105617"/>
                  <a:pt x="1429112" y="1098892"/>
                </a:cubicBezTo>
                <a:cubicBezTo>
                  <a:pt x="1429112" y="1092161"/>
                  <a:pt x="1434568" y="1086708"/>
                  <a:pt x="1441298" y="1086708"/>
                </a:cubicBezTo>
                <a:close/>
                <a:moveTo>
                  <a:pt x="2132601" y="1085950"/>
                </a:moveTo>
                <a:cubicBezTo>
                  <a:pt x="2139749" y="1085950"/>
                  <a:pt x="2145545" y="1091743"/>
                  <a:pt x="2145545" y="1098891"/>
                </a:cubicBezTo>
                <a:cubicBezTo>
                  <a:pt x="2145545" y="1106036"/>
                  <a:pt x="2139749" y="1111832"/>
                  <a:pt x="2132601" y="1111832"/>
                </a:cubicBezTo>
                <a:cubicBezTo>
                  <a:pt x="2125451" y="1111832"/>
                  <a:pt x="2119656" y="1106036"/>
                  <a:pt x="2119656" y="1098891"/>
                </a:cubicBezTo>
                <a:cubicBezTo>
                  <a:pt x="2119656" y="1091743"/>
                  <a:pt x="2125451" y="1085950"/>
                  <a:pt x="2132601" y="1085950"/>
                </a:cubicBezTo>
                <a:close/>
                <a:moveTo>
                  <a:pt x="1556514" y="1085950"/>
                </a:moveTo>
                <a:cubicBezTo>
                  <a:pt x="1563664" y="1085950"/>
                  <a:pt x="1569459" y="1091743"/>
                  <a:pt x="1569459" y="1098891"/>
                </a:cubicBezTo>
                <a:cubicBezTo>
                  <a:pt x="1569459" y="1106036"/>
                  <a:pt x="1563664" y="1111832"/>
                  <a:pt x="1556514" y="1111832"/>
                </a:cubicBezTo>
                <a:cubicBezTo>
                  <a:pt x="1549366" y="1111832"/>
                  <a:pt x="1543570" y="1106036"/>
                  <a:pt x="1543570" y="1098891"/>
                </a:cubicBezTo>
                <a:cubicBezTo>
                  <a:pt x="1543570" y="1091743"/>
                  <a:pt x="1549366" y="1085950"/>
                  <a:pt x="1556514" y="1085950"/>
                </a:cubicBezTo>
                <a:close/>
                <a:moveTo>
                  <a:pt x="2017383" y="1085326"/>
                </a:moveTo>
                <a:cubicBezTo>
                  <a:pt x="2024875" y="1085326"/>
                  <a:pt x="2030950" y="1091403"/>
                  <a:pt x="2030950" y="1098892"/>
                </a:cubicBezTo>
                <a:cubicBezTo>
                  <a:pt x="2030950" y="1106382"/>
                  <a:pt x="2024875" y="1112454"/>
                  <a:pt x="2017383" y="1112454"/>
                </a:cubicBezTo>
                <a:cubicBezTo>
                  <a:pt x="2009890" y="1112454"/>
                  <a:pt x="2003815" y="1106382"/>
                  <a:pt x="2003815" y="1098892"/>
                </a:cubicBezTo>
                <a:cubicBezTo>
                  <a:pt x="2003815" y="1091403"/>
                  <a:pt x="2009890" y="1085326"/>
                  <a:pt x="2017383" y="1085326"/>
                </a:cubicBezTo>
                <a:close/>
                <a:moveTo>
                  <a:pt x="1671732" y="1085326"/>
                </a:moveTo>
                <a:cubicBezTo>
                  <a:pt x="1679225" y="1085326"/>
                  <a:pt x="1685299" y="1091403"/>
                  <a:pt x="1685299" y="1098892"/>
                </a:cubicBezTo>
                <a:cubicBezTo>
                  <a:pt x="1685299" y="1106382"/>
                  <a:pt x="1679225" y="1112454"/>
                  <a:pt x="1671732" y="1112454"/>
                </a:cubicBezTo>
                <a:cubicBezTo>
                  <a:pt x="1664239" y="1112454"/>
                  <a:pt x="1658165" y="1106382"/>
                  <a:pt x="1658165" y="1098892"/>
                </a:cubicBezTo>
                <a:cubicBezTo>
                  <a:pt x="1658165" y="1091403"/>
                  <a:pt x="1664239" y="1085326"/>
                  <a:pt x="1671732" y="1085326"/>
                </a:cubicBezTo>
                <a:close/>
                <a:moveTo>
                  <a:pt x="1902166" y="1085011"/>
                </a:moveTo>
                <a:cubicBezTo>
                  <a:pt x="1909834" y="1085011"/>
                  <a:pt x="1916050" y="1091224"/>
                  <a:pt x="1916050" y="1098891"/>
                </a:cubicBezTo>
                <a:cubicBezTo>
                  <a:pt x="1916050" y="1106555"/>
                  <a:pt x="1909834" y="1112772"/>
                  <a:pt x="1902166" y="1112772"/>
                </a:cubicBezTo>
                <a:cubicBezTo>
                  <a:pt x="1894498" y="1112772"/>
                  <a:pt x="1888282" y="1106555"/>
                  <a:pt x="1888282" y="1098891"/>
                </a:cubicBezTo>
                <a:cubicBezTo>
                  <a:pt x="1888282" y="1091224"/>
                  <a:pt x="1894498" y="1085011"/>
                  <a:pt x="1902166" y="1085011"/>
                </a:cubicBezTo>
                <a:close/>
                <a:moveTo>
                  <a:pt x="1786949" y="1085011"/>
                </a:moveTo>
                <a:cubicBezTo>
                  <a:pt x="1794617" y="1085011"/>
                  <a:pt x="1800833" y="1091224"/>
                  <a:pt x="1800833" y="1098891"/>
                </a:cubicBezTo>
                <a:cubicBezTo>
                  <a:pt x="1800833" y="1106555"/>
                  <a:pt x="1794617" y="1112772"/>
                  <a:pt x="1786949" y="1112772"/>
                </a:cubicBezTo>
                <a:cubicBezTo>
                  <a:pt x="1779281" y="1112772"/>
                  <a:pt x="1773065" y="1106555"/>
                  <a:pt x="1773065" y="1098891"/>
                </a:cubicBezTo>
                <a:cubicBezTo>
                  <a:pt x="1773065" y="1091224"/>
                  <a:pt x="1779281" y="1085011"/>
                  <a:pt x="1786949" y="1085011"/>
                </a:cubicBezTo>
                <a:close/>
                <a:moveTo>
                  <a:pt x="3457596" y="997812"/>
                </a:moveTo>
                <a:cubicBezTo>
                  <a:pt x="3458301" y="997812"/>
                  <a:pt x="3458873" y="998387"/>
                  <a:pt x="3458873" y="999093"/>
                </a:cubicBezTo>
                <a:cubicBezTo>
                  <a:pt x="3458873" y="999799"/>
                  <a:pt x="3458301" y="1000369"/>
                  <a:pt x="3457596" y="1000369"/>
                </a:cubicBezTo>
                <a:cubicBezTo>
                  <a:pt x="3456890" y="1000369"/>
                  <a:pt x="3456319" y="999799"/>
                  <a:pt x="3456319" y="999093"/>
                </a:cubicBezTo>
                <a:cubicBezTo>
                  <a:pt x="3456319" y="998387"/>
                  <a:pt x="3456890" y="997812"/>
                  <a:pt x="3457596" y="997812"/>
                </a:cubicBezTo>
                <a:close/>
                <a:moveTo>
                  <a:pt x="231519" y="997812"/>
                </a:moveTo>
                <a:cubicBezTo>
                  <a:pt x="232224" y="997812"/>
                  <a:pt x="232796" y="998387"/>
                  <a:pt x="232796" y="999093"/>
                </a:cubicBezTo>
                <a:cubicBezTo>
                  <a:pt x="232796" y="999799"/>
                  <a:pt x="232224" y="1000369"/>
                  <a:pt x="231519" y="1000369"/>
                </a:cubicBezTo>
                <a:cubicBezTo>
                  <a:pt x="230814" y="1000369"/>
                  <a:pt x="230242" y="999799"/>
                  <a:pt x="230242" y="999093"/>
                </a:cubicBezTo>
                <a:cubicBezTo>
                  <a:pt x="230242" y="998387"/>
                  <a:pt x="230814" y="997812"/>
                  <a:pt x="231519" y="997812"/>
                </a:cubicBezTo>
                <a:close/>
                <a:moveTo>
                  <a:pt x="3342379" y="997147"/>
                </a:moveTo>
                <a:cubicBezTo>
                  <a:pt x="3343451" y="997147"/>
                  <a:pt x="3344321" y="998019"/>
                  <a:pt x="3344321" y="999091"/>
                </a:cubicBezTo>
                <a:cubicBezTo>
                  <a:pt x="3344321" y="1000164"/>
                  <a:pt x="3343451" y="1001034"/>
                  <a:pt x="3342379" y="1001034"/>
                </a:cubicBezTo>
                <a:cubicBezTo>
                  <a:pt x="3341306" y="1001034"/>
                  <a:pt x="3340436" y="1000164"/>
                  <a:pt x="3340436" y="999091"/>
                </a:cubicBezTo>
                <a:cubicBezTo>
                  <a:pt x="3340436" y="998019"/>
                  <a:pt x="3341306" y="997147"/>
                  <a:pt x="3342379" y="997147"/>
                </a:cubicBezTo>
                <a:close/>
                <a:moveTo>
                  <a:pt x="346736" y="997147"/>
                </a:moveTo>
                <a:cubicBezTo>
                  <a:pt x="347808" y="997147"/>
                  <a:pt x="348678" y="998019"/>
                  <a:pt x="348678" y="999091"/>
                </a:cubicBezTo>
                <a:cubicBezTo>
                  <a:pt x="348678" y="1000164"/>
                  <a:pt x="347808" y="1001034"/>
                  <a:pt x="346736" y="1001034"/>
                </a:cubicBezTo>
                <a:cubicBezTo>
                  <a:pt x="345664" y="1001034"/>
                  <a:pt x="344794" y="1000164"/>
                  <a:pt x="344794" y="999091"/>
                </a:cubicBezTo>
                <a:cubicBezTo>
                  <a:pt x="344794" y="998019"/>
                  <a:pt x="345664" y="997147"/>
                  <a:pt x="346736" y="997147"/>
                </a:cubicBezTo>
                <a:close/>
                <a:moveTo>
                  <a:pt x="3227162" y="996420"/>
                </a:moveTo>
                <a:cubicBezTo>
                  <a:pt x="3228636" y="996420"/>
                  <a:pt x="3229832" y="997615"/>
                  <a:pt x="3229832" y="999093"/>
                </a:cubicBezTo>
                <a:cubicBezTo>
                  <a:pt x="3229832" y="1000567"/>
                  <a:pt x="3228636" y="1001766"/>
                  <a:pt x="3227162" y="1001766"/>
                </a:cubicBezTo>
                <a:cubicBezTo>
                  <a:pt x="3225687" y="1001766"/>
                  <a:pt x="3224491" y="1000567"/>
                  <a:pt x="3224491" y="999093"/>
                </a:cubicBezTo>
                <a:cubicBezTo>
                  <a:pt x="3224491" y="997615"/>
                  <a:pt x="3225687" y="996420"/>
                  <a:pt x="3227162" y="996420"/>
                </a:cubicBezTo>
                <a:close/>
                <a:moveTo>
                  <a:pt x="461953" y="996420"/>
                </a:moveTo>
                <a:cubicBezTo>
                  <a:pt x="463429" y="996420"/>
                  <a:pt x="464624" y="997615"/>
                  <a:pt x="464624" y="999093"/>
                </a:cubicBezTo>
                <a:cubicBezTo>
                  <a:pt x="464624" y="1000567"/>
                  <a:pt x="463429" y="1001766"/>
                  <a:pt x="461953" y="1001766"/>
                </a:cubicBezTo>
                <a:cubicBezTo>
                  <a:pt x="460478" y="1001766"/>
                  <a:pt x="459283" y="1000567"/>
                  <a:pt x="459283" y="999093"/>
                </a:cubicBezTo>
                <a:cubicBezTo>
                  <a:pt x="459283" y="997615"/>
                  <a:pt x="460478" y="996420"/>
                  <a:pt x="461953" y="996420"/>
                </a:cubicBezTo>
                <a:close/>
                <a:moveTo>
                  <a:pt x="3111944" y="995579"/>
                </a:moveTo>
                <a:cubicBezTo>
                  <a:pt x="3113884" y="995579"/>
                  <a:pt x="3115455" y="997152"/>
                  <a:pt x="3115455" y="999093"/>
                </a:cubicBezTo>
                <a:cubicBezTo>
                  <a:pt x="3115455" y="1001032"/>
                  <a:pt x="3113883" y="1002604"/>
                  <a:pt x="3111944" y="1002604"/>
                </a:cubicBezTo>
                <a:cubicBezTo>
                  <a:pt x="3110005" y="1002604"/>
                  <a:pt x="3108433" y="1001032"/>
                  <a:pt x="3108433" y="999093"/>
                </a:cubicBezTo>
                <a:cubicBezTo>
                  <a:pt x="3108433" y="997152"/>
                  <a:pt x="3110005" y="995579"/>
                  <a:pt x="3111944" y="995579"/>
                </a:cubicBezTo>
                <a:close/>
                <a:moveTo>
                  <a:pt x="577170" y="995579"/>
                </a:moveTo>
                <a:cubicBezTo>
                  <a:pt x="579109" y="995579"/>
                  <a:pt x="580681" y="997152"/>
                  <a:pt x="580681" y="999093"/>
                </a:cubicBezTo>
                <a:cubicBezTo>
                  <a:pt x="580681" y="1001032"/>
                  <a:pt x="579109" y="1002604"/>
                  <a:pt x="577170" y="1002604"/>
                </a:cubicBezTo>
                <a:cubicBezTo>
                  <a:pt x="575230" y="1002604"/>
                  <a:pt x="573659" y="1001032"/>
                  <a:pt x="573659" y="999093"/>
                </a:cubicBezTo>
                <a:cubicBezTo>
                  <a:pt x="573659" y="997152"/>
                  <a:pt x="575230" y="995579"/>
                  <a:pt x="577170" y="995579"/>
                </a:cubicBezTo>
                <a:close/>
                <a:moveTo>
                  <a:pt x="2996727" y="994719"/>
                </a:moveTo>
                <a:cubicBezTo>
                  <a:pt x="2999143" y="994719"/>
                  <a:pt x="3001100" y="996675"/>
                  <a:pt x="3001100" y="999091"/>
                </a:cubicBezTo>
                <a:cubicBezTo>
                  <a:pt x="3001100" y="1001506"/>
                  <a:pt x="2999142" y="1003466"/>
                  <a:pt x="2996727" y="1003466"/>
                </a:cubicBezTo>
                <a:cubicBezTo>
                  <a:pt x="2994312" y="1003466"/>
                  <a:pt x="2992355" y="1001506"/>
                  <a:pt x="2992355" y="999091"/>
                </a:cubicBezTo>
                <a:cubicBezTo>
                  <a:pt x="2992355" y="996675"/>
                  <a:pt x="2994313" y="994719"/>
                  <a:pt x="2996727" y="994719"/>
                </a:cubicBezTo>
                <a:close/>
                <a:moveTo>
                  <a:pt x="692388" y="994719"/>
                </a:moveTo>
                <a:cubicBezTo>
                  <a:pt x="694803" y="994719"/>
                  <a:pt x="696760" y="996675"/>
                  <a:pt x="696760" y="999091"/>
                </a:cubicBezTo>
                <a:cubicBezTo>
                  <a:pt x="696760" y="1001506"/>
                  <a:pt x="694803" y="1003466"/>
                  <a:pt x="692388" y="1003466"/>
                </a:cubicBezTo>
                <a:cubicBezTo>
                  <a:pt x="689973" y="1003466"/>
                  <a:pt x="688015" y="1001506"/>
                  <a:pt x="688015" y="999091"/>
                </a:cubicBezTo>
                <a:cubicBezTo>
                  <a:pt x="688015" y="996675"/>
                  <a:pt x="689973" y="994719"/>
                  <a:pt x="692388" y="994719"/>
                </a:cubicBezTo>
                <a:close/>
                <a:moveTo>
                  <a:pt x="807604" y="993762"/>
                </a:moveTo>
                <a:cubicBezTo>
                  <a:pt x="810545" y="993762"/>
                  <a:pt x="812929" y="996148"/>
                  <a:pt x="812929" y="999091"/>
                </a:cubicBezTo>
                <a:cubicBezTo>
                  <a:pt x="812929" y="1002035"/>
                  <a:pt x="810545" y="1004416"/>
                  <a:pt x="807604" y="1004416"/>
                </a:cubicBezTo>
                <a:cubicBezTo>
                  <a:pt x="804663" y="1004416"/>
                  <a:pt x="802279" y="1002035"/>
                  <a:pt x="802279" y="999091"/>
                </a:cubicBezTo>
                <a:cubicBezTo>
                  <a:pt x="802279" y="996148"/>
                  <a:pt x="804663" y="993762"/>
                  <a:pt x="807604" y="993762"/>
                </a:cubicBezTo>
                <a:close/>
                <a:moveTo>
                  <a:pt x="2881510" y="993663"/>
                </a:moveTo>
                <a:cubicBezTo>
                  <a:pt x="2884507" y="993663"/>
                  <a:pt x="2886936" y="996095"/>
                  <a:pt x="2886936" y="999093"/>
                </a:cubicBezTo>
                <a:cubicBezTo>
                  <a:pt x="2886936" y="1002090"/>
                  <a:pt x="2884507" y="1004520"/>
                  <a:pt x="2881510" y="1004520"/>
                </a:cubicBezTo>
                <a:cubicBezTo>
                  <a:pt x="2878513" y="1004520"/>
                  <a:pt x="2876084" y="1002090"/>
                  <a:pt x="2876084" y="999093"/>
                </a:cubicBezTo>
                <a:cubicBezTo>
                  <a:pt x="2876084" y="996095"/>
                  <a:pt x="2878513" y="993663"/>
                  <a:pt x="2881510" y="993663"/>
                </a:cubicBezTo>
                <a:close/>
                <a:moveTo>
                  <a:pt x="2766293" y="992609"/>
                </a:moveTo>
                <a:cubicBezTo>
                  <a:pt x="2769872" y="992609"/>
                  <a:pt x="2772772" y="995512"/>
                  <a:pt x="2772772" y="999091"/>
                </a:cubicBezTo>
                <a:cubicBezTo>
                  <a:pt x="2772772" y="1002670"/>
                  <a:pt x="2769872" y="1005574"/>
                  <a:pt x="2766293" y="1005574"/>
                </a:cubicBezTo>
                <a:cubicBezTo>
                  <a:pt x="2762715" y="1005574"/>
                  <a:pt x="2759815" y="1002670"/>
                  <a:pt x="2759815" y="999091"/>
                </a:cubicBezTo>
                <a:cubicBezTo>
                  <a:pt x="2759815" y="995512"/>
                  <a:pt x="2762715" y="992609"/>
                  <a:pt x="2766293" y="992609"/>
                </a:cubicBezTo>
                <a:close/>
                <a:moveTo>
                  <a:pt x="922821" y="992609"/>
                </a:moveTo>
                <a:cubicBezTo>
                  <a:pt x="926400" y="992609"/>
                  <a:pt x="929300" y="995512"/>
                  <a:pt x="929300" y="999091"/>
                </a:cubicBezTo>
                <a:cubicBezTo>
                  <a:pt x="929300" y="1002670"/>
                  <a:pt x="926400" y="1005574"/>
                  <a:pt x="922821" y="1005574"/>
                </a:cubicBezTo>
                <a:cubicBezTo>
                  <a:pt x="919243" y="1005574"/>
                  <a:pt x="916342" y="1002670"/>
                  <a:pt x="916342" y="999091"/>
                </a:cubicBezTo>
                <a:cubicBezTo>
                  <a:pt x="916342" y="995512"/>
                  <a:pt x="919243" y="992609"/>
                  <a:pt x="922821" y="992609"/>
                </a:cubicBezTo>
                <a:close/>
                <a:moveTo>
                  <a:pt x="2651076" y="991585"/>
                </a:moveTo>
                <a:cubicBezTo>
                  <a:pt x="2655221" y="991585"/>
                  <a:pt x="2658580" y="994944"/>
                  <a:pt x="2658580" y="999091"/>
                </a:cubicBezTo>
                <a:cubicBezTo>
                  <a:pt x="2658580" y="1003237"/>
                  <a:pt x="2655221" y="1006598"/>
                  <a:pt x="2651076" y="1006598"/>
                </a:cubicBezTo>
                <a:cubicBezTo>
                  <a:pt x="2646932" y="1006598"/>
                  <a:pt x="2643572" y="1003237"/>
                  <a:pt x="2643572" y="999091"/>
                </a:cubicBezTo>
                <a:cubicBezTo>
                  <a:pt x="2643572" y="994944"/>
                  <a:pt x="2646932" y="991585"/>
                  <a:pt x="2651076" y="991585"/>
                </a:cubicBezTo>
                <a:close/>
                <a:moveTo>
                  <a:pt x="1038038" y="991585"/>
                </a:moveTo>
                <a:cubicBezTo>
                  <a:pt x="1042183" y="991585"/>
                  <a:pt x="1045542" y="994944"/>
                  <a:pt x="1045542" y="999091"/>
                </a:cubicBezTo>
                <a:cubicBezTo>
                  <a:pt x="1045542" y="1003237"/>
                  <a:pt x="1042183" y="1006598"/>
                  <a:pt x="1038038" y="1006598"/>
                </a:cubicBezTo>
                <a:cubicBezTo>
                  <a:pt x="1033893" y="1006598"/>
                  <a:pt x="1030534" y="1003237"/>
                  <a:pt x="1030534" y="999091"/>
                </a:cubicBezTo>
                <a:cubicBezTo>
                  <a:pt x="1030534" y="994944"/>
                  <a:pt x="1033893" y="991585"/>
                  <a:pt x="1038038" y="991585"/>
                </a:cubicBezTo>
                <a:close/>
                <a:moveTo>
                  <a:pt x="2535859" y="990486"/>
                </a:moveTo>
                <a:cubicBezTo>
                  <a:pt x="2540611" y="990486"/>
                  <a:pt x="2544462" y="994339"/>
                  <a:pt x="2544462" y="999093"/>
                </a:cubicBezTo>
                <a:cubicBezTo>
                  <a:pt x="2544462" y="1003842"/>
                  <a:pt x="2540611" y="1007697"/>
                  <a:pt x="2535859" y="1007697"/>
                </a:cubicBezTo>
                <a:cubicBezTo>
                  <a:pt x="2531108" y="1007697"/>
                  <a:pt x="2527257" y="1003842"/>
                  <a:pt x="2527257" y="999093"/>
                </a:cubicBezTo>
                <a:cubicBezTo>
                  <a:pt x="2527257" y="994339"/>
                  <a:pt x="2531108" y="990486"/>
                  <a:pt x="2535859" y="990486"/>
                </a:cubicBezTo>
                <a:close/>
                <a:moveTo>
                  <a:pt x="1153255" y="990486"/>
                </a:moveTo>
                <a:cubicBezTo>
                  <a:pt x="1158006" y="990486"/>
                  <a:pt x="1161858" y="994339"/>
                  <a:pt x="1161858" y="999093"/>
                </a:cubicBezTo>
                <a:cubicBezTo>
                  <a:pt x="1161858" y="1003842"/>
                  <a:pt x="1158006" y="1007697"/>
                  <a:pt x="1153255" y="1007697"/>
                </a:cubicBezTo>
                <a:cubicBezTo>
                  <a:pt x="1148503" y="1007697"/>
                  <a:pt x="1144652" y="1003842"/>
                  <a:pt x="1144652" y="999093"/>
                </a:cubicBezTo>
                <a:cubicBezTo>
                  <a:pt x="1144652" y="994339"/>
                  <a:pt x="1148503" y="990486"/>
                  <a:pt x="1153255" y="990486"/>
                </a:cubicBezTo>
                <a:close/>
                <a:moveTo>
                  <a:pt x="2420643" y="989578"/>
                </a:moveTo>
                <a:cubicBezTo>
                  <a:pt x="2425894" y="989578"/>
                  <a:pt x="2430150" y="993839"/>
                  <a:pt x="2430150" y="999093"/>
                </a:cubicBezTo>
                <a:cubicBezTo>
                  <a:pt x="2430150" y="1004344"/>
                  <a:pt x="2425894" y="1008602"/>
                  <a:pt x="2420643" y="1008602"/>
                </a:cubicBezTo>
                <a:cubicBezTo>
                  <a:pt x="2415391" y="1008602"/>
                  <a:pt x="2411135" y="1004344"/>
                  <a:pt x="2411135" y="999093"/>
                </a:cubicBezTo>
                <a:cubicBezTo>
                  <a:pt x="2411135" y="993839"/>
                  <a:pt x="2415391" y="989578"/>
                  <a:pt x="2420643" y="989578"/>
                </a:cubicBezTo>
                <a:close/>
                <a:moveTo>
                  <a:pt x="1268472" y="989578"/>
                </a:moveTo>
                <a:cubicBezTo>
                  <a:pt x="1273723" y="989578"/>
                  <a:pt x="1277980" y="993839"/>
                  <a:pt x="1277980" y="999093"/>
                </a:cubicBezTo>
                <a:cubicBezTo>
                  <a:pt x="1277980" y="1004344"/>
                  <a:pt x="1273723" y="1008602"/>
                  <a:pt x="1268472" y="1008602"/>
                </a:cubicBezTo>
                <a:cubicBezTo>
                  <a:pt x="1263220" y="1008602"/>
                  <a:pt x="1258964" y="1004344"/>
                  <a:pt x="1258964" y="999093"/>
                </a:cubicBezTo>
                <a:cubicBezTo>
                  <a:pt x="1258964" y="993839"/>
                  <a:pt x="1263220" y="989578"/>
                  <a:pt x="1268472" y="989578"/>
                </a:cubicBezTo>
                <a:close/>
                <a:moveTo>
                  <a:pt x="2305426" y="988631"/>
                </a:moveTo>
                <a:cubicBezTo>
                  <a:pt x="2311201" y="988631"/>
                  <a:pt x="2315882" y="993314"/>
                  <a:pt x="2315882" y="999093"/>
                </a:cubicBezTo>
                <a:cubicBezTo>
                  <a:pt x="2315882" y="1004869"/>
                  <a:pt x="2311201" y="1009553"/>
                  <a:pt x="2305426" y="1009553"/>
                </a:cubicBezTo>
                <a:cubicBezTo>
                  <a:pt x="2299650" y="1009553"/>
                  <a:pt x="2294968" y="1004869"/>
                  <a:pt x="2294968" y="999093"/>
                </a:cubicBezTo>
                <a:cubicBezTo>
                  <a:pt x="2294968" y="993314"/>
                  <a:pt x="2299650" y="988631"/>
                  <a:pt x="2305426" y="988631"/>
                </a:cubicBezTo>
                <a:close/>
                <a:moveTo>
                  <a:pt x="1383689" y="988631"/>
                </a:moveTo>
                <a:cubicBezTo>
                  <a:pt x="1389464" y="988631"/>
                  <a:pt x="1394146" y="993314"/>
                  <a:pt x="1394146" y="999093"/>
                </a:cubicBezTo>
                <a:cubicBezTo>
                  <a:pt x="1394146" y="1004869"/>
                  <a:pt x="1389464" y="1009553"/>
                  <a:pt x="1383689" y="1009553"/>
                </a:cubicBezTo>
                <a:cubicBezTo>
                  <a:pt x="1377913" y="1009553"/>
                  <a:pt x="1373232" y="1004869"/>
                  <a:pt x="1373232" y="999093"/>
                </a:cubicBezTo>
                <a:cubicBezTo>
                  <a:pt x="1373232" y="993314"/>
                  <a:pt x="1377913" y="988631"/>
                  <a:pt x="1383689" y="988631"/>
                </a:cubicBezTo>
                <a:close/>
                <a:moveTo>
                  <a:pt x="2190209" y="987785"/>
                </a:moveTo>
                <a:cubicBezTo>
                  <a:pt x="2196452" y="987785"/>
                  <a:pt x="2201514" y="992846"/>
                  <a:pt x="2201514" y="999093"/>
                </a:cubicBezTo>
                <a:cubicBezTo>
                  <a:pt x="2201514" y="1005338"/>
                  <a:pt x="2196452" y="1010400"/>
                  <a:pt x="2190209" y="1010400"/>
                </a:cubicBezTo>
                <a:cubicBezTo>
                  <a:pt x="2183965" y="1010400"/>
                  <a:pt x="2178903" y="1005338"/>
                  <a:pt x="2178903" y="999093"/>
                </a:cubicBezTo>
                <a:cubicBezTo>
                  <a:pt x="2178903" y="992846"/>
                  <a:pt x="2183965" y="987785"/>
                  <a:pt x="2190209" y="987785"/>
                </a:cubicBezTo>
                <a:close/>
                <a:moveTo>
                  <a:pt x="1498906" y="987785"/>
                </a:moveTo>
                <a:cubicBezTo>
                  <a:pt x="1505150" y="987785"/>
                  <a:pt x="1510212" y="992846"/>
                  <a:pt x="1510212" y="999093"/>
                </a:cubicBezTo>
                <a:cubicBezTo>
                  <a:pt x="1510212" y="1005338"/>
                  <a:pt x="1505150" y="1010400"/>
                  <a:pt x="1498906" y="1010400"/>
                </a:cubicBezTo>
                <a:cubicBezTo>
                  <a:pt x="1492663" y="1010400"/>
                  <a:pt x="1487601" y="1005338"/>
                  <a:pt x="1487601" y="999093"/>
                </a:cubicBezTo>
                <a:cubicBezTo>
                  <a:pt x="1487601" y="992846"/>
                  <a:pt x="1492663" y="987785"/>
                  <a:pt x="1498906" y="987785"/>
                </a:cubicBezTo>
                <a:close/>
                <a:moveTo>
                  <a:pt x="2074992" y="987200"/>
                </a:moveTo>
                <a:cubicBezTo>
                  <a:pt x="2081557" y="987200"/>
                  <a:pt x="2086880" y="992525"/>
                  <a:pt x="2086880" y="999093"/>
                </a:cubicBezTo>
                <a:cubicBezTo>
                  <a:pt x="2086880" y="1005662"/>
                  <a:pt x="2081558" y="1010985"/>
                  <a:pt x="2074992" y="1010985"/>
                </a:cubicBezTo>
                <a:cubicBezTo>
                  <a:pt x="2068425" y="1010985"/>
                  <a:pt x="2063102" y="1005662"/>
                  <a:pt x="2063102" y="999093"/>
                </a:cubicBezTo>
                <a:cubicBezTo>
                  <a:pt x="2063102" y="992525"/>
                  <a:pt x="2068425" y="987200"/>
                  <a:pt x="2074992" y="987200"/>
                </a:cubicBezTo>
                <a:close/>
                <a:moveTo>
                  <a:pt x="1614123" y="987200"/>
                </a:moveTo>
                <a:cubicBezTo>
                  <a:pt x="1620689" y="987200"/>
                  <a:pt x="1626012" y="992525"/>
                  <a:pt x="1626012" y="999093"/>
                </a:cubicBezTo>
                <a:cubicBezTo>
                  <a:pt x="1626012" y="1005662"/>
                  <a:pt x="1620690" y="1010985"/>
                  <a:pt x="1614123" y="1010985"/>
                </a:cubicBezTo>
                <a:cubicBezTo>
                  <a:pt x="1607557" y="1010985"/>
                  <a:pt x="1602234" y="1005662"/>
                  <a:pt x="1602234" y="999093"/>
                </a:cubicBezTo>
                <a:cubicBezTo>
                  <a:pt x="1602234" y="992525"/>
                  <a:pt x="1607556" y="987200"/>
                  <a:pt x="1614123" y="987200"/>
                </a:cubicBezTo>
                <a:close/>
                <a:moveTo>
                  <a:pt x="1959774" y="986905"/>
                </a:moveTo>
                <a:cubicBezTo>
                  <a:pt x="1966505" y="986905"/>
                  <a:pt x="1971960" y="992359"/>
                  <a:pt x="1971960" y="999093"/>
                </a:cubicBezTo>
                <a:cubicBezTo>
                  <a:pt x="1971960" y="1005824"/>
                  <a:pt x="1966505" y="1011281"/>
                  <a:pt x="1959774" y="1011281"/>
                </a:cubicBezTo>
                <a:cubicBezTo>
                  <a:pt x="1953044" y="1011281"/>
                  <a:pt x="1947588" y="1005824"/>
                  <a:pt x="1947588" y="999093"/>
                </a:cubicBezTo>
                <a:cubicBezTo>
                  <a:pt x="1947588" y="992359"/>
                  <a:pt x="1953044" y="986905"/>
                  <a:pt x="1959774" y="986905"/>
                </a:cubicBezTo>
                <a:close/>
                <a:moveTo>
                  <a:pt x="1729340" y="986905"/>
                </a:moveTo>
                <a:cubicBezTo>
                  <a:pt x="1736071" y="986905"/>
                  <a:pt x="1741526" y="992359"/>
                  <a:pt x="1741526" y="999093"/>
                </a:cubicBezTo>
                <a:cubicBezTo>
                  <a:pt x="1741526" y="1005824"/>
                  <a:pt x="1736071" y="1011281"/>
                  <a:pt x="1729340" y="1011281"/>
                </a:cubicBezTo>
                <a:cubicBezTo>
                  <a:pt x="1722610" y="1011281"/>
                  <a:pt x="1717154" y="1005824"/>
                  <a:pt x="1717154" y="999093"/>
                </a:cubicBezTo>
                <a:cubicBezTo>
                  <a:pt x="1717154" y="992359"/>
                  <a:pt x="1722610" y="986905"/>
                  <a:pt x="1729340" y="986905"/>
                </a:cubicBezTo>
                <a:close/>
                <a:moveTo>
                  <a:pt x="1844558" y="986757"/>
                </a:moveTo>
                <a:cubicBezTo>
                  <a:pt x="1851370" y="986757"/>
                  <a:pt x="1856893" y="992275"/>
                  <a:pt x="1856893" y="999093"/>
                </a:cubicBezTo>
                <a:cubicBezTo>
                  <a:pt x="1856893" y="1005908"/>
                  <a:pt x="1851370" y="1011430"/>
                  <a:pt x="1844558" y="1011430"/>
                </a:cubicBezTo>
                <a:cubicBezTo>
                  <a:pt x="1837744" y="1011430"/>
                  <a:pt x="1832221" y="1005908"/>
                  <a:pt x="1832221" y="999093"/>
                </a:cubicBezTo>
                <a:cubicBezTo>
                  <a:pt x="1832221" y="992275"/>
                  <a:pt x="1837744" y="986757"/>
                  <a:pt x="1844558" y="986757"/>
                </a:cubicBezTo>
                <a:close/>
                <a:moveTo>
                  <a:pt x="3399987" y="898046"/>
                </a:moveTo>
                <a:cubicBezTo>
                  <a:pt x="3400692" y="898046"/>
                  <a:pt x="3401264" y="898619"/>
                  <a:pt x="3401264" y="899322"/>
                </a:cubicBezTo>
                <a:cubicBezTo>
                  <a:pt x="3401264" y="900026"/>
                  <a:pt x="3400692" y="900601"/>
                  <a:pt x="3399987" y="900601"/>
                </a:cubicBezTo>
                <a:cubicBezTo>
                  <a:pt x="3399281" y="900601"/>
                  <a:pt x="3398710" y="900026"/>
                  <a:pt x="3398710" y="899322"/>
                </a:cubicBezTo>
                <a:cubicBezTo>
                  <a:pt x="3398710" y="898619"/>
                  <a:pt x="3399281" y="898046"/>
                  <a:pt x="3399987" y="898046"/>
                </a:cubicBezTo>
                <a:close/>
                <a:moveTo>
                  <a:pt x="289128" y="898046"/>
                </a:moveTo>
                <a:cubicBezTo>
                  <a:pt x="289833" y="898046"/>
                  <a:pt x="290406" y="898619"/>
                  <a:pt x="290406" y="899322"/>
                </a:cubicBezTo>
                <a:cubicBezTo>
                  <a:pt x="290406" y="900026"/>
                  <a:pt x="289833" y="900601"/>
                  <a:pt x="289128" y="900601"/>
                </a:cubicBezTo>
                <a:cubicBezTo>
                  <a:pt x="288423" y="900601"/>
                  <a:pt x="287851" y="900026"/>
                  <a:pt x="287851" y="899322"/>
                </a:cubicBezTo>
                <a:cubicBezTo>
                  <a:pt x="287851" y="898619"/>
                  <a:pt x="288423" y="898046"/>
                  <a:pt x="289128" y="898046"/>
                </a:cubicBezTo>
                <a:close/>
                <a:moveTo>
                  <a:pt x="3284770" y="897439"/>
                </a:moveTo>
                <a:cubicBezTo>
                  <a:pt x="3285809" y="897439"/>
                  <a:pt x="3286652" y="898284"/>
                  <a:pt x="3286652" y="899324"/>
                </a:cubicBezTo>
                <a:cubicBezTo>
                  <a:pt x="3286652" y="900363"/>
                  <a:pt x="3285809" y="901203"/>
                  <a:pt x="3284770" y="901203"/>
                </a:cubicBezTo>
                <a:cubicBezTo>
                  <a:pt x="3283731" y="901203"/>
                  <a:pt x="3282888" y="900363"/>
                  <a:pt x="3282888" y="899324"/>
                </a:cubicBezTo>
                <a:cubicBezTo>
                  <a:pt x="3282888" y="898284"/>
                  <a:pt x="3283731" y="897439"/>
                  <a:pt x="3284770" y="897439"/>
                </a:cubicBezTo>
                <a:close/>
                <a:moveTo>
                  <a:pt x="404345" y="897439"/>
                </a:moveTo>
                <a:cubicBezTo>
                  <a:pt x="405384" y="897439"/>
                  <a:pt x="406226" y="898284"/>
                  <a:pt x="406226" y="899324"/>
                </a:cubicBezTo>
                <a:cubicBezTo>
                  <a:pt x="406226" y="900363"/>
                  <a:pt x="405384" y="901203"/>
                  <a:pt x="404345" y="901203"/>
                </a:cubicBezTo>
                <a:cubicBezTo>
                  <a:pt x="403306" y="901203"/>
                  <a:pt x="402463" y="900363"/>
                  <a:pt x="402463" y="899324"/>
                </a:cubicBezTo>
                <a:cubicBezTo>
                  <a:pt x="402463" y="898284"/>
                  <a:pt x="403306" y="897439"/>
                  <a:pt x="404345" y="897439"/>
                </a:cubicBezTo>
                <a:close/>
                <a:moveTo>
                  <a:pt x="3169553" y="896724"/>
                </a:moveTo>
                <a:cubicBezTo>
                  <a:pt x="3170989" y="896724"/>
                  <a:pt x="3172153" y="897887"/>
                  <a:pt x="3172153" y="899322"/>
                </a:cubicBezTo>
                <a:cubicBezTo>
                  <a:pt x="3172153" y="900758"/>
                  <a:pt x="3170988" y="901928"/>
                  <a:pt x="3169553" y="901928"/>
                </a:cubicBezTo>
                <a:cubicBezTo>
                  <a:pt x="3168117" y="901928"/>
                  <a:pt x="3166953" y="900758"/>
                  <a:pt x="3166953" y="899322"/>
                </a:cubicBezTo>
                <a:cubicBezTo>
                  <a:pt x="3166953" y="897887"/>
                  <a:pt x="3168118" y="896724"/>
                  <a:pt x="3169553" y="896724"/>
                </a:cubicBezTo>
                <a:close/>
                <a:moveTo>
                  <a:pt x="519562" y="896724"/>
                </a:moveTo>
                <a:cubicBezTo>
                  <a:pt x="520998" y="896724"/>
                  <a:pt x="522161" y="897887"/>
                  <a:pt x="522161" y="899322"/>
                </a:cubicBezTo>
                <a:cubicBezTo>
                  <a:pt x="522161" y="900758"/>
                  <a:pt x="520998" y="901928"/>
                  <a:pt x="519562" y="901928"/>
                </a:cubicBezTo>
                <a:cubicBezTo>
                  <a:pt x="518126" y="901928"/>
                  <a:pt x="516962" y="900758"/>
                  <a:pt x="516962" y="899322"/>
                </a:cubicBezTo>
                <a:cubicBezTo>
                  <a:pt x="516962" y="897887"/>
                  <a:pt x="518126" y="896724"/>
                  <a:pt x="519562" y="896724"/>
                </a:cubicBezTo>
                <a:close/>
                <a:moveTo>
                  <a:pt x="634779" y="895976"/>
                </a:moveTo>
                <a:cubicBezTo>
                  <a:pt x="636629" y="895976"/>
                  <a:pt x="638129" y="897472"/>
                  <a:pt x="638129" y="899322"/>
                </a:cubicBezTo>
                <a:cubicBezTo>
                  <a:pt x="638129" y="901175"/>
                  <a:pt x="636629" y="902673"/>
                  <a:pt x="634779" y="902673"/>
                </a:cubicBezTo>
                <a:cubicBezTo>
                  <a:pt x="632928" y="902673"/>
                  <a:pt x="631429" y="901175"/>
                  <a:pt x="631429" y="899322"/>
                </a:cubicBezTo>
                <a:cubicBezTo>
                  <a:pt x="631429" y="897472"/>
                  <a:pt x="632928" y="895976"/>
                  <a:pt x="634779" y="895976"/>
                </a:cubicBezTo>
                <a:close/>
                <a:moveTo>
                  <a:pt x="3054336" y="895893"/>
                </a:moveTo>
                <a:cubicBezTo>
                  <a:pt x="3056230" y="895893"/>
                  <a:pt x="3057766" y="897428"/>
                  <a:pt x="3057766" y="899322"/>
                </a:cubicBezTo>
                <a:cubicBezTo>
                  <a:pt x="3057766" y="901220"/>
                  <a:pt x="3056230" y="902756"/>
                  <a:pt x="3054336" y="902756"/>
                </a:cubicBezTo>
                <a:cubicBezTo>
                  <a:pt x="3052441" y="902756"/>
                  <a:pt x="3050905" y="901220"/>
                  <a:pt x="3050905" y="899322"/>
                </a:cubicBezTo>
                <a:cubicBezTo>
                  <a:pt x="3050905" y="897428"/>
                  <a:pt x="3052441" y="895893"/>
                  <a:pt x="3054336" y="895893"/>
                </a:cubicBezTo>
                <a:close/>
                <a:moveTo>
                  <a:pt x="2939119" y="895130"/>
                </a:moveTo>
                <a:cubicBezTo>
                  <a:pt x="2941435" y="895130"/>
                  <a:pt x="2943312" y="897008"/>
                  <a:pt x="2943312" y="899324"/>
                </a:cubicBezTo>
                <a:cubicBezTo>
                  <a:pt x="2943312" y="901642"/>
                  <a:pt x="2941435" y="903516"/>
                  <a:pt x="2939119" y="903516"/>
                </a:cubicBezTo>
                <a:cubicBezTo>
                  <a:pt x="2936804" y="903516"/>
                  <a:pt x="2934926" y="901642"/>
                  <a:pt x="2934926" y="899324"/>
                </a:cubicBezTo>
                <a:cubicBezTo>
                  <a:pt x="2934926" y="897008"/>
                  <a:pt x="2936804" y="895130"/>
                  <a:pt x="2939119" y="895130"/>
                </a:cubicBezTo>
                <a:close/>
                <a:moveTo>
                  <a:pt x="749996" y="895130"/>
                </a:moveTo>
                <a:cubicBezTo>
                  <a:pt x="752311" y="895130"/>
                  <a:pt x="754188" y="897008"/>
                  <a:pt x="754188" y="899324"/>
                </a:cubicBezTo>
                <a:cubicBezTo>
                  <a:pt x="754188" y="901642"/>
                  <a:pt x="752311" y="903516"/>
                  <a:pt x="749996" y="903516"/>
                </a:cubicBezTo>
                <a:cubicBezTo>
                  <a:pt x="747680" y="903516"/>
                  <a:pt x="745802" y="901642"/>
                  <a:pt x="745802" y="899324"/>
                </a:cubicBezTo>
                <a:cubicBezTo>
                  <a:pt x="745802" y="897008"/>
                  <a:pt x="747680" y="895130"/>
                  <a:pt x="749996" y="895130"/>
                </a:cubicBezTo>
                <a:close/>
                <a:moveTo>
                  <a:pt x="2823902" y="894197"/>
                </a:moveTo>
                <a:cubicBezTo>
                  <a:pt x="2826734" y="894197"/>
                  <a:pt x="2829030" y="896490"/>
                  <a:pt x="2829030" y="899322"/>
                </a:cubicBezTo>
                <a:cubicBezTo>
                  <a:pt x="2829030" y="902157"/>
                  <a:pt x="2826734" y="904453"/>
                  <a:pt x="2823902" y="904453"/>
                </a:cubicBezTo>
                <a:cubicBezTo>
                  <a:pt x="2821070" y="904453"/>
                  <a:pt x="2818775" y="902157"/>
                  <a:pt x="2818775" y="899322"/>
                </a:cubicBezTo>
                <a:cubicBezTo>
                  <a:pt x="2818775" y="896490"/>
                  <a:pt x="2821070" y="894197"/>
                  <a:pt x="2823902" y="894197"/>
                </a:cubicBezTo>
                <a:close/>
                <a:moveTo>
                  <a:pt x="865212" y="894197"/>
                </a:moveTo>
                <a:cubicBezTo>
                  <a:pt x="868044" y="894197"/>
                  <a:pt x="870340" y="896490"/>
                  <a:pt x="870340" y="899322"/>
                </a:cubicBezTo>
                <a:cubicBezTo>
                  <a:pt x="870340" y="902157"/>
                  <a:pt x="868044" y="904453"/>
                  <a:pt x="865212" y="904453"/>
                </a:cubicBezTo>
                <a:cubicBezTo>
                  <a:pt x="862380" y="904453"/>
                  <a:pt x="860084" y="902157"/>
                  <a:pt x="860084" y="899322"/>
                </a:cubicBezTo>
                <a:cubicBezTo>
                  <a:pt x="860084" y="896490"/>
                  <a:pt x="862380" y="894197"/>
                  <a:pt x="865212" y="894197"/>
                </a:cubicBezTo>
                <a:close/>
                <a:moveTo>
                  <a:pt x="2708684" y="893275"/>
                </a:moveTo>
                <a:cubicBezTo>
                  <a:pt x="2712024" y="893275"/>
                  <a:pt x="2714732" y="895985"/>
                  <a:pt x="2714732" y="899322"/>
                </a:cubicBezTo>
                <a:cubicBezTo>
                  <a:pt x="2714732" y="902664"/>
                  <a:pt x="2712024" y="905367"/>
                  <a:pt x="2708684" y="905367"/>
                </a:cubicBezTo>
                <a:cubicBezTo>
                  <a:pt x="2705345" y="905367"/>
                  <a:pt x="2702638" y="902664"/>
                  <a:pt x="2702638" y="899322"/>
                </a:cubicBezTo>
                <a:cubicBezTo>
                  <a:pt x="2702638" y="895985"/>
                  <a:pt x="2705345" y="893275"/>
                  <a:pt x="2708684" y="893275"/>
                </a:cubicBezTo>
                <a:close/>
                <a:moveTo>
                  <a:pt x="980429" y="893275"/>
                </a:moveTo>
                <a:cubicBezTo>
                  <a:pt x="983769" y="893275"/>
                  <a:pt x="986476" y="895985"/>
                  <a:pt x="986476" y="899322"/>
                </a:cubicBezTo>
                <a:cubicBezTo>
                  <a:pt x="986476" y="902664"/>
                  <a:pt x="983769" y="905367"/>
                  <a:pt x="980429" y="905367"/>
                </a:cubicBezTo>
                <a:cubicBezTo>
                  <a:pt x="977089" y="905367"/>
                  <a:pt x="974383" y="902664"/>
                  <a:pt x="974383" y="899322"/>
                </a:cubicBezTo>
                <a:cubicBezTo>
                  <a:pt x="974383" y="895985"/>
                  <a:pt x="977089" y="893275"/>
                  <a:pt x="980429" y="893275"/>
                </a:cubicBezTo>
                <a:close/>
                <a:moveTo>
                  <a:pt x="2593468" y="892282"/>
                </a:moveTo>
                <a:cubicBezTo>
                  <a:pt x="2597355" y="892282"/>
                  <a:pt x="2600508" y="895433"/>
                  <a:pt x="2600508" y="899322"/>
                </a:cubicBezTo>
                <a:cubicBezTo>
                  <a:pt x="2600508" y="903214"/>
                  <a:pt x="2597355" y="906363"/>
                  <a:pt x="2593468" y="906363"/>
                </a:cubicBezTo>
                <a:cubicBezTo>
                  <a:pt x="2589580" y="906363"/>
                  <a:pt x="2586428" y="903214"/>
                  <a:pt x="2586428" y="899322"/>
                </a:cubicBezTo>
                <a:cubicBezTo>
                  <a:pt x="2586428" y="895433"/>
                  <a:pt x="2589580" y="892282"/>
                  <a:pt x="2593468" y="892282"/>
                </a:cubicBezTo>
                <a:close/>
                <a:moveTo>
                  <a:pt x="1095647" y="892282"/>
                </a:moveTo>
                <a:cubicBezTo>
                  <a:pt x="1099534" y="892282"/>
                  <a:pt x="1102687" y="895433"/>
                  <a:pt x="1102687" y="899322"/>
                </a:cubicBezTo>
                <a:cubicBezTo>
                  <a:pt x="1102687" y="903214"/>
                  <a:pt x="1099534" y="906363"/>
                  <a:pt x="1095647" y="906363"/>
                </a:cubicBezTo>
                <a:cubicBezTo>
                  <a:pt x="1091759" y="906363"/>
                  <a:pt x="1088607" y="903214"/>
                  <a:pt x="1088607" y="899322"/>
                </a:cubicBezTo>
                <a:cubicBezTo>
                  <a:pt x="1088607" y="895433"/>
                  <a:pt x="1091759" y="892282"/>
                  <a:pt x="1095647" y="892282"/>
                </a:cubicBezTo>
                <a:close/>
                <a:moveTo>
                  <a:pt x="2478250" y="891460"/>
                </a:moveTo>
                <a:cubicBezTo>
                  <a:pt x="2482593" y="891460"/>
                  <a:pt x="2486113" y="894984"/>
                  <a:pt x="2486113" y="899322"/>
                </a:cubicBezTo>
                <a:cubicBezTo>
                  <a:pt x="2486113" y="903665"/>
                  <a:pt x="2482593" y="907189"/>
                  <a:pt x="2478250" y="907189"/>
                </a:cubicBezTo>
                <a:cubicBezTo>
                  <a:pt x="2473908" y="907189"/>
                  <a:pt x="2470388" y="903665"/>
                  <a:pt x="2470388" y="899322"/>
                </a:cubicBezTo>
                <a:cubicBezTo>
                  <a:pt x="2470388" y="894984"/>
                  <a:pt x="2473908" y="891460"/>
                  <a:pt x="2478250" y="891460"/>
                </a:cubicBezTo>
                <a:close/>
                <a:moveTo>
                  <a:pt x="1210863" y="891460"/>
                </a:moveTo>
                <a:cubicBezTo>
                  <a:pt x="1215206" y="891460"/>
                  <a:pt x="1218726" y="894984"/>
                  <a:pt x="1218726" y="899322"/>
                </a:cubicBezTo>
                <a:cubicBezTo>
                  <a:pt x="1218726" y="903665"/>
                  <a:pt x="1215206" y="907189"/>
                  <a:pt x="1210863" y="907189"/>
                </a:cubicBezTo>
                <a:cubicBezTo>
                  <a:pt x="1206521" y="907189"/>
                  <a:pt x="1203001" y="903665"/>
                  <a:pt x="1203001" y="899322"/>
                </a:cubicBezTo>
                <a:cubicBezTo>
                  <a:pt x="1203001" y="894984"/>
                  <a:pt x="1206521" y="891460"/>
                  <a:pt x="1210863" y="891460"/>
                </a:cubicBezTo>
                <a:close/>
                <a:moveTo>
                  <a:pt x="2363034" y="890594"/>
                </a:moveTo>
                <a:cubicBezTo>
                  <a:pt x="2367855" y="890594"/>
                  <a:pt x="2371764" y="894506"/>
                  <a:pt x="2371764" y="899322"/>
                </a:cubicBezTo>
                <a:cubicBezTo>
                  <a:pt x="2371764" y="904146"/>
                  <a:pt x="2367855" y="908055"/>
                  <a:pt x="2363034" y="908055"/>
                </a:cubicBezTo>
                <a:cubicBezTo>
                  <a:pt x="2358212" y="908055"/>
                  <a:pt x="2354304" y="904146"/>
                  <a:pt x="2354304" y="899322"/>
                </a:cubicBezTo>
                <a:cubicBezTo>
                  <a:pt x="2354304" y="894506"/>
                  <a:pt x="2358212" y="890594"/>
                  <a:pt x="2363034" y="890594"/>
                </a:cubicBezTo>
                <a:close/>
                <a:moveTo>
                  <a:pt x="1326080" y="890594"/>
                </a:moveTo>
                <a:cubicBezTo>
                  <a:pt x="1330901" y="890594"/>
                  <a:pt x="1334810" y="894506"/>
                  <a:pt x="1334810" y="899322"/>
                </a:cubicBezTo>
                <a:cubicBezTo>
                  <a:pt x="1334810" y="904146"/>
                  <a:pt x="1330901" y="908055"/>
                  <a:pt x="1326080" y="908055"/>
                </a:cubicBezTo>
                <a:cubicBezTo>
                  <a:pt x="1321259" y="908055"/>
                  <a:pt x="1317351" y="904146"/>
                  <a:pt x="1317351" y="899322"/>
                </a:cubicBezTo>
                <a:cubicBezTo>
                  <a:pt x="1317351" y="894506"/>
                  <a:pt x="1321259" y="890594"/>
                  <a:pt x="1326080" y="890594"/>
                </a:cubicBezTo>
                <a:close/>
                <a:moveTo>
                  <a:pt x="2247816" y="889816"/>
                </a:moveTo>
                <a:cubicBezTo>
                  <a:pt x="2253068" y="889816"/>
                  <a:pt x="2257324" y="894072"/>
                  <a:pt x="2257324" y="899324"/>
                </a:cubicBezTo>
                <a:cubicBezTo>
                  <a:pt x="2257324" y="904576"/>
                  <a:pt x="2253068" y="908833"/>
                  <a:pt x="2247816" y="908833"/>
                </a:cubicBezTo>
                <a:cubicBezTo>
                  <a:pt x="2242565" y="908833"/>
                  <a:pt x="2238309" y="904576"/>
                  <a:pt x="2238309" y="899324"/>
                </a:cubicBezTo>
                <a:cubicBezTo>
                  <a:pt x="2238309" y="894072"/>
                  <a:pt x="2242565" y="889816"/>
                  <a:pt x="2247816" y="889816"/>
                </a:cubicBezTo>
                <a:close/>
                <a:moveTo>
                  <a:pt x="1441297" y="889816"/>
                </a:moveTo>
                <a:cubicBezTo>
                  <a:pt x="1446549" y="889816"/>
                  <a:pt x="1450805" y="894072"/>
                  <a:pt x="1450805" y="899324"/>
                </a:cubicBezTo>
                <a:cubicBezTo>
                  <a:pt x="1450805" y="904576"/>
                  <a:pt x="1446549" y="908833"/>
                  <a:pt x="1441297" y="908833"/>
                </a:cubicBezTo>
                <a:cubicBezTo>
                  <a:pt x="1436046" y="908833"/>
                  <a:pt x="1431789" y="904576"/>
                  <a:pt x="1431789" y="899324"/>
                </a:cubicBezTo>
                <a:cubicBezTo>
                  <a:pt x="1431789" y="894072"/>
                  <a:pt x="1436046" y="889816"/>
                  <a:pt x="1441297" y="889816"/>
                </a:cubicBezTo>
                <a:close/>
                <a:moveTo>
                  <a:pt x="2132600" y="889278"/>
                </a:moveTo>
                <a:cubicBezTo>
                  <a:pt x="2138147" y="889278"/>
                  <a:pt x="2142645" y="893778"/>
                  <a:pt x="2142645" y="899322"/>
                </a:cubicBezTo>
                <a:cubicBezTo>
                  <a:pt x="2142645" y="904872"/>
                  <a:pt x="2138147" y="909368"/>
                  <a:pt x="2132600" y="909368"/>
                </a:cubicBezTo>
                <a:cubicBezTo>
                  <a:pt x="2127052" y="909368"/>
                  <a:pt x="2122555" y="904872"/>
                  <a:pt x="2122555" y="899322"/>
                </a:cubicBezTo>
                <a:cubicBezTo>
                  <a:pt x="2122555" y="893778"/>
                  <a:pt x="2127052" y="889278"/>
                  <a:pt x="2132600" y="889278"/>
                </a:cubicBezTo>
                <a:close/>
                <a:moveTo>
                  <a:pt x="1556514" y="889278"/>
                </a:moveTo>
                <a:cubicBezTo>
                  <a:pt x="1562062" y="889278"/>
                  <a:pt x="1566559" y="893778"/>
                  <a:pt x="1566559" y="899322"/>
                </a:cubicBezTo>
                <a:cubicBezTo>
                  <a:pt x="1566559" y="904872"/>
                  <a:pt x="1562062" y="909368"/>
                  <a:pt x="1556514" y="909368"/>
                </a:cubicBezTo>
                <a:cubicBezTo>
                  <a:pt x="1550967" y="909368"/>
                  <a:pt x="1546470" y="904872"/>
                  <a:pt x="1546470" y="899322"/>
                </a:cubicBezTo>
                <a:cubicBezTo>
                  <a:pt x="1546470" y="893778"/>
                  <a:pt x="1550967" y="889278"/>
                  <a:pt x="1556514" y="889278"/>
                </a:cubicBezTo>
                <a:close/>
                <a:moveTo>
                  <a:pt x="2017383" y="888867"/>
                </a:moveTo>
                <a:cubicBezTo>
                  <a:pt x="2023158" y="888867"/>
                  <a:pt x="2027839" y="893548"/>
                  <a:pt x="2027839" y="899324"/>
                </a:cubicBezTo>
                <a:cubicBezTo>
                  <a:pt x="2027839" y="905101"/>
                  <a:pt x="2023158" y="909783"/>
                  <a:pt x="2017383" y="909783"/>
                </a:cubicBezTo>
                <a:cubicBezTo>
                  <a:pt x="2011607" y="909783"/>
                  <a:pt x="2006925" y="905101"/>
                  <a:pt x="2006925" y="899324"/>
                </a:cubicBezTo>
                <a:cubicBezTo>
                  <a:pt x="2006925" y="893548"/>
                  <a:pt x="2011607" y="888867"/>
                  <a:pt x="2017383" y="888867"/>
                </a:cubicBezTo>
                <a:close/>
                <a:moveTo>
                  <a:pt x="1671732" y="888867"/>
                </a:moveTo>
                <a:cubicBezTo>
                  <a:pt x="1677507" y="888867"/>
                  <a:pt x="1682188" y="893548"/>
                  <a:pt x="1682188" y="899324"/>
                </a:cubicBezTo>
                <a:cubicBezTo>
                  <a:pt x="1682188" y="905101"/>
                  <a:pt x="1677507" y="909783"/>
                  <a:pt x="1671732" y="909783"/>
                </a:cubicBezTo>
                <a:cubicBezTo>
                  <a:pt x="1665956" y="909783"/>
                  <a:pt x="1661274" y="905101"/>
                  <a:pt x="1661274" y="899324"/>
                </a:cubicBezTo>
                <a:cubicBezTo>
                  <a:pt x="1661274" y="893548"/>
                  <a:pt x="1665956" y="888867"/>
                  <a:pt x="1671732" y="888867"/>
                </a:cubicBezTo>
                <a:close/>
                <a:moveTo>
                  <a:pt x="1902165" y="888588"/>
                </a:moveTo>
                <a:cubicBezTo>
                  <a:pt x="1908095" y="888588"/>
                  <a:pt x="1912902" y="893396"/>
                  <a:pt x="1912902" y="899322"/>
                </a:cubicBezTo>
                <a:cubicBezTo>
                  <a:pt x="1912902" y="905255"/>
                  <a:pt x="1908095" y="910061"/>
                  <a:pt x="1902165" y="910061"/>
                </a:cubicBezTo>
                <a:cubicBezTo>
                  <a:pt x="1896236" y="910061"/>
                  <a:pt x="1891429" y="905255"/>
                  <a:pt x="1891429" y="899322"/>
                </a:cubicBezTo>
                <a:cubicBezTo>
                  <a:pt x="1891429" y="893396"/>
                  <a:pt x="1896235" y="888588"/>
                  <a:pt x="1902165" y="888588"/>
                </a:cubicBezTo>
                <a:close/>
                <a:moveTo>
                  <a:pt x="1786949" y="888588"/>
                </a:moveTo>
                <a:cubicBezTo>
                  <a:pt x="1792878" y="888588"/>
                  <a:pt x="1797685" y="893396"/>
                  <a:pt x="1797685" y="899322"/>
                </a:cubicBezTo>
                <a:cubicBezTo>
                  <a:pt x="1797685" y="905255"/>
                  <a:pt x="1792878" y="910061"/>
                  <a:pt x="1786949" y="910061"/>
                </a:cubicBezTo>
                <a:cubicBezTo>
                  <a:pt x="1781019" y="910061"/>
                  <a:pt x="1776213" y="905255"/>
                  <a:pt x="1776213" y="899322"/>
                </a:cubicBezTo>
                <a:cubicBezTo>
                  <a:pt x="1776213" y="893396"/>
                  <a:pt x="1781019" y="888588"/>
                  <a:pt x="1786949" y="888588"/>
                </a:cubicBezTo>
                <a:close/>
                <a:moveTo>
                  <a:pt x="3342379" y="798259"/>
                </a:moveTo>
                <a:cubicBezTo>
                  <a:pt x="3343112" y="798259"/>
                  <a:pt x="3343706" y="798854"/>
                  <a:pt x="3343706" y="799587"/>
                </a:cubicBezTo>
                <a:cubicBezTo>
                  <a:pt x="3343706" y="800321"/>
                  <a:pt x="3343112" y="800915"/>
                  <a:pt x="3342379" y="800915"/>
                </a:cubicBezTo>
                <a:cubicBezTo>
                  <a:pt x="3341646" y="800915"/>
                  <a:pt x="3341052" y="800321"/>
                  <a:pt x="3341052" y="799587"/>
                </a:cubicBezTo>
                <a:cubicBezTo>
                  <a:pt x="3341052" y="798854"/>
                  <a:pt x="3341646" y="798259"/>
                  <a:pt x="3342379" y="798259"/>
                </a:cubicBezTo>
                <a:close/>
                <a:moveTo>
                  <a:pt x="346736" y="798257"/>
                </a:moveTo>
                <a:cubicBezTo>
                  <a:pt x="347469" y="798257"/>
                  <a:pt x="348063" y="798854"/>
                  <a:pt x="348063" y="799585"/>
                </a:cubicBezTo>
                <a:cubicBezTo>
                  <a:pt x="348063" y="800318"/>
                  <a:pt x="347469" y="800914"/>
                  <a:pt x="346736" y="800914"/>
                </a:cubicBezTo>
                <a:cubicBezTo>
                  <a:pt x="346003" y="800914"/>
                  <a:pt x="345409" y="800318"/>
                  <a:pt x="345409" y="799585"/>
                </a:cubicBezTo>
                <a:cubicBezTo>
                  <a:pt x="345409" y="798854"/>
                  <a:pt x="346003" y="798257"/>
                  <a:pt x="346736" y="798257"/>
                </a:cubicBezTo>
                <a:close/>
                <a:moveTo>
                  <a:pt x="461953" y="797771"/>
                </a:moveTo>
                <a:cubicBezTo>
                  <a:pt x="462961" y="797771"/>
                  <a:pt x="463776" y="798586"/>
                  <a:pt x="463776" y="799593"/>
                </a:cubicBezTo>
                <a:cubicBezTo>
                  <a:pt x="463776" y="800599"/>
                  <a:pt x="462961" y="801415"/>
                  <a:pt x="461953" y="801415"/>
                </a:cubicBezTo>
                <a:cubicBezTo>
                  <a:pt x="460948" y="801415"/>
                  <a:pt x="460132" y="800599"/>
                  <a:pt x="460132" y="799593"/>
                </a:cubicBezTo>
                <a:cubicBezTo>
                  <a:pt x="460132" y="798586"/>
                  <a:pt x="460948" y="797771"/>
                  <a:pt x="461953" y="797771"/>
                </a:cubicBezTo>
                <a:close/>
                <a:moveTo>
                  <a:pt x="3227162" y="797710"/>
                </a:moveTo>
                <a:cubicBezTo>
                  <a:pt x="3228200" y="797710"/>
                  <a:pt x="3229043" y="798554"/>
                  <a:pt x="3229043" y="799594"/>
                </a:cubicBezTo>
                <a:cubicBezTo>
                  <a:pt x="3229043" y="800634"/>
                  <a:pt x="3228200" y="801476"/>
                  <a:pt x="3227162" y="801476"/>
                </a:cubicBezTo>
                <a:cubicBezTo>
                  <a:pt x="3226122" y="801476"/>
                  <a:pt x="3225280" y="800634"/>
                  <a:pt x="3225280" y="799594"/>
                </a:cubicBezTo>
                <a:cubicBezTo>
                  <a:pt x="3225280" y="798554"/>
                  <a:pt x="3226122" y="797710"/>
                  <a:pt x="3227162" y="797710"/>
                </a:cubicBezTo>
                <a:close/>
                <a:moveTo>
                  <a:pt x="3111945" y="797065"/>
                </a:moveTo>
                <a:cubicBezTo>
                  <a:pt x="3113342" y="797065"/>
                  <a:pt x="3114475" y="798198"/>
                  <a:pt x="3114475" y="799596"/>
                </a:cubicBezTo>
                <a:cubicBezTo>
                  <a:pt x="3114475" y="800993"/>
                  <a:pt x="3113342" y="802126"/>
                  <a:pt x="3111945" y="802126"/>
                </a:cubicBezTo>
                <a:cubicBezTo>
                  <a:pt x="3110548" y="802126"/>
                  <a:pt x="3109415" y="800993"/>
                  <a:pt x="3109415" y="799596"/>
                </a:cubicBezTo>
                <a:cubicBezTo>
                  <a:pt x="3109415" y="798198"/>
                  <a:pt x="3110548" y="797065"/>
                  <a:pt x="3111945" y="797065"/>
                </a:cubicBezTo>
                <a:close/>
                <a:moveTo>
                  <a:pt x="577170" y="797065"/>
                </a:moveTo>
                <a:cubicBezTo>
                  <a:pt x="578568" y="797065"/>
                  <a:pt x="579701" y="798195"/>
                  <a:pt x="579701" y="799594"/>
                </a:cubicBezTo>
                <a:cubicBezTo>
                  <a:pt x="579701" y="800992"/>
                  <a:pt x="578568" y="802124"/>
                  <a:pt x="577170" y="802124"/>
                </a:cubicBezTo>
                <a:cubicBezTo>
                  <a:pt x="575775" y="802124"/>
                  <a:pt x="574641" y="800992"/>
                  <a:pt x="574641" y="799594"/>
                </a:cubicBezTo>
                <a:cubicBezTo>
                  <a:pt x="574641" y="798195"/>
                  <a:pt x="575775" y="797065"/>
                  <a:pt x="577170" y="797065"/>
                </a:cubicBezTo>
                <a:close/>
                <a:moveTo>
                  <a:pt x="2996727" y="796330"/>
                </a:moveTo>
                <a:cubicBezTo>
                  <a:pt x="2998534" y="796330"/>
                  <a:pt x="2999998" y="797789"/>
                  <a:pt x="2999998" y="799599"/>
                </a:cubicBezTo>
                <a:cubicBezTo>
                  <a:pt x="2999998" y="801406"/>
                  <a:pt x="2998534" y="802869"/>
                  <a:pt x="2996727" y="802869"/>
                </a:cubicBezTo>
                <a:cubicBezTo>
                  <a:pt x="2994920" y="802869"/>
                  <a:pt x="2993456" y="801406"/>
                  <a:pt x="2993456" y="799599"/>
                </a:cubicBezTo>
                <a:cubicBezTo>
                  <a:pt x="2993456" y="797789"/>
                  <a:pt x="2994920" y="796330"/>
                  <a:pt x="2996727" y="796330"/>
                </a:cubicBezTo>
                <a:close/>
                <a:moveTo>
                  <a:pt x="692388" y="796324"/>
                </a:moveTo>
                <a:cubicBezTo>
                  <a:pt x="694194" y="796324"/>
                  <a:pt x="695658" y="797787"/>
                  <a:pt x="695658" y="799599"/>
                </a:cubicBezTo>
                <a:cubicBezTo>
                  <a:pt x="695658" y="801406"/>
                  <a:pt x="694194" y="802869"/>
                  <a:pt x="692388" y="802869"/>
                </a:cubicBezTo>
                <a:cubicBezTo>
                  <a:pt x="690581" y="802869"/>
                  <a:pt x="689116" y="801406"/>
                  <a:pt x="689116" y="799599"/>
                </a:cubicBezTo>
                <a:cubicBezTo>
                  <a:pt x="689116" y="797787"/>
                  <a:pt x="690581" y="796324"/>
                  <a:pt x="692388" y="796324"/>
                </a:cubicBezTo>
                <a:close/>
                <a:moveTo>
                  <a:pt x="2881510" y="795580"/>
                </a:moveTo>
                <a:cubicBezTo>
                  <a:pt x="2883729" y="795580"/>
                  <a:pt x="2885528" y="797376"/>
                  <a:pt x="2885528" y="799599"/>
                </a:cubicBezTo>
                <a:cubicBezTo>
                  <a:pt x="2885528" y="801817"/>
                  <a:pt x="2883729" y="803613"/>
                  <a:pt x="2881510" y="803613"/>
                </a:cubicBezTo>
                <a:cubicBezTo>
                  <a:pt x="2879292" y="803613"/>
                  <a:pt x="2877494" y="801817"/>
                  <a:pt x="2877494" y="799599"/>
                </a:cubicBezTo>
                <a:cubicBezTo>
                  <a:pt x="2877494" y="797376"/>
                  <a:pt x="2879292" y="795580"/>
                  <a:pt x="2881510" y="795580"/>
                </a:cubicBezTo>
                <a:close/>
                <a:moveTo>
                  <a:pt x="807604" y="795578"/>
                </a:moveTo>
                <a:cubicBezTo>
                  <a:pt x="809823" y="795578"/>
                  <a:pt x="811621" y="797376"/>
                  <a:pt x="811621" y="799599"/>
                </a:cubicBezTo>
                <a:cubicBezTo>
                  <a:pt x="811621" y="801817"/>
                  <a:pt x="809823" y="803613"/>
                  <a:pt x="807604" y="803613"/>
                </a:cubicBezTo>
                <a:cubicBezTo>
                  <a:pt x="805385" y="803613"/>
                  <a:pt x="803587" y="801817"/>
                  <a:pt x="803587" y="799599"/>
                </a:cubicBezTo>
                <a:cubicBezTo>
                  <a:pt x="803587" y="797376"/>
                  <a:pt x="805385" y="795578"/>
                  <a:pt x="807604" y="795578"/>
                </a:cubicBezTo>
                <a:close/>
                <a:moveTo>
                  <a:pt x="2766294" y="794759"/>
                </a:moveTo>
                <a:cubicBezTo>
                  <a:pt x="2768965" y="794759"/>
                  <a:pt x="2771131" y="796929"/>
                  <a:pt x="2771131" y="799599"/>
                </a:cubicBezTo>
                <a:cubicBezTo>
                  <a:pt x="2771131" y="802273"/>
                  <a:pt x="2768965" y="804433"/>
                  <a:pt x="2766294" y="804433"/>
                </a:cubicBezTo>
                <a:cubicBezTo>
                  <a:pt x="2763622" y="804433"/>
                  <a:pt x="2761456" y="802273"/>
                  <a:pt x="2761456" y="799599"/>
                </a:cubicBezTo>
                <a:cubicBezTo>
                  <a:pt x="2761456" y="796929"/>
                  <a:pt x="2763622" y="794759"/>
                  <a:pt x="2766294" y="794759"/>
                </a:cubicBezTo>
                <a:close/>
                <a:moveTo>
                  <a:pt x="922821" y="794759"/>
                </a:moveTo>
                <a:cubicBezTo>
                  <a:pt x="925492" y="794759"/>
                  <a:pt x="927658" y="796929"/>
                  <a:pt x="927658" y="799599"/>
                </a:cubicBezTo>
                <a:cubicBezTo>
                  <a:pt x="927658" y="802273"/>
                  <a:pt x="925492" y="804433"/>
                  <a:pt x="922821" y="804433"/>
                </a:cubicBezTo>
                <a:cubicBezTo>
                  <a:pt x="920149" y="804433"/>
                  <a:pt x="917983" y="802273"/>
                  <a:pt x="917983" y="799599"/>
                </a:cubicBezTo>
                <a:cubicBezTo>
                  <a:pt x="917983" y="796929"/>
                  <a:pt x="920149" y="794759"/>
                  <a:pt x="922821" y="794759"/>
                </a:cubicBezTo>
                <a:close/>
                <a:moveTo>
                  <a:pt x="2651076" y="793969"/>
                </a:moveTo>
                <a:cubicBezTo>
                  <a:pt x="2654185" y="793969"/>
                  <a:pt x="2656705" y="796490"/>
                  <a:pt x="2656705" y="799599"/>
                </a:cubicBezTo>
                <a:cubicBezTo>
                  <a:pt x="2656705" y="802709"/>
                  <a:pt x="2654185" y="805228"/>
                  <a:pt x="2651076" y="805228"/>
                </a:cubicBezTo>
                <a:cubicBezTo>
                  <a:pt x="2647967" y="805228"/>
                  <a:pt x="2645447" y="802709"/>
                  <a:pt x="2645447" y="799599"/>
                </a:cubicBezTo>
                <a:cubicBezTo>
                  <a:pt x="2645447" y="796490"/>
                  <a:pt x="2647968" y="793969"/>
                  <a:pt x="2651076" y="793969"/>
                </a:cubicBezTo>
                <a:close/>
                <a:moveTo>
                  <a:pt x="1038038" y="793969"/>
                </a:moveTo>
                <a:cubicBezTo>
                  <a:pt x="1041147" y="793969"/>
                  <a:pt x="1043667" y="796490"/>
                  <a:pt x="1043667" y="799599"/>
                </a:cubicBezTo>
                <a:cubicBezTo>
                  <a:pt x="1043667" y="802709"/>
                  <a:pt x="1041147" y="805228"/>
                  <a:pt x="1038038" y="805228"/>
                </a:cubicBezTo>
                <a:cubicBezTo>
                  <a:pt x="1034929" y="805228"/>
                  <a:pt x="1032409" y="802709"/>
                  <a:pt x="1032409" y="799599"/>
                </a:cubicBezTo>
                <a:cubicBezTo>
                  <a:pt x="1032409" y="796490"/>
                  <a:pt x="1034929" y="793969"/>
                  <a:pt x="1038038" y="793969"/>
                </a:cubicBezTo>
                <a:close/>
                <a:moveTo>
                  <a:pt x="2535859" y="793120"/>
                </a:moveTo>
                <a:cubicBezTo>
                  <a:pt x="2539438" y="793120"/>
                  <a:pt x="2542338" y="796018"/>
                  <a:pt x="2542338" y="799599"/>
                </a:cubicBezTo>
                <a:cubicBezTo>
                  <a:pt x="2542338" y="803174"/>
                  <a:pt x="2539438" y="806077"/>
                  <a:pt x="2535859" y="806077"/>
                </a:cubicBezTo>
                <a:cubicBezTo>
                  <a:pt x="2532281" y="806077"/>
                  <a:pt x="2529380" y="803174"/>
                  <a:pt x="2529380" y="799599"/>
                </a:cubicBezTo>
                <a:cubicBezTo>
                  <a:pt x="2529380" y="796018"/>
                  <a:pt x="2532281" y="793120"/>
                  <a:pt x="2535859" y="793120"/>
                </a:cubicBezTo>
                <a:close/>
                <a:moveTo>
                  <a:pt x="1153255" y="793120"/>
                </a:moveTo>
                <a:cubicBezTo>
                  <a:pt x="1156834" y="793120"/>
                  <a:pt x="1159734" y="796018"/>
                  <a:pt x="1159734" y="799599"/>
                </a:cubicBezTo>
                <a:cubicBezTo>
                  <a:pt x="1159734" y="803174"/>
                  <a:pt x="1156834" y="806077"/>
                  <a:pt x="1153255" y="806077"/>
                </a:cubicBezTo>
                <a:cubicBezTo>
                  <a:pt x="1149677" y="806077"/>
                  <a:pt x="1146776" y="803174"/>
                  <a:pt x="1146776" y="799599"/>
                </a:cubicBezTo>
                <a:cubicBezTo>
                  <a:pt x="1146776" y="796018"/>
                  <a:pt x="1149677" y="793120"/>
                  <a:pt x="1153255" y="793120"/>
                </a:cubicBezTo>
                <a:close/>
                <a:moveTo>
                  <a:pt x="2420642" y="792328"/>
                </a:moveTo>
                <a:cubicBezTo>
                  <a:pt x="2424657" y="792328"/>
                  <a:pt x="2427913" y="795581"/>
                  <a:pt x="2427913" y="799599"/>
                </a:cubicBezTo>
                <a:cubicBezTo>
                  <a:pt x="2427913" y="803612"/>
                  <a:pt x="2424657" y="806868"/>
                  <a:pt x="2420642" y="806868"/>
                </a:cubicBezTo>
                <a:cubicBezTo>
                  <a:pt x="2416628" y="806868"/>
                  <a:pt x="2413372" y="803612"/>
                  <a:pt x="2413372" y="799599"/>
                </a:cubicBezTo>
                <a:cubicBezTo>
                  <a:pt x="2413372" y="795581"/>
                  <a:pt x="2416628" y="792328"/>
                  <a:pt x="2420642" y="792328"/>
                </a:cubicBezTo>
                <a:close/>
                <a:moveTo>
                  <a:pt x="1268472" y="792328"/>
                </a:moveTo>
                <a:cubicBezTo>
                  <a:pt x="1272487" y="792328"/>
                  <a:pt x="1275742" y="795581"/>
                  <a:pt x="1275742" y="799599"/>
                </a:cubicBezTo>
                <a:cubicBezTo>
                  <a:pt x="1275742" y="803612"/>
                  <a:pt x="1272487" y="806868"/>
                  <a:pt x="1268472" y="806868"/>
                </a:cubicBezTo>
                <a:cubicBezTo>
                  <a:pt x="1264457" y="806868"/>
                  <a:pt x="1261202" y="803612"/>
                  <a:pt x="1261202" y="799599"/>
                </a:cubicBezTo>
                <a:cubicBezTo>
                  <a:pt x="1261202" y="795581"/>
                  <a:pt x="1264457" y="792328"/>
                  <a:pt x="1268472" y="792328"/>
                </a:cubicBezTo>
                <a:close/>
                <a:moveTo>
                  <a:pt x="2305425" y="791614"/>
                </a:moveTo>
                <a:cubicBezTo>
                  <a:pt x="2309834" y="791614"/>
                  <a:pt x="2313409" y="795188"/>
                  <a:pt x="2313409" y="799599"/>
                </a:cubicBezTo>
                <a:cubicBezTo>
                  <a:pt x="2313409" y="804007"/>
                  <a:pt x="2309834" y="807582"/>
                  <a:pt x="2305425" y="807582"/>
                </a:cubicBezTo>
                <a:cubicBezTo>
                  <a:pt x="2301016" y="807582"/>
                  <a:pt x="2297441" y="804007"/>
                  <a:pt x="2297441" y="799599"/>
                </a:cubicBezTo>
                <a:cubicBezTo>
                  <a:pt x="2297441" y="795188"/>
                  <a:pt x="2301016" y="791614"/>
                  <a:pt x="2305425" y="791614"/>
                </a:cubicBezTo>
                <a:close/>
                <a:moveTo>
                  <a:pt x="1383689" y="791614"/>
                </a:moveTo>
                <a:cubicBezTo>
                  <a:pt x="1388099" y="791614"/>
                  <a:pt x="1391673" y="795188"/>
                  <a:pt x="1391673" y="799599"/>
                </a:cubicBezTo>
                <a:cubicBezTo>
                  <a:pt x="1391673" y="804007"/>
                  <a:pt x="1388099" y="807582"/>
                  <a:pt x="1383689" y="807582"/>
                </a:cubicBezTo>
                <a:cubicBezTo>
                  <a:pt x="1379280" y="807582"/>
                  <a:pt x="1375706" y="804007"/>
                  <a:pt x="1375706" y="799599"/>
                </a:cubicBezTo>
                <a:cubicBezTo>
                  <a:pt x="1375706" y="795188"/>
                  <a:pt x="1379280" y="791614"/>
                  <a:pt x="1383689" y="791614"/>
                </a:cubicBezTo>
                <a:close/>
                <a:moveTo>
                  <a:pt x="2190209" y="791118"/>
                </a:moveTo>
                <a:cubicBezTo>
                  <a:pt x="2194891" y="791118"/>
                  <a:pt x="2198686" y="794917"/>
                  <a:pt x="2198686" y="799599"/>
                </a:cubicBezTo>
                <a:cubicBezTo>
                  <a:pt x="2198686" y="804282"/>
                  <a:pt x="2194891" y="808073"/>
                  <a:pt x="2190209" y="808073"/>
                </a:cubicBezTo>
                <a:cubicBezTo>
                  <a:pt x="2185527" y="808073"/>
                  <a:pt x="2181731" y="804282"/>
                  <a:pt x="2181731" y="799599"/>
                </a:cubicBezTo>
                <a:cubicBezTo>
                  <a:pt x="2181731" y="794917"/>
                  <a:pt x="2185527" y="791118"/>
                  <a:pt x="2190209" y="791118"/>
                </a:cubicBezTo>
                <a:close/>
                <a:moveTo>
                  <a:pt x="1498906" y="791118"/>
                </a:moveTo>
                <a:cubicBezTo>
                  <a:pt x="1503588" y="791118"/>
                  <a:pt x="1507383" y="794917"/>
                  <a:pt x="1507383" y="799599"/>
                </a:cubicBezTo>
                <a:cubicBezTo>
                  <a:pt x="1507383" y="804282"/>
                  <a:pt x="1503588" y="808073"/>
                  <a:pt x="1498906" y="808073"/>
                </a:cubicBezTo>
                <a:cubicBezTo>
                  <a:pt x="1494224" y="808073"/>
                  <a:pt x="1490429" y="804282"/>
                  <a:pt x="1490429" y="799599"/>
                </a:cubicBezTo>
                <a:cubicBezTo>
                  <a:pt x="1490429" y="794917"/>
                  <a:pt x="1494224" y="791118"/>
                  <a:pt x="1498906" y="791118"/>
                </a:cubicBezTo>
                <a:close/>
                <a:moveTo>
                  <a:pt x="2074992" y="790612"/>
                </a:moveTo>
                <a:cubicBezTo>
                  <a:pt x="2079954" y="790612"/>
                  <a:pt x="2083977" y="794634"/>
                  <a:pt x="2083977" y="799599"/>
                </a:cubicBezTo>
                <a:cubicBezTo>
                  <a:pt x="2083977" y="804560"/>
                  <a:pt x="2079954" y="808583"/>
                  <a:pt x="2074992" y="808583"/>
                </a:cubicBezTo>
                <a:cubicBezTo>
                  <a:pt x="2070029" y="808583"/>
                  <a:pt x="2066006" y="804560"/>
                  <a:pt x="2066006" y="799599"/>
                </a:cubicBezTo>
                <a:cubicBezTo>
                  <a:pt x="2066006" y="794634"/>
                  <a:pt x="2070029" y="790612"/>
                  <a:pt x="2074992" y="790612"/>
                </a:cubicBezTo>
                <a:close/>
                <a:moveTo>
                  <a:pt x="1614123" y="790612"/>
                </a:moveTo>
                <a:cubicBezTo>
                  <a:pt x="1619085" y="790612"/>
                  <a:pt x="1623109" y="794634"/>
                  <a:pt x="1623109" y="799599"/>
                </a:cubicBezTo>
                <a:cubicBezTo>
                  <a:pt x="1623109" y="804560"/>
                  <a:pt x="1619085" y="808583"/>
                  <a:pt x="1614123" y="808583"/>
                </a:cubicBezTo>
                <a:cubicBezTo>
                  <a:pt x="1609161" y="808583"/>
                  <a:pt x="1605138" y="804560"/>
                  <a:pt x="1605138" y="799599"/>
                </a:cubicBezTo>
                <a:cubicBezTo>
                  <a:pt x="1605138" y="794634"/>
                  <a:pt x="1609161" y="790612"/>
                  <a:pt x="1614123" y="790612"/>
                </a:cubicBezTo>
                <a:close/>
                <a:moveTo>
                  <a:pt x="1959774" y="790351"/>
                </a:moveTo>
                <a:cubicBezTo>
                  <a:pt x="1964880" y="790351"/>
                  <a:pt x="1969020" y="794492"/>
                  <a:pt x="1969020" y="799599"/>
                </a:cubicBezTo>
                <a:cubicBezTo>
                  <a:pt x="1969020" y="804704"/>
                  <a:pt x="1964880" y="808841"/>
                  <a:pt x="1959774" y="808841"/>
                </a:cubicBezTo>
                <a:cubicBezTo>
                  <a:pt x="1954668" y="808841"/>
                  <a:pt x="1950530" y="804704"/>
                  <a:pt x="1950530" y="799599"/>
                </a:cubicBezTo>
                <a:cubicBezTo>
                  <a:pt x="1950530" y="794492"/>
                  <a:pt x="1954668" y="790351"/>
                  <a:pt x="1959774" y="790351"/>
                </a:cubicBezTo>
                <a:close/>
                <a:moveTo>
                  <a:pt x="1844558" y="790351"/>
                </a:moveTo>
                <a:cubicBezTo>
                  <a:pt x="1849663" y="790351"/>
                  <a:pt x="1853803" y="794492"/>
                  <a:pt x="1853803" y="799599"/>
                </a:cubicBezTo>
                <a:cubicBezTo>
                  <a:pt x="1853803" y="804704"/>
                  <a:pt x="1849663" y="808841"/>
                  <a:pt x="1844558" y="808841"/>
                </a:cubicBezTo>
                <a:cubicBezTo>
                  <a:pt x="1839451" y="808841"/>
                  <a:pt x="1835312" y="804704"/>
                  <a:pt x="1835312" y="799599"/>
                </a:cubicBezTo>
                <a:cubicBezTo>
                  <a:pt x="1835312" y="794492"/>
                  <a:pt x="1839451" y="790351"/>
                  <a:pt x="1844558" y="790351"/>
                </a:cubicBezTo>
                <a:close/>
                <a:moveTo>
                  <a:pt x="1729340" y="790351"/>
                </a:moveTo>
                <a:cubicBezTo>
                  <a:pt x="1734446" y="790351"/>
                  <a:pt x="1738586" y="794492"/>
                  <a:pt x="1738586" y="799599"/>
                </a:cubicBezTo>
                <a:cubicBezTo>
                  <a:pt x="1738586" y="804704"/>
                  <a:pt x="1734446" y="808841"/>
                  <a:pt x="1729340" y="808841"/>
                </a:cubicBezTo>
                <a:cubicBezTo>
                  <a:pt x="1724234" y="808841"/>
                  <a:pt x="1720095" y="804704"/>
                  <a:pt x="1720095" y="799599"/>
                </a:cubicBezTo>
                <a:cubicBezTo>
                  <a:pt x="1720095" y="794492"/>
                  <a:pt x="1724234" y="790351"/>
                  <a:pt x="1729340" y="790351"/>
                </a:cubicBezTo>
                <a:close/>
                <a:moveTo>
                  <a:pt x="3284770" y="698578"/>
                </a:moveTo>
                <a:cubicBezTo>
                  <a:pt x="3285448" y="698578"/>
                  <a:pt x="3285997" y="699130"/>
                  <a:pt x="3285997" y="699807"/>
                </a:cubicBezTo>
                <a:cubicBezTo>
                  <a:pt x="3285997" y="700485"/>
                  <a:pt x="3285448" y="701034"/>
                  <a:pt x="3284770" y="701034"/>
                </a:cubicBezTo>
                <a:cubicBezTo>
                  <a:pt x="3284093" y="701034"/>
                  <a:pt x="3283543" y="700485"/>
                  <a:pt x="3283543" y="699807"/>
                </a:cubicBezTo>
                <a:cubicBezTo>
                  <a:pt x="3283543" y="699130"/>
                  <a:pt x="3284093" y="698578"/>
                  <a:pt x="3284770" y="698578"/>
                </a:cubicBezTo>
                <a:close/>
                <a:moveTo>
                  <a:pt x="404345" y="698576"/>
                </a:moveTo>
                <a:cubicBezTo>
                  <a:pt x="405023" y="698576"/>
                  <a:pt x="405572" y="699127"/>
                  <a:pt x="405572" y="699805"/>
                </a:cubicBezTo>
                <a:cubicBezTo>
                  <a:pt x="405572" y="700483"/>
                  <a:pt x="405023" y="701032"/>
                  <a:pt x="404345" y="701032"/>
                </a:cubicBezTo>
                <a:cubicBezTo>
                  <a:pt x="403667" y="701032"/>
                  <a:pt x="403117" y="700483"/>
                  <a:pt x="403117" y="699805"/>
                </a:cubicBezTo>
                <a:cubicBezTo>
                  <a:pt x="403117" y="699127"/>
                  <a:pt x="403667" y="698576"/>
                  <a:pt x="404345" y="698576"/>
                </a:cubicBezTo>
                <a:close/>
                <a:moveTo>
                  <a:pt x="3169553" y="698050"/>
                </a:moveTo>
                <a:cubicBezTo>
                  <a:pt x="3170527" y="698050"/>
                  <a:pt x="3171316" y="698839"/>
                  <a:pt x="3171316" y="699813"/>
                </a:cubicBezTo>
                <a:cubicBezTo>
                  <a:pt x="3171316" y="700786"/>
                  <a:pt x="3170527" y="701576"/>
                  <a:pt x="3169553" y="701576"/>
                </a:cubicBezTo>
                <a:cubicBezTo>
                  <a:pt x="3168579" y="701576"/>
                  <a:pt x="3167789" y="700786"/>
                  <a:pt x="3167789" y="699813"/>
                </a:cubicBezTo>
                <a:cubicBezTo>
                  <a:pt x="3167789" y="698839"/>
                  <a:pt x="3168579" y="698050"/>
                  <a:pt x="3169553" y="698050"/>
                </a:cubicBezTo>
                <a:close/>
                <a:moveTo>
                  <a:pt x="519562" y="698048"/>
                </a:moveTo>
                <a:cubicBezTo>
                  <a:pt x="520536" y="698048"/>
                  <a:pt x="521325" y="698839"/>
                  <a:pt x="521325" y="699812"/>
                </a:cubicBezTo>
                <a:cubicBezTo>
                  <a:pt x="521325" y="700785"/>
                  <a:pt x="520536" y="701576"/>
                  <a:pt x="519562" y="701576"/>
                </a:cubicBezTo>
                <a:cubicBezTo>
                  <a:pt x="518588" y="701576"/>
                  <a:pt x="517799" y="700785"/>
                  <a:pt x="517799" y="699812"/>
                </a:cubicBezTo>
                <a:cubicBezTo>
                  <a:pt x="517799" y="698839"/>
                  <a:pt x="518588" y="698048"/>
                  <a:pt x="519562" y="698048"/>
                </a:cubicBezTo>
                <a:close/>
                <a:moveTo>
                  <a:pt x="3054336" y="697422"/>
                </a:moveTo>
                <a:cubicBezTo>
                  <a:pt x="3055657" y="697422"/>
                  <a:pt x="3056729" y="698494"/>
                  <a:pt x="3056729" y="699816"/>
                </a:cubicBezTo>
                <a:cubicBezTo>
                  <a:pt x="3056729" y="701137"/>
                  <a:pt x="3055657" y="702209"/>
                  <a:pt x="3054336" y="702209"/>
                </a:cubicBezTo>
                <a:cubicBezTo>
                  <a:pt x="3053015" y="702209"/>
                  <a:pt x="3051943" y="701137"/>
                  <a:pt x="3051943" y="699816"/>
                </a:cubicBezTo>
                <a:cubicBezTo>
                  <a:pt x="3051943" y="698494"/>
                  <a:pt x="3053015" y="697422"/>
                  <a:pt x="3054336" y="697422"/>
                </a:cubicBezTo>
                <a:close/>
                <a:moveTo>
                  <a:pt x="634779" y="697422"/>
                </a:moveTo>
                <a:cubicBezTo>
                  <a:pt x="636100" y="697422"/>
                  <a:pt x="637173" y="698491"/>
                  <a:pt x="637173" y="699816"/>
                </a:cubicBezTo>
                <a:cubicBezTo>
                  <a:pt x="637173" y="701137"/>
                  <a:pt x="636100" y="702207"/>
                  <a:pt x="634779" y="702207"/>
                </a:cubicBezTo>
                <a:cubicBezTo>
                  <a:pt x="633458" y="702207"/>
                  <a:pt x="632387" y="701137"/>
                  <a:pt x="632387" y="699816"/>
                </a:cubicBezTo>
                <a:cubicBezTo>
                  <a:pt x="632387" y="698491"/>
                  <a:pt x="633458" y="697422"/>
                  <a:pt x="634779" y="697422"/>
                </a:cubicBezTo>
                <a:close/>
                <a:moveTo>
                  <a:pt x="2939119" y="696776"/>
                </a:moveTo>
                <a:cubicBezTo>
                  <a:pt x="2940798" y="696776"/>
                  <a:pt x="2942158" y="698140"/>
                  <a:pt x="2942158" y="699816"/>
                </a:cubicBezTo>
                <a:cubicBezTo>
                  <a:pt x="2942158" y="701496"/>
                  <a:pt x="2940798" y="702853"/>
                  <a:pt x="2939119" y="702853"/>
                </a:cubicBezTo>
                <a:cubicBezTo>
                  <a:pt x="2937441" y="702853"/>
                  <a:pt x="2936080" y="701496"/>
                  <a:pt x="2936080" y="699816"/>
                </a:cubicBezTo>
                <a:cubicBezTo>
                  <a:pt x="2936080" y="698140"/>
                  <a:pt x="2937441" y="696776"/>
                  <a:pt x="2939119" y="696776"/>
                </a:cubicBezTo>
                <a:close/>
                <a:moveTo>
                  <a:pt x="749996" y="696775"/>
                </a:moveTo>
                <a:cubicBezTo>
                  <a:pt x="751674" y="696775"/>
                  <a:pt x="753035" y="698140"/>
                  <a:pt x="753035" y="699816"/>
                </a:cubicBezTo>
                <a:cubicBezTo>
                  <a:pt x="753035" y="701493"/>
                  <a:pt x="751674" y="702853"/>
                  <a:pt x="749996" y="702853"/>
                </a:cubicBezTo>
                <a:cubicBezTo>
                  <a:pt x="748317" y="702853"/>
                  <a:pt x="746957" y="701493"/>
                  <a:pt x="746957" y="699816"/>
                </a:cubicBezTo>
                <a:cubicBezTo>
                  <a:pt x="746957" y="698140"/>
                  <a:pt x="748317" y="696775"/>
                  <a:pt x="749996" y="696775"/>
                </a:cubicBezTo>
                <a:close/>
                <a:moveTo>
                  <a:pt x="2823902" y="696061"/>
                </a:moveTo>
                <a:cubicBezTo>
                  <a:pt x="2825979" y="696061"/>
                  <a:pt x="2827662" y="697740"/>
                  <a:pt x="2827662" y="699816"/>
                </a:cubicBezTo>
                <a:cubicBezTo>
                  <a:pt x="2827662" y="701894"/>
                  <a:pt x="2825979" y="703575"/>
                  <a:pt x="2823902" y="703575"/>
                </a:cubicBezTo>
                <a:cubicBezTo>
                  <a:pt x="2821825" y="703575"/>
                  <a:pt x="2820142" y="701894"/>
                  <a:pt x="2820142" y="699816"/>
                </a:cubicBezTo>
                <a:cubicBezTo>
                  <a:pt x="2820142" y="697740"/>
                  <a:pt x="2821825" y="696061"/>
                  <a:pt x="2823902" y="696061"/>
                </a:cubicBezTo>
                <a:close/>
                <a:moveTo>
                  <a:pt x="865213" y="696061"/>
                </a:moveTo>
                <a:cubicBezTo>
                  <a:pt x="867290" y="696061"/>
                  <a:pt x="868973" y="697740"/>
                  <a:pt x="868973" y="699816"/>
                </a:cubicBezTo>
                <a:cubicBezTo>
                  <a:pt x="868973" y="701894"/>
                  <a:pt x="867290" y="703575"/>
                  <a:pt x="865213" y="703575"/>
                </a:cubicBezTo>
                <a:cubicBezTo>
                  <a:pt x="863136" y="703575"/>
                  <a:pt x="861453" y="701894"/>
                  <a:pt x="861453" y="699816"/>
                </a:cubicBezTo>
                <a:cubicBezTo>
                  <a:pt x="861453" y="697740"/>
                  <a:pt x="863136" y="696061"/>
                  <a:pt x="865213" y="696061"/>
                </a:cubicBezTo>
                <a:close/>
                <a:moveTo>
                  <a:pt x="2708685" y="695355"/>
                </a:moveTo>
                <a:cubicBezTo>
                  <a:pt x="2711151" y="695355"/>
                  <a:pt x="2713149" y="697355"/>
                  <a:pt x="2713149" y="699816"/>
                </a:cubicBezTo>
                <a:cubicBezTo>
                  <a:pt x="2713149" y="702283"/>
                  <a:pt x="2711151" y="704280"/>
                  <a:pt x="2708685" y="704280"/>
                </a:cubicBezTo>
                <a:cubicBezTo>
                  <a:pt x="2706220" y="704280"/>
                  <a:pt x="2704221" y="702283"/>
                  <a:pt x="2704221" y="699816"/>
                </a:cubicBezTo>
                <a:cubicBezTo>
                  <a:pt x="2704221" y="697355"/>
                  <a:pt x="2706220" y="695355"/>
                  <a:pt x="2708685" y="695355"/>
                </a:cubicBezTo>
                <a:close/>
                <a:moveTo>
                  <a:pt x="980429" y="695355"/>
                </a:moveTo>
                <a:cubicBezTo>
                  <a:pt x="982895" y="695355"/>
                  <a:pt x="984893" y="697355"/>
                  <a:pt x="984893" y="699816"/>
                </a:cubicBezTo>
                <a:cubicBezTo>
                  <a:pt x="984893" y="702281"/>
                  <a:pt x="982895" y="704280"/>
                  <a:pt x="980429" y="704280"/>
                </a:cubicBezTo>
                <a:cubicBezTo>
                  <a:pt x="977964" y="704280"/>
                  <a:pt x="975965" y="702281"/>
                  <a:pt x="975965" y="699816"/>
                </a:cubicBezTo>
                <a:cubicBezTo>
                  <a:pt x="975965" y="697355"/>
                  <a:pt x="977964" y="695355"/>
                  <a:pt x="980429" y="695355"/>
                </a:cubicBezTo>
                <a:close/>
                <a:moveTo>
                  <a:pt x="2593468" y="694593"/>
                </a:moveTo>
                <a:cubicBezTo>
                  <a:pt x="2596354" y="694593"/>
                  <a:pt x="2598694" y="696929"/>
                  <a:pt x="2598694" y="699820"/>
                </a:cubicBezTo>
                <a:cubicBezTo>
                  <a:pt x="2598694" y="702706"/>
                  <a:pt x="2596354" y="705042"/>
                  <a:pt x="2593468" y="705042"/>
                </a:cubicBezTo>
                <a:cubicBezTo>
                  <a:pt x="2590582" y="705042"/>
                  <a:pt x="2588242" y="702706"/>
                  <a:pt x="2588242" y="699820"/>
                </a:cubicBezTo>
                <a:cubicBezTo>
                  <a:pt x="2588242" y="696929"/>
                  <a:pt x="2590582" y="694593"/>
                  <a:pt x="2593468" y="694593"/>
                </a:cubicBezTo>
                <a:close/>
                <a:moveTo>
                  <a:pt x="1095646" y="694593"/>
                </a:moveTo>
                <a:cubicBezTo>
                  <a:pt x="1098532" y="694593"/>
                  <a:pt x="1100872" y="696929"/>
                  <a:pt x="1100872" y="699820"/>
                </a:cubicBezTo>
                <a:cubicBezTo>
                  <a:pt x="1100872" y="702706"/>
                  <a:pt x="1098532" y="705042"/>
                  <a:pt x="1095646" y="705042"/>
                </a:cubicBezTo>
                <a:cubicBezTo>
                  <a:pt x="1092760" y="705042"/>
                  <a:pt x="1090420" y="702706"/>
                  <a:pt x="1090420" y="699820"/>
                </a:cubicBezTo>
                <a:cubicBezTo>
                  <a:pt x="1090420" y="696929"/>
                  <a:pt x="1092760" y="694593"/>
                  <a:pt x="1095646" y="694593"/>
                </a:cubicBezTo>
                <a:close/>
                <a:moveTo>
                  <a:pt x="2478251" y="693980"/>
                </a:moveTo>
                <a:cubicBezTo>
                  <a:pt x="2481475" y="693980"/>
                  <a:pt x="2484087" y="696595"/>
                  <a:pt x="2484087" y="699820"/>
                </a:cubicBezTo>
                <a:cubicBezTo>
                  <a:pt x="2484087" y="703041"/>
                  <a:pt x="2481474" y="705656"/>
                  <a:pt x="2478251" y="705656"/>
                </a:cubicBezTo>
                <a:cubicBezTo>
                  <a:pt x="2475027" y="705656"/>
                  <a:pt x="2472415" y="703041"/>
                  <a:pt x="2472415" y="699820"/>
                </a:cubicBezTo>
                <a:cubicBezTo>
                  <a:pt x="2472415" y="696595"/>
                  <a:pt x="2475028" y="693980"/>
                  <a:pt x="2478251" y="693980"/>
                </a:cubicBezTo>
                <a:close/>
                <a:moveTo>
                  <a:pt x="1210863" y="693980"/>
                </a:moveTo>
                <a:cubicBezTo>
                  <a:pt x="1214086" y="693980"/>
                  <a:pt x="1216699" y="696595"/>
                  <a:pt x="1216699" y="699820"/>
                </a:cubicBezTo>
                <a:cubicBezTo>
                  <a:pt x="1216699" y="703041"/>
                  <a:pt x="1214086" y="705656"/>
                  <a:pt x="1210863" y="705656"/>
                </a:cubicBezTo>
                <a:cubicBezTo>
                  <a:pt x="1207640" y="705656"/>
                  <a:pt x="1205027" y="703041"/>
                  <a:pt x="1205027" y="699820"/>
                </a:cubicBezTo>
                <a:cubicBezTo>
                  <a:pt x="1205027" y="696595"/>
                  <a:pt x="1207640" y="693980"/>
                  <a:pt x="1210863" y="693980"/>
                </a:cubicBezTo>
                <a:close/>
                <a:moveTo>
                  <a:pt x="2363034" y="693338"/>
                </a:moveTo>
                <a:cubicBezTo>
                  <a:pt x="2366613" y="693338"/>
                  <a:pt x="2369513" y="696239"/>
                  <a:pt x="2369513" y="699820"/>
                </a:cubicBezTo>
                <a:cubicBezTo>
                  <a:pt x="2369513" y="703395"/>
                  <a:pt x="2366613" y="706298"/>
                  <a:pt x="2363034" y="706298"/>
                </a:cubicBezTo>
                <a:cubicBezTo>
                  <a:pt x="2359456" y="706298"/>
                  <a:pt x="2356555" y="703395"/>
                  <a:pt x="2356555" y="699820"/>
                </a:cubicBezTo>
                <a:cubicBezTo>
                  <a:pt x="2356555" y="696239"/>
                  <a:pt x="2359456" y="693338"/>
                  <a:pt x="2363034" y="693338"/>
                </a:cubicBezTo>
                <a:close/>
                <a:moveTo>
                  <a:pt x="1326080" y="693338"/>
                </a:moveTo>
                <a:cubicBezTo>
                  <a:pt x="1329659" y="693338"/>
                  <a:pt x="1332559" y="696239"/>
                  <a:pt x="1332559" y="699820"/>
                </a:cubicBezTo>
                <a:cubicBezTo>
                  <a:pt x="1332559" y="703395"/>
                  <a:pt x="1329659" y="706298"/>
                  <a:pt x="1326080" y="706298"/>
                </a:cubicBezTo>
                <a:cubicBezTo>
                  <a:pt x="1322502" y="706298"/>
                  <a:pt x="1319602" y="703395"/>
                  <a:pt x="1319602" y="699820"/>
                </a:cubicBezTo>
                <a:cubicBezTo>
                  <a:pt x="1319602" y="696239"/>
                  <a:pt x="1322502" y="693338"/>
                  <a:pt x="1326080" y="693338"/>
                </a:cubicBezTo>
                <a:close/>
                <a:moveTo>
                  <a:pt x="2247817" y="692781"/>
                </a:moveTo>
                <a:cubicBezTo>
                  <a:pt x="2251705" y="692781"/>
                  <a:pt x="2254857" y="695928"/>
                  <a:pt x="2254857" y="699820"/>
                </a:cubicBezTo>
                <a:cubicBezTo>
                  <a:pt x="2254857" y="703708"/>
                  <a:pt x="2251705" y="706856"/>
                  <a:pt x="2247817" y="706856"/>
                </a:cubicBezTo>
                <a:cubicBezTo>
                  <a:pt x="2243929" y="706856"/>
                  <a:pt x="2240777" y="703708"/>
                  <a:pt x="2240777" y="699820"/>
                </a:cubicBezTo>
                <a:cubicBezTo>
                  <a:pt x="2240777" y="695928"/>
                  <a:pt x="2243929" y="692781"/>
                  <a:pt x="2247817" y="692781"/>
                </a:cubicBezTo>
                <a:close/>
                <a:moveTo>
                  <a:pt x="1441297" y="692781"/>
                </a:moveTo>
                <a:cubicBezTo>
                  <a:pt x="1445185" y="692781"/>
                  <a:pt x="1448337" y="695928"/>
                  <a:pt x="1448337" y="699820"/>
                </a:cubicBezTo>
                <a:cubicBezTo>
                  <a:pt x="1448337" y="703708"/>
                  <a:pt x="1445185" y="706856"/>
                  <a:pt x="1441297" y="706856"/>
                </a:cubicBezTo>
                <a:cubicBezTo>
                  <a:pt x="1437409" y="706856"/>
                  <a:pt x="1434258" y="703708"/>
                  <a:pt x="1434258" y="699820"/>
                </a:cubicBezTo>
                <a:cubicBezTo>
                  <a:pt x="1434258" y="695928"/>
                  <a:pt x="1437409" y="692781"/>
                  <a:pt x="1441297" y="692781"/>
                </a:cubicBezTo>
                <a:close/>
                <a:moveTo>
                  <a:pt x="2132600" y="692316"/>
                </a:moveTo>
                <a:cubicBezTo>
                  <a:pt x="2136744" y="692316"/>
                  <a:pt x="2140104" y="695674"/>
                  <a:pt x="2140104" y="699820"/>
                </a:cubicBezTo>
                <a:cubicBezTo>
                  <a:pt x="2140104" y="703961"/>
                  <a:pt x="2136744" y="707322"/>
                  <a:pt x="2132600" y="707322"/>
                </a:cubicBezTo>
                <a:cubicBezTo>
                  <a:pt x="2128455" y="707322"/>
                  <a:pt x="2125096" y="703961"/>
                  <a:pt x="2125096" y="699820"/>
                </a:cubicBezTo>
                <a:cubicBezTo>
                  <a:pt x="2125096" y="695674"/>
                  <a:pt x="2128455" y="692316"/>
                  <a:pt x="2132600" y="692316"/>
                </a:cubicBezTo>
                <a:close/>
                <a:moveTo>
                  <a:pt x="1556514" y="692316"/>
                </a:moveTo>
                <a:cubicBezTo>
                  <a:pt x="1560659" y="692316"/>
                  <a:pt x="1564019" y="695674"/>
                  <a:pt x="1564019" y="699820"/>
                </a:cubicBezTo>
                <a:cubicBezTo>
                  <a:pt x="1564019" y="703961"/>
                  <a:pt x="1560659" y="707322"/>
                  <a:pt x="1556514" y="707322"/>
                </a:cubicBezTo>
                <a:cubicBezTo>
                  <a:pt x="1552370" y="707322"/>
                  <a:pt x="1549010" y="703961"/>
                  <a:pt x="1549010" y="699820"/>
                </a:cubicBezTo>
                <a:cubicBezTo>
                  <a:pt x="1549010" y="695674"/>
                  <a:pt x="1552370" y="692316"/>
                  <a:pt x="1556514" y="692316"/>
                </a:cubicBezTo>
                <a:close/>
                <a:moveTo>
                  <a:pt x="2017383" y="692075"/>
                </a:moveTo>
                <a:cubicBezTo>
                  <a:pt x="2021658" y="692075"/>
                  <a:pt x="2025124" y="695542"/>
                  <a:pt x="2025124" y="699820"/>
                </a:cubicBezTo>
                <a:cubicBezTo>
                  <a:pt x="2025124" y="704094"/>
                  <a:pt x="2021658" y="707560"/>
                  <a:pt x="2017383" y="707560"/>
                </a:cubicBezTo>
                <a:cubicBezTo>
                  <a:pt x="2013107" y="707560"/>
                  <a:pt x="2009640" y="704094"/>
                  <a:pt x="2009640" y="699820"/>
                </a:cubicBezTo>
                <a:cubicBezTo>
                  <a:pt x="2009640" y="695542"/>
                  <a:pt x="2013107" y="692075"/>
                  <a:pt x="2017383" y="692075"/>
                </a:cubicBezTo>
                <a:close/>
                <a:moveTo>
                  <a:pt x="1671732" y="692075"/>
                </a:moveTo>
                <a:cubicBezTo>
                  <a:pt x="1676007" y="692075"/>
                  <a:pt x="1679473" y="695542"/>
                  <a:pt x="1679473" y="699820"/>
                </a:cubicBezTo>
                <a:cubicBezTo>
                  <a:pt x="1679473" y="704094"/>
                  <a:pt x="1676007" y="707560"/>
                  <a:pt x="1671732" y="707560"/>
                </a:cubicBezTo>
                <a:cubicBezTo>
                  <a:pt x="1667455" y="707560"/>
                  <a:pt x="1663989" y="704094"/>
                  <a:pt x="1663989" y="699820"/>
                </a:cubicBezTo>
                <a:cubicBezTo>
                  <a:pt x="1663989" y="695542"/>
                  <a:pt x="1667455" y="692075"/>
                  <a:pt x="1671732" y="692075"/>
                </a:cubicBezTo>
                <a:close/>
                <a:moveTo>
                  <a:pt x="1902166" y="691834"/>
                </a:moveTo>
                <a:cubicBezTo>
                  <a:pt x="1906575" y="691834"/>
                  <a:pt x="1910149" y="695409"/>
                  <a:pt x="1910149" y="699820"/>
                </a:cubicBezTo>
                <a:cubicBezTo>
                  <a:pt x="1910149" y="704226"/>
                  <a:pt x="1906575" y="707802"/>
                  <a:pt x="1902166" y="707802"/>
                </a:cubicBezTo>
                <a:cubicBezTo>
                  <a:pt x="1897756" y="707802"/>
                  <a:pt x="1894182" y="704226"/>
                  <a:pt x="1894182" y="699820"/>
                </a:cubicBezTo>
                <a:cubicBezTo>
                  <a:pt x="1894182" y="695409"/>
                  <a:pt x="1897756" y="691834"/>
                  <a:pt x="1902166" y="691834"/>
                </a:cubicBezTo>
                <a:close/>
                <a:moveTo>
                  <a:pt x="1786949" y="691834"/>
                </a:moveTo>
                <a:cubicBezTo>
                  <a:pt x="1791358" y="691834"/>
                  <a:pt x="1794932" y="695409"/>
                  <a:pt x="1794932" y="699820"/>
                </a:cubicBezTo>
                <a:cubicBezTo>
                  <a:pt x="1794932" y="704226"/>
                  <a:pt x="1791358" y="707802"/>
                  <a:pt x="1786949" y="707802"/>
                </a:cubicBezTo>
                <a:cubicBezTo>
                  <a:pt x="1782539" y="707802"/>
                  <a:pt x="1778965" y="704226"/>
                  <a:pt x="1778965" y="699820"/>
                </a:cubicBezTo>
                <a:cubicBezTo>
                  <a:pt x="1778965" y="695409"/>
                  <a:pt x="1782539" y="691834"/>
                  <a:pt x="1786949" y="691834"/>
                </a:cubicBezTo>
                <a:close/>
                <a:moveTo>
                  <a:pt x="3227162" y="598849"/>
                </a:moveTo>
                <a:cubicBezTo>
                  <a:pt x="3227813" y="598849"/>
                  <a:pt x="3228341" y="599376"/>
                  <a:pt x="3228341" y="600028"/>
                </a:cubicBezTo>
                <a:cubicBezTo>
                  <a:pt x="3228341" y="600678"/>
                  <a:pt x="3227813" y="601208"/>
                  <a:pt x="3227162" y="601208"/>
                </a:cubicBezTo>
                <a:cubicBezTo>
                  <a:pt x="3226510" y="601208"/>
                  <a:pt x="3225982" y="600678"/>
                  <a:pt x="3225982" y="600028"/>
                </a:cubicBezTo>
                <a:cubicBezTo>
                  <a:pt x="3225982" y="599376"/>
                  <a:pt x="3226510" y="598849"/>
                  <a:pt x="3227162" y="598849"/>
                </a:cubicBezTo>
                <a:close/>
                <a:moveTo>
                  <a:pt x="461953" y="598847"/>
                </a:moveTo>
                <a:cubicBezTo>
                  <a:pt x="462605" y="598847"/>
                  <a:pt x="463133" y="599376"/>
                  <a:pt x="463133" y="600025"/>
                </a:cubicBezTo>
                <a:cubicBezTo>
                  <a:pt x="463133" y="600678"/>
                  <a:pt x="462605" y="601204"/>
                  <a:pt x="461953" y="601204"/>
                </a:cubicBezTo>
                <a:cubicBezTo>
                  <a:pt x="461302" y="601204"/>
                  <a:pt x="460774" y="600678"/>
                  <a:pt x="460774" y="600025"/>
                </a:cubicBezTo>
                <a:cubicBezTo>
                  <a:pt x="460774" y="599376"/>
                  <a:pt x="461302" y="598847"/>
                  <a:pt x="461953" y="598847"/>
                </a:cubicBezTo>
                <a:close/>
                <a:moveTo>
                  <a:pt x="3111944" y="598385"/>
                </a:moveTo>
                <a:cubicBezTo>
                  <a:pt x="3112855" y="598385"/>
                  <a:pt x="3113593" y="599123"/>
                  <a:pt x="3113593" y="600033"/>
                </a:cubicBezTo>
                <a:cubicBezTo>
                  <a:pt x="3113593" y="600945"/>
                  <a:pt x="3112855" y="601682"/>
                  <a:pt x="3111944" y="601682"/>
                </a:cubicBezTo>
                <a:cubicBezTo>
                  <a:pt x="3111034" y="601682"/>
                  <a:pt x="3110296" y="600945"/>
                  <a:pt x="3110296" y="600033"/>
                </a:cubicBezTo>
                <a:cubicBezTo>
                  <a:pt x="3110296" y="599123"/>
                  <a:pt x="3111034" y="598385"/>
                  <a:pt x="3111944" y="598385"/>
                </a:cubicBezTo>
                <a:close/>
                <a:moveTo>
                  <a:pt x="577170" y="598385"/>
                </a:moveTo>
                <a:cubicBezTo>
                  <a:pt x="578081" y="598385"/>
                  <a:pt x="578819" y="599123"/>
                  <a:pt x="578819" y="600031"/>
                </a:cubicBezTo>
                <a:cubicBezTo>
                  <a:pt x="578819" y="600942"/>
                  <a:pt x="578081" y="601682"/>
                  <a:pt x="577170" y="601682"/>
                </a:cubicBezTo>
                <a:cubicBezTo>
                  <a:pt x="576262" y="601682"/>
                  <a:pt x="575522" y="600942"/>
                  <a:pt x="575522" y="600031"/>
                </a:cubicBezTo>
                <a:cubicBezTo>
                  <a:pt x="575522" y="599123"/>
                  <a:pt x="576262" y="598385"/>
                  <a:pt x="577170" y="598385"/>
                </a:cubicBezTo>
                <a:close/>
                <a:moveTo>
                  <a:pt x="2996727" y="597841"/>
                </a:moveTo>
                <a:cubicBezTo>
                  <a:pt x="2997938" y="597841"/>
                  <a:pt x="2998921" y="598824"/>
                  <a:pt x="2998921" y="600036"/>
                </a:cubicBezTo>
                <a:cubicBezTo>
                  <a:pt x="2998921" y="601247"/>
                  <a:pt x="2997939" y="602229"/>
                  <a:pt x="2996727" y="602229"/>
                </a:cubicBezTo>
                <a:cubicBezTo>
                  <a:pt x="2995515" y="602229"/>
                  <a:pt x="2994533" y="601247"/>
                  <a:pt x="2994533" y="600036"/>
                </a:cubicBezTo>
                <a:cubicBezTo>
                  <a:pt x="2994533" y="598824"/>
                  <a:pt x="2995515" y="597841"/>
                  <a:pt x="2996727" y="597841"/>
                </a:cubicBezTo>
                <a:close/>
                <a:moveTo>
                  <a:pt x="692388" y="597841"/>
                </a:moveTo>
                <a:cubicBezTo>
                  <a:pt x="693599" y="597841"/>
                  <a:pt x="694580" y="598824"/>
                  <a:pt x="694580" y="600033"/>
                </a:cubicBezTo>
                <a:cubicBezTo>
                  <a:pt x="694580" y="601247"/>
                  <a:pt x="693599" y="602229"/>
                  <a:pt x="692388" y="602229"/>
                </a:cubicBezTo>
                <a:cubicBezTo>
                  <a:pt x="691175" y="602229"/>
                  <a:pt x="690193" y="601247"/>
                  <a:pt x="690193" y="600033"/>
                </a:cubicBezTo>
                <a:cubicBezTo>
                  <a:pt x="690193" y="598824"/>
                  <a:pt x="691175" y="597841"/>
                  <a:pt x="692388" y="597841"/>
                </a:cubicBezTo>
                <a:close/>
                <a:moveTo>
                  <a:pt x="2881510" y="597294"/>
                </a:moveTo>
                <a:cubicBezTo>
                  <a:pt x="2883025" y="597294"/>
                  <a:pt x="2884252" y="598525"/>
                  <a:pt x="2884252" y="600036"/>
                </a:cubicBezTo>
                <a:cubicBezTo>
                  <a:pt x="2884252" y="601555"/>
                  <a:pt x="2883025" y="602779"/>
                  <a:pt x="2881510" y="602779"/>
                </a:cubicBezTo>
                <a:cubicBezTo>
                  <a:pt x="2879995" y="602779"/>
                  <a:pt x="2878768" y="601555"/>
                  <a:pt x="2878768" y="600036"/>
                </a:cubicBezTo>
                <a:cubicBezTo>
                  <a:pt x="2878768" y="598525"/>
                  <a:pt x="2879995" y="597294"/>
                  <a:pt x="2881510" y="597294"/>
                </a:cubicBezTo>
                <a:close/>
                <a:moveTo>
                  <a:pt x="807604" y="597294"/>
                </a:moveTo>
                <a:cubicBezTo>
                  <a:pt x="809118" y="597294"/>
                  <a:pt x="810346" y="598524"/>
                  <a:pt x="810346" y="600036"/>
                </a:cubicBezTo>
                <a:cubicBezTo>
                  <a:pt x="810346" y="601555"/>
                  <a:pt x="809118" y="602779"/>
                  <a:pt x="807604" y="602779"/>
                </a:cubicBezTo>
                <a:cubicBezTo>
                  <a:pt x="806089" y="602779"/>
                  <a:pt x="804861" y="601555"/>
                  <a:pt x="804861" y="600036"/>
                </a:cubicBezTo>
                <a:cubicBezTo>
                  <a:pt x="804861" y="598524"/>
                  <a:pt x="806089" y="597294"/>
                  <a:pt x="807604" y="597294"/>
                </a:cubicBezTo>
                <a:close/>
                <a:moveTo>
                  <a:pt x="2766293" y="596688"/>
                </a:moveTo>
                <a:cubicBezTo>
                  <a:pt x="2768144" y="596688"/>
                  <a:pt x="2769644" y="598185"/>
                  <a:pt x="2769644" y="600036"/>
                </a:cubicBezTo>
                <a:cubicBezTo>
                  <a:pt x="2769644" y="601888"/>
                  <a:pt x="2768144" y="603387"/>
                  <a:pt x="2766293" y="603387"/>
                </a:cubicBezTo>
                <a:cubicBezTo>
                  <a:pt x="2764443" y="603387"/>
                  <a:pt x="2762943" y="601888"/>
                  <a:pt x="2762943" y="600036"/>
                </a:cubicBezTo>
                <a:cubicBezTo>
                  <a:pt x="2762943" y="598185"/>
                  <a:pt x="2764443" y="596688"/>
                  <a:pt x="2766293" y="596688"/>
                </a:cubicBezTo>
                <a:close/>
                <a:moveTo>
                  <a:pt x="922821" y="596688"/>
                </a:moveTo>
                <a:cubicBezTo>
                  <a:pt x="924671" y="596688"/>
                  <a:pt x="926172" y="598185"/>
                  <a:pt x="926172" y="600036"/>
                </a:cubicBezTo>
                <a:cubicBezTo>
                  <a:pt x="926172" y="601888"/>
                  <a:pt x="924671" y="603387"/>
                  <a:pt x="922821" y="603387"/>
                </a:cubicBezTo>
                <a:cubicBezTo>
                  <a:pt x="920971" y="603387"/>
                  <a:pt x="919471" y="601888"/>
                  <a:pt x="919471" y="600036"/>
                </a:cubicBezTo>
                <a:cubicBezTo>
                  <a:pt x="919471" y="598185"/>
                  <a:pt x="920971" y="596688"/>
                  <a:pt x="922821" y="596688"/>
                </a:cubicBezTo>
                <a:close/>
                <a:moveTo>
                  <a:pt x="2651076" y="596023"/>
                </a:moveTo>
                <a:cubicBezTo>
                  <a:pt x="2653295" y="596023"/>
                  <a:pt x="2655094" y="597820"/>
                  <a:pt x="2655094" y="600037"/>
                </a:cubicBezTo>
                <a:cubicBezTo>
                  <a:pt x="2655094" y="602258"/>
                  <a:pt x="2653295" y="604057"/>
                  <a:pt x="2651076" y="604057"/>
                </a:cubicBezTo>
                <a:cubicBezTo>
                  <a:pt x="2648858" y="604057"/>
                  <a:pt x="2647059" y="602258"/>
                  <a:pt x="2647059" y="600037"/>
                </a:cubicBezTo>
                <a:cubicBezTo>
                  <a:pt x="2647059" y="597820"/>
                  <a:pt x="2648858" y="596023"/>
                  <a:pt x="2651076" y="596023"/>
                </a:cubicBezTo>
                <a:close/>
                <a:moveTo>
                  <a:pt x="1038037" y="596023"/>
                </a:moveTo>
                <a:cubicBezTo>
                  <a:pt x="1040256" y="596023"/>
                  <a:pt x="1042055" y="597820"/>
                  <a:pt x="1042055" y="600037"/>
                </a:cubicBezTo>
                <a:cubicBezTo>
                  <a:pt x="1042055" y="602254"/>
                  <a:pt x="1040256" y="604057"/>
                  <a:pt x="1038037" y="604057"/>
                </a:cubicBezTo>
                <a:cubicBezTo>
                  <a:pt x="1035819" y="604057"/>
                  <a:pt x="1034021" y="602254"/>
                  <a:pt x="1034021" y="600037"/>
                </a:cubicBezTo>
                <a:cubicBezTo>
                  <a:pt x="1034021" y="597820"/>
                  <a:pt x="1035819" y="596023"/>
                  <a:pt x="1038037" y="596023"/>
                </a:cubicBezTo>
                <a:close/>
                <a:moveTo>
                  <a:pt x="2535859" y="595391"/>
                </a:moveTo>
                <a:cubicBezTo>
                  <a:pt x="2538426" y="595391"/>
                  <a:pt x="2540508" y="597470"/>
                  <a:pt x="2540508" y="600038"/>
                </a:cubicBezTo>
                <a:cubicBezTo>
                  <a:pt x="2540508" y="602610"/>
                  <a:pt x="2538426" y="604691"/>
                  <a:pt x="2535859" y="604691"/>
                </a:cubicBezTo>
                <a:cubicBezTo>
                  <a:pt x="2533291" y="604691"/>
                  <a:pt x="2531210" y="602610"/>
                  <a:pt x="2531210" y="600038"/>
                </a:cubicBezTo>
                <a:cubicBezTo>
                  <a:pt x="2531210" y="597470"/>
                  <a:pt x="2533291" y="595391"/>
                  <a:pt x="2535859" y="595391"/>
                </a:cubicBezTo>
                <a:close/>
                <a:moveTo>
                  <a:pt x="1153255" y="595391"/>
                </a:moveTo>
                <a:cubicBezTo>
                  <a:pt x="1155822" y="595391"/>
                  <a:pt x="1157904" y="597470"/>
                  <a:pt x="1157904" y="600038"/>
                </a:cubicBezTo>
                <a:cubicBezTo>
                  <a:pt x="1157904" y="602610"/>
                  <a:pt x="1155822" y="604691"/>
                  <a:pt x="1153255" y="604691"/>
                </a:cubicBezTo>
                <a:cubicBezTo>
                  <a:pt x="1150687" y="604691"/>
                  <a:pt x="1148606" y="602610"/>
                  <a:pt x="1148606" y="600038"/>
                </a:cubicBezTo>
                <a:cubicBezTo>
                  <a:pt x="1148606" y="597470"/>
                  <a:pt x="1150687" y="595391"/>
                  <a:pt x="1153255" y="595391"/>
                </a:cubicBezTo>
                <a:close/>
                <a:moveTo>
                  <a:pt x="2420642" y="594816"/>
                </a:moveTo>
                <a:cubicBezTo>
                  <a:pt x="2423528" y="594816"/>
                  <a:pt x="2425868" y="597153"/>
                  <a:pt x="2425868" y="600038"/>
                </a:cubicBezTo>
                <a:cubicBezTo>
                  <a:pt x="2425868" y="602926"/>
                  <a:pt x="2423528" y="605264"/>
                  <a:pt x="2420642" y="605264"/>
                </a:cubicBezTo>
                <a:cubicBezTo>
                  <a:pt x="2417756" y="605264"/>
                  <a:pt x="2415416" y="602926"/>
                  <a:pt x="2415416" y="600038"/>
                </a:cubicBezTo>
                <a:cubicBezTo>
                  <a:pt x="2415416" y="597153"/>
                  <a:pt x="2417756" y="594816"/>
                  <a:pt x="2420642" y="594816"/>
                </a:cubicBezTo>
                <a:close/>
                <a:moveTo>
                  <a:pt x="1268472" y="594816"/>
                </a:moveTo>
                <a:cubicBezTo>
                  <a:pt x="1271358" y="594816"/>
                  <a:pt x="1273698" y="597153"/>
                  <a:pt x="1273698" y="600038"/>
                </a:cubicBezTo>
                <a:cubicBezTo>
                  <a:pt x="1273698" y="602926"/>
                  <a:pt x="1271358" y="605264"/>
                  <a:pt x="1268472" y="605264"/>
                </a:cubicBezTo>
                <a:cubicBezTo>
                  <a:pt x="1265586" y="605264"/>
                  <a:pt x="1263246" y="602926"/>
                  <a:pt x="1263246" y="600038"/>
                </a:cubicBezTo>
                <a:cubicBezTo>
                  <a:pt x="1263246" y="597153"/>
                  <a:pt x="1265586" y="594816"/>
                  <a:pt x="1268472" y="594816"/>
                </a:cubicBezTo>
                <a:close/>
                <a:moveTo>
                  <a:pt x="2305425" y="594307"/>
                </a:moveTo>
                <a:cubicBezTo>
                  <a:pt x="2308591" y="594307"/>
                  <a:pt x="2311158" y="596871"/>
                  <a:pt x="2311158" y="600038"/>
                </a:cubicBezTo>
                <a:cubicBezTo>
                  <a:pt x="2311158" y="603209"/>
                  <a:pt x="2308591" y="605772"/>
                  <a:pt x="2305425" y="605772"/>
                </a:cubicBezTo>
                <a:cubicBezTo>
                  <a:pt x="2302260" y="605772"/>
                  <a:pt x="2299693" y="603209"/>
                  <a:pt x="2299693" y="600038"/>
                </a:cubicBezTo>
                <a:cubicBezTo>
                  <a:pt x="2299693" y="596871"/>
                  <a:pt x="2302260" y="594307"/>
                  <a:pt x="2305425" y="594307"/>
                </a:cubicBezTo>
                <a:close/>
                <a:moveTo>
                  <a:pt x="1383689" y="594307"/>
                </a:moveTo>
                <a:cubicBezTo>
                  <a:pt x="1386855" y="594307"/>
                  <a:pt x="1389421" y="596871"/>
                  <a:pt x="1389421" y="600037"/>
                </a:cubicBezTo>
                <a:cubicBezTo>
                  <a:pt x="1389421" y="603209"/>
                  <a:pt x="1386855" y="605772"/>
                  <a:pt x="1383689" y="605772"/>
                </a:cubicBezTo>
                <a:cubicBezTo>
                  <a:pt x="1380523" y="605772"/>
                  <a:pt x="1377957" y="603209"/>
                  <a:pt x="1377957" y="600037"/>
                </a:cubicBezTo>
                <a:cubicBezTo>
                  <a:pt x="1377957" y="596871"/>
                  <a:pt x="1380523" y="594307"/>
                  <a:pt x="1383689" y="594307"/>
                </a:cubicBezTo>
                <a:close/>
                <a:moveTo>
                  <a:pt x="2190209" y="593887"/>
                </a:moveTo>
                <a:cubicBezTo>
                  <a:pt x="2193607" y="593887"/>
                  <a:pt x="2196362" y="596639"/>
                  <a:pt x="2196362" y="600038"/>
                </a:cubicBezTo>
                <a:cubicBezTo>
                  <a:pt x="2196362" y="603437"/>
                  <a:pt x="2193607" y="606192"/>
                  <a:pt x="2190209" y="606192"/>
                </a:cubicBezTo>
                <a:cubicBezTo>
                  <a:pt x="2186810" y="606192"/>
                  <a:pt x="2184055" y="603437"/>
                  <a:pt x="2184055" y="600038"/>
                </a:cubicBezTo>
                <a:cubicBezTo>
                  <a:pt x="2184055" y="596639"/>
                  <a:pt x="2186810" y="593887"/>
                  <a:pt x="2190209" y="593887"/>
                </a:cubicBezTo>
                <a:close/>
                <a:moveTo>
                  <a:pt x="1498906" y="593887"/>
                </a:moveTo>
                <a:cubicBezTo>
                  <a:pt x="1502305" y="593887"/>
                  <a:pt x="1505059" y="596639"/>
                  <a:pt x="1505059" y="600037"/>
                </a:cubicBezTo>
                <a:cubicBezTo>
                  <a:pt x="1505059" y="603437"/>
                  <a:pt x="1502305" y="606192"/>
                  <a:pt x="1498906" y="606192"/>
                </a:cubicBezTo>
                <a:cubicBezTo>
                  <a:pt x="1495508" y="606192"/>
                  <a:pt x="1492753" y="603437"/>
                  <a:pt x="1492753" y="600037"/>
                </a:cubicBezTo>
                <a:cubicBezTo>
                  <a:pt x="1492753" y="596639"/>
                  <a:pt x="1495508" y="593887"/>
                  <a:pt x="1498906" y="593887"/>
                </a:cubicBezTo>
                <a:close/>
                <a:moveTo>
                  <a:pt x="2074991" y="593559"/>
                </a:moveTo>
                <a:cubicBezTo>
                  <a:pt x="2078570" y="593559"/>
                  <a:pt x="2081470" y="596461"/>
                  <a:pt x="2081470" y="600037"/>
                </a:cubicBezTo>
                <a:cubicBezTo>
                  <a:pt x="2081470" y="603619"/>
                  <a:pt x="2078570" y="606517"/>
                  <a:pt x="2074991" y="606517"/>
                </a:cubicBezTo>
                <a:cubicBezTo>
                  <a:pt x="2071413" y="606517"/>
                  <a:pt x="2068512" y="603619"/>
                  <a:pt x="2068512" y="600037"/>
                </a:cubicBezTo>
                <a:cubicBezTo>
                  <a:pt x="2068512" y="596461"/>
                  <a:pt x="2071413" y="593559"/>
                  <a:pt x="2074991" y="593559"/>
                </a:cubicBezTo>
                <a:close/>
                <a:moveTo>
                  <a:pt x="1614123" y="593559"/>
                </a:moveTo>
                <a:cubicBezTo>
                  <a:pt x="1617701" y="593559"/>
                  <a:pt x="1620601" y="596461"/>
                  <a:pt x="1620601" y="600037"/>
                </a:cubicBezTo>
                <a:cubicBezTo>
                  <a:pt x="1620601" y="603619"/>
                  <a:pt x="1617701" y="606517"/>
                  <a:pt x="1614123" y="606517"/>
                </a:cubicBezTo>
                <a:cubicBezTo>
                  <a:pt x="1610545" y="606517"/>
                  <a:pt x="1607644" y="603619"/>
                  <a:pt x="1607644" y="600037"/>
                </a:cubicBezTo>
                <a:cubicBezTo>
                  <a:pt x="1607644" y="596461"/>
                  <a:pt x="1610545" y="593559"/>
                  <a:pt x="1614123" y="593559"/>
                </a:cubicBezTo>
                <a:close/>
                <a:moveTo>
                  <a:pt x="1959774" y="593448"/>
                </a:moveTo>
                <a:cubicBezTo>
                  <a:pt x="1963413" y="593448"/>
                  <a:pt x="1966364" y="596399"/>
                  <a:pt x="1966364" y="600037"/>
                </a:cubicBezTo>
                <a:cubicBezTo>
                  <a:pt x="1966364" y="603679"/>
                  <a:pt x="1963413" y="606629"/>
                  <a:pt x="1959774" y="606629"/>
                </a:cubicBezTo>
                <a:cubicBezTo>
                  <a:pt x="1956135" y="606629"/>
                  <a:pt x="1953185" y="603679"/>
                  <a:pt x="1953185" y="600037"/>
                </a:cubicBezTo>
                <a:cubicBezTo>
                  <a:pt x="1953185" y="596399"/>
                  <a:pt x="1956135" y="593448"/>
                  <a:pt x="1959774" y="593448"/>
                </a:cubicBezTo>
                <a:close/>
                <a:moveTo>
                  <a:pt x="1729340" y="593448"/>
                </a:moveTo>
                <a:cubicBezTo>
                  <a:pt x="1732979" y="593448"/>
                  <a:pt x="1735929" y="596399"/>
                  <a:pt x="1735929" y="600037"/>
                </a:cubicBezTo>
                <a:cubicBezTo>
                  <a:pt x="1735929" y="603679"/>
                  <a:pt x="1732979" y="606629"/>
                  <a:pt x="1729340" y="606629"/>
                </a:cubicBezTo>
                <a:cubicBezTo>
                  <a:pt x="1725701" y="606629"/>
                  <a:pt x="1722751" y="603679"/>
                  <a:pt x="1722751" y="600037"/>
                </a:cubicBezTo>
                <a:cubicBezTo>
                  <a:pt x="1722751" y="596399"/>
                  <a:pt x="1725701" y="593448"/>
                  <a:pt x="1729340" y="593448"/>
                </a:cubicBezTo>
                <a:close/>
                <a:moveTo>
                  <a:pt x="1844558" y="593336"/>
                </a:moveTo>
                <a:cubicBezTo>
                  <a:pt x="1848257" y="593336"/>
                  <a:pt x="1851257" y="596337"/>
                  <a:pt x="1851257" y="600038"/>
                </a:cubicBezTo>
                <a:cubicBezTo>
                  <a:pt x="1851257" y="603739"/>
                  <a:pt x="1848257" y="606736"/>
                  <a:pt x="1844558" y="606736"/>
                </a:cubicBezTo>
                <a:cubicBezTo>
                  <a:pt x="1840857" y="606736"/>
                  <a:pt x="1837857" y="603739"/>
                  <a:pt x="1837857" y="600038"/>
                </a:cubicBezTo>
                <a:cubicBezTo>
                  <a:pt x="1837857" y="596337"/>
                  <a:pt x="1840857" y="593336"/>
                  <a:pt x="1844558" y="593336"/>
                </a:cubicBezTo>
                <a:close/>
                <a:moveTo>
                  <a:pt x="3054336" y="498821"/>
                </a:moveTo>
                <a:cubicBezTo>
                  <a:pt x="3055127" y="498821"/>
                  <a:pt x="3055767" y="499461"/>
                  <a:pt x="3055767" y="500250"/>
                </a:cubicBezTo>
                <a:cubicBezTo>
                  <a:pt x="3055767" y="501042"/>
                  <a:pt x="3055126" y="501683"/>
                  <a:pt x="3054336" y="501683"/>
                </a:cubicBezTo>
                <a:cubicBezTo>
                  <a:pt x="3053546" y="501683"/>
                  <a:pt x="3052906" y="501042"/>
                  <a:pt x="3052906" y="500250"/>
                </a:cubicBezTo>
                <a:cubicBezTo>
                  <a:pt x="3052906" y="499461"/>
                  <a:pt x="3053547" y="498821"/>
                  <a:pt x="3054336" y="498821"/>
                </a:cubicBezTo>
                <a:close/>
                <a:moveTo>
                  <a:pt x="634779" y="498819"/>
                </a:moveTo>
                <a:cubicBezTo>
                  <a:pt x="635570" y="498819"/>
                  <a:pt x="636210" y="499457"/>
                  <a:pt x="636210" y="500250"/>
                </a:cubicBezTo>
                <a:cubicBezTo>
                  <a:pt x="636210" y="501040"/>
                  <a:pt x="635570" y="501680"/>
                  <a:pt x="634779" y="501680"/>
                </a:cubicBezTo>
                <a:cubicBezTo>
                  <a:pt x="633988" y="501680"/>
                  <a:pt x="633350" y="501040"/>
                  <a:pt x="633350" y="500250"/>
                </a:cubicBezTo>
                <a:cubicBezTo>
                  <a:pt x="633350" y="499457"/>
                  <a:pt x="633988" y="498819"/>
                  <a:pt x="634779" y="498819"/>
                </a:cubicBezTo>
                <a:close/>
                <a:moveTo>
                  <a:pt x="2939119" y="498370"/>
                </a:moveTo>
                <a:cubicBezTo>
                  <a:pt x="2940158" y="498370"/>
                  <a:pt x="2941000" y="499213"/>
                  <a:pt x="2941000" y="500254"/>
                </a:cubicBezTo>
                <a:cubicBezTo>
                  <a:pt x="2941000" y="501292"/>
                  <a:pt x="2940158" y="502134"/>
                  <a:pt x="2939119" y="502134"/>
                </a:cubicBezTo>
                <a:cubicBezTo>
                  <a:pt x="2938080" y="502134"/>
                  <a:pt x="2937237" y="501292"/>
                  <a:pt x="2937237" y="500254"/>
                </a:cubicBezTo>
                <a:cubicBezTo>
                  <a:pt x="2937237" y="499213"/>
                  <a:pt x="2938080" y="498370"/>
                  <a:pt x="2939119" y="498370"/>
                </a:cubicBezTo>
                <a:close/>
                <a:moveTo>
                  <a:pt x="749996" y="498370"/>
                </a:moveTo>
                <a:cubicBezTo>
                  <a:pt x="751035" y="498370"/>
                  <a:pt x="751877" y="499213"/>
                  <a:pt x="751877" y="500254"/>
                </a:cubicBezTo>
                <a:cubicBezTo>
                  <a:pt x="751877" y="501292"/>
                  <a:pt x="751035" y="502134"/>
                  <a:pt x="749996" y="502134"/>
                </a:cubicBezTo>
                <a:cubicBezTo>
                  <a:pt x="748956" y="502134"/>
                  <a:pt x="748114" y="501292"/>
                  <a:pt x="748114" y="500254"/>
                </a:cubicBezTo>
                <a:cubicBezTo>
                  <a:pt x="748114" y="499213"/>
                  <a:pt x="748956" y="498370"/>
                  <a:pt x="749996" y="498370"/>
                </a:cubicBezTo>
                <a:close/>
                <a:moveTo>
                  <a:pt x="2823902" y="497861"/>
                </a:moveTo>
                <a:cubicBezTo>
                  <a:pt x="2825223" y="497861"/>
                  <a:pt x="2826295" y="498933"/>
                  <a:pt x="2826295" y="500254"/>
                </a:cubicBezTo>
                <a:cubicBezTo>
                  <a:pt x="2826295" y="501577"/>
                  <a:pt x="2825223" y="502651"/>
                  <a:pt x="2823902" y="502651"/>
                </a:cubicBezTo>
                <a:cubicBezTo>
                  <a:pt x="2822580" y="502651"/>
                  <a:pt x="2821509" y="501577"/>
                  <a:pt x="2821509" y="500254"/>
                </a:cubicBezTo>
                <a:cubicBezTo>
                  <a:pt x="2821509" y="498933"/>
                  <a:pt x="2822580" y="497861"/>
                  <a:pt x="2823902" y="497861"/>
                </a:cubicBezTo>
                <a:close/>
                <a:moveTo>
                  <a:pt x="865213" y="497861"/>
                </a:moveTo>
                <a:cubicBezTo>
                  <a:pt x="866534" y="497861"/>
                  <a:pt x="867606" y="498933"/>
                  <a:pt x="867606" y="500254"/>
                </a:cubicBezTo>
                <a:cubicBezTo>
                  <a:pt x="867606" y="501577"/>
                  <a:pt x="866534" y="502651"/>
                  <a:pt x="865213" y="502651"/>
                </a:cubicBezTo>
                <a:cubicBezTo>
                  <a:pt x="863891" y="502651"/>
                  <a:pt x="862820" y="501577"/>
                  <a:pt x="862820" y="500254"/>
                </a:cubicBezTo>
                <a:cubicBezTo>
                  <a:pt x="862820" y="498933"/>
                  <a:pt x="863891" y="497861"/>
                  <a:pt x="865213" y="497861"/>
                </a:cubicBezTo>
                <a:close/>
                <a:moveTo>
                  <a:pt x="2708685" y="497368"/>
                </a:moveTo>
                <a:cubicBezTo>
                  <a:pt x="2710280" y="497368"/>
                  <a:pt x="2711574" y="498658"/>
                  <a:pt x="2711574" y="500254"/>
                </a:cubicBezTo>
                <a:cubicBezTo>
                  <a:pt x="2711574" y="501855"/>
                  <a:pt x="2710280" y="503143"/>
                  <a:pt x="2708685" y="503143"/>
                </a:cubicBezTo>
                <a:cubicBezTo>
                  <a:pt x="2707090" y="503143"/>
                  <a:pt x="2705796" y="501855"/>
                  <a:pt x="2705796" y="500254"/>
                </a:cubicBezTo>
                <a:cubicBezTo>
                  <a:pt x="2705796" y="498658"/>
                  <a:pt x="2707090" y="497368"/>
                  <a:pt x="2708685" y="497368"/>
                </a:cubicBezTo>
                <a:close/>
                <a:moveTo>
                  <a:pt x="980430" y="497368"/>
                </a:moveTo>
                <a:cubicBezTo>
                  <a:pt x="982025" y="497368"/>
                  <a:pt x="983318" y="498658"/>
                  <a:pt x="983318" y="500254"/>
                </a:cubicBezTo>
                <a:cubicBezTo>
                  <a:pt x="983318" y="501855"/>
                  <a:pt x="982025" y="503140"/>
                  <a:pt x="980430" y="503140"/>
                </a:cubicBezTo>
                <a:cubicBezTo>
                  <a:pt x="978834" y="503140"/>
                  <a:pt x="977541" y="501855"/>
                  <a:pt x="977541" y="500254"/>
                </a:cubicBezTo>
                <a:cubicBezTo>
                  <a:pt x="977541" y="498658"/>
                  <a:pt x="978834" y="497368"/>
                  <a:pt x="980430" y="497368"/>
                </a:cubicBezTo>
                <a:close/>
                <a:moveTo>
                  <a:pt x="2593467" y="496823"/>
                </a:moveTo>
                <a:cubicBezTo>
                  <a:pt x="2595362" y="496823"/>
                  <a:pt x="2596898" y="498361"/>
                  <a:pt x="2596898" y="500254"/>
                </a:cubicBezTo>
                <a:cubicBezTo>
                  <a:pt x="2596898" y="502149"/>
                  <a:pt x="2595362" y="503687"/>
                  <a:pt x="2593467" y="503687"/>
                </a:cubicBezTo>
                <a:cubicBezTo>
                  <a:pt x="2591573" y="503687"/>
                  <a:pt x="2590037" y="502149"/>
                  <a:pt x="2590037" y="500254"/>
                </a:cubicBezTo>
                <a:cubicBezTo>
                  <a:pt x="2590037" y="498361"/>
                  <a:pt x="2591573" y="496823"/>
                  <a:pt x="2593467" y="496823"/>
                </a:cubicBezTo>
                <a:close/>
                <a:moveTo>
                  <a:pt x="1095646" y="496823"/>
                </a:moveTo>
                <a:cubicBezTo>
                  <a:pt x="1097541" y="496823"/>
                  <a:pt x="1099077" y="498361"/>
                  <a:pt x="1099077" y="500254"/>
                </a:cubicBezTo>
                <a:cubicBezTo>
                  <a:pt x="1099077" y="502149"/>
                  <a:pt x="1097541" y="503687"/>
                  <a:pt x="1095646" y="503687"/>
                </a:cubicBezTo>
                <a:cubicBezTo>
                  <a:pt x="1093752" y="503687"/>
                  <a:pt x="1092216" y="502149"/>
                  <a:pt x="1092216" y="500254"/>
                </a:cubicBezTo>
                <a:cubicBezTo>
                  <a:pt x="1092216" y="498361"/>
                  <a:pt x="1093752" y="496823"/>
                  <a:pt x="1095646" y="496823"/>
                </a:cubicBezTo>
                <a:close/>
                <a:moveTo>
                  <a:pt x="2478250" y="496324"/>
                </a:moveTo>
                <a:cubicBezTo>
                  <a:pt x="2480421" y="496324"/>
                  <a:pt x="2482181" y="498086"/>
                  <a:pt x="2482181" y="500254"/>
                </a:cubicBezTo>
                <a:cubicBezTo>
                  <a:pt x="2482181" y="502426"/>
                  <a:pt x="2480421" y="504187"/>
                  <a:pt x="2478250" y="504187"/>
                </a:cubicBezTo>
                <a:cubicBezTo>
                  <a:pt x="2476079" y="504187"/>
                  <a:pt x="2474320" y="502426"/>
                  <a:pt x="2474320" y="500254"/>
                </a:cubicBezTo>
                <a:cubicBezTo>
                  <a:pt x="2474320" y="498086"/>
                  <a:pt x="2476079" y="496324"/>
                  <a:pt x="2478250" y="496324"/>
                </a:cubicBezTo>
                <a:close/>
                <a:moveTo>
                  <a:pt x="1210864" y="496324"/>
                </a:moveTo>
                <a:cubicBezTo>
                  <a:pt x="1213035" y="496324"/>
                  <a:pt x="1214794" y="498086"/>
                  <a:pt x="1214794" y="500254"/>
                </a:cubicBezTo>
                <a:cubicBezTo>
                  <a:pt x="1214794" y="502426"/>
                  <a:pt x="1213035" y="504187"/>
                  <a:pt x="1210864" y="504187"/>
                </a:cubicBezTo>
                <a:cubicBezTo>
                  <a:pt x="1208693" y="504187"/>
                  <a:pt x="1206933" y="502426"/>
                  <a:pt x="1206933" y="500254"/>
                </a:cubicBezTo>
                <a:cubicBezTo>
                  <a:pt x="1206933" y="498086"/>
                  <a:pt x="1208693" y="496324"/>
                  <a:pt x="1210864" y="496324"/>
                </a:cubicBezTo>
                <a:close/>
                <a:moveTo>
                  <a:pt x="2363034" y="495886"/>
                </a:moveTo>
                <a:cubicBezTo>
                  <a:pt x="2365449" y="495886"/>
                  <a:pt x="2367407" y="497842"/>
                  <a:pt x="2367407" y="500254"/>
                </a:cubicBezTo>
                <a:cubicBezTo>
                  <a:pt x="2367407" y="502668"/>
                  <a:pt x="2365449" y="504627"/>
                  <a:pt x="2363034" y="504627"/>
                </a:cubicBezTo>
                <a:cubicBezTo>
                  <a:pt x="2360619" y="504627"/>
                  <a:pt x="2358661" y="502668"/>
                  <a:pt x="2358661" y="500254"/>
                </a:cubicBezTo>
                <a:cubicBezTo>
                  <a:pt x="2358661" y="497842"/>
                  <a:pt x="2360619" y="495886"/>
                  <a:pt x="2363034" y="495886"/>
                </a:cubicBezTo>
                <a:close/>
                <a:moveTo>
                  <a:pt x="1326080" y="495886"/>
                </a:moveTo>
                <a:cubicBezTo>
                  <a:pt x="1328495" y="495886"/>
                  <a:pt x="1330453" y="497842"/>
                  <a:pt x="1330453" y="500254"/>
                </a:cubicBezTo>
                <a:cubicBezTo>
                  <a:pt x="1330453" y="502668"/>
                  <a:pt x="1328495" y="504627"/>
                  <a:pt x="1326080" y="504627"/>
                </a:cubicBezTo>
                <a:cubicBezTo>
                  <a:pt x="1323665" y="504627"/>
                  <a:pt x="1321708" y="502668"/>
                  <a:pt x="1321708" y="500254"/>
                </a:cubicBezTo>
                <a:cubicBezTo>
                  <a:pt x="1321708" y="497842"/>
                  <a:pt x="1323665" y="495886"/>
                  <a:pt x="1326080" y="495886"/>
                </a:cubicBezTo>
                <a:close/>
                <a:moveTo>
                  <a:pt x="2247817" y="495421"/>
                </a:moveTo>
                <a:cubicBezTo>
                  <a:pt x="2250488" y="495421"/>
                  <a:pt x="2252654" y="497583"/>
                  <a:pt x="2252654" y="500254"/>
                </a:cubicBezTo>
                <a:cubicBezTo>
                  <a:pt x="2252654" y="502925"/>
                  <a:pt x="2250488" y="505095"/>
                  <a:pt x="2247817" y="505095"/>
                </a:cubicBezTo>
                <a:cubicBezTo>
                  <a:pt x="2245145" y="505095"/>
                  <a:pt x="2242979" y="502925"/>
                  <a:pt x="2242979" y="500254"/>
                </a:cubicBezTo>
                <a:cubicBezTo>
                  <a:pt x="2242979" y="497583"/>
                  <a:pt x="2245145" y="495421"/>
                  <a:pt x="2247817" y="495421"/>
                </a:cubicBezTo>
                <a:close/>
                <a:moveTo>
                  <a:pt x="1441298" y="495421"/>
                </a:moveTo>
                <a:cubicBezTo>
                  <a:pt x="1443970" y="495421"/>
                  <a:pt x="1446135" y="497583"/>
                  <a:pt x="1446135" y="500254"/>
                </a:cubicBezTo>
                <a:cubicBezTo>
                  <a:pt x="1446135" y="502925"/>
                  <a:pt x="1443970" y="505093"/>
                  <a:pt x="1441298" y="505093"/>
                </a:cubicBezTo>
                <a:cubicBezTo>
                  <a:pt x="1438626" y="505093"/>
                  <a:pt x="1436460" y="502925"/>
                  <a:pt x="1436460" y="500254"/>
                </a:cubicBezTo>
                <a:cubicBezTo>
                  <a:pt x="1436460" y="497583"/>
                  <a:pt x="1438627" y="495421"/>
                  <a:pt x="1441298" y="495421"/>
                </a:cubicBezTo>
                <a:close/>
                <a:moveTo>
                  <a:pt x="2132600" y="495127"/>
                </a:moveTo>
                <a:cubicBezTo>
                  <a:pt x="2135432" y="495127"/>
                  <a:pt x="2137727" y="497423"/>
                  <a:pt x="2137727" y="500254"/>
                </a:cubicBezTo>
                <a:cubicBezTo>
                  <a:pt x="2137727" y="503085"/>
                  <a:pt x="2135432" y="505385"/>
                  <a:pt x="2132600" y="505385"/>
                </a:cubicBezTo>
                <a:cubicBezTo>
                  <a:pt x="2129768" y="505385"/>
                  <a:pt x="2127472" y="503085"/>
                  <a:pt x="2127472" y="500254"/>
                </a:cubicBezTo>
                <a:cubicBezTo>
                  <a:pt x="2127472" y="497423"/>
                  <a:pt x="2129768" y="495127"/>
                  <a:pt x="2132600" y="495127"/>
                </a:cubicBezTo>
                <a:close/>
                <a:moveTo>
                  <a:pt x="1556514" y="495127"/>
                </a:moveTo>
                <a:cubicBezTo>
                  <a:pt x="1559346" y="495127"/>
                  <a:pt x="1561642" y="497423"/>
                  <a:pt x="1561642" y="500254"/>
                </a:cubicBezTo>
                <a:cubicBezTo>
                  <a:pt x="1561642" y="503085"/>
                  <a:pt x="1559346" y="505385"/>
                  <a:pt x="1556514" y="505385"/>
                </a:cubicBezTo>
                <a:cubicBezTo>
                  <a:pt x="1553683" y="505385"/>
                  <a:pt x="1551387" y="503085"/>
                  <a:pt x="1551387" y="500254"/>
                </a:cubicBezTo>
                <a:cubicBezTo>
                  <a:pt x="1551387" y="497423"/>
                  <a:pt x="1553683" y="495127"/>
                  <a:pt x="1556514" y="495127"/>
                </a:cubicBezTo>
                <a:close/>
                <a:moveTo>
                  <a:pt x="2017383" y="494930"/>
                </a:moveTo>
                <a:cubicBezTo>
                  <a:pt x="2020324" y="494930"/>
                  <a:pt x="2022708" y="497315"/>
                  <a:pt x="2022708" y="500254"/>
                </a:cubicBezTo>
                <a:cubicBezTo>
                  <a:pt x="2022708" y="503195"/>
                  <a:pt x="2020324" y="505582"/>
                  <a:pt x="2017383" y="505582"/>
                </a:cubicBezTo>
                <a:cubicBezTo>
                  <a:pt x="2014441" y="505582"/>
                  <a:pt x="2012057" y="503195"/>
                  <a:pt x="2012057" y="500254"/>
                </a:cubicBezTo>
                <a:cubicBezTo>
                  <a:pt x="2012057" y="497315"/>
                  <a:pt x="2014442" y="494930"/>
                  <a:pt x="2017383" y="494930"/>
                </a:cubicBezTo>
                <a:close/>
                <a:moveTo>
                  <a:pt x="1671732" y="494930"/>
                </a:moveTo>
                <a:cubicBezTo>
                  <a:pt x="1674673" y="494930"/>
                  <a:pt x="1677057" y="497315"/>
                  <a:pt x="1677057" y="500254"/>
                </a:cubicBezTo>
                <a:cubicBezTo>
                  <a:pt x="1677057" y="503195"/>
                  <a:pt x="1674673" y="505582"/>
                  <a:pt x="1671732" y="505582"/>
                </a:cubicBezTo>
                <a:cubicBezTo>
                  <a:pt x="1668790" y="505582"/>
                  <a:pt x="1666406" y="503195"/>
                  <a:pt x="1666406" y="500254"/>
                </a:cubicBezTo>
                <a:cubicBezTo>
                  <a:pt x="1666406" y="497315"/>
                  <a:pt x="1668791" y="494930"/>
                  <a:pt x="1671732" y="494930"/>
                </a:cubicBezTo>
                <a:close/>
                <a:moveTo>
                  <a:pt x="1902166" y="494828"/>
                </a:moveTo>
                <a:cubicBezTo>
                  <a:pt x="1905162" y="494828"/>
                  <a:pt x="1907591" y="497260"/>
                  <a:pt x="1907591" y="500254"/>
                </a:cubicBezTo>
                <a:cubicBezTo>
                  <a:pt x="1907591" y="503252"/>
                  <a:pt x="1905162" y="505680"/>
                  <a:pt x="1902166" y="505680"/>
                </a:cubicBezTo>
                <a:cubicBezTo>
                  <a:pt x="1899169" y="505680"/>
                  <a:pt x="1896740" y="503252"/>
                  <a:pt x="1896740" y="500254"/>
                </a:cubicBezTo>
                <a:cubicBezTo>
                  <a:pt x="1896740" y="497260"/>
                  <a:pt x="1899169" y="494828"/>
                  <a:pt x="1902166" y="494828"/>
                </a:cubicBezTo>
                <a:close/>
                <a:moveTo>
                  <a:pt x="1786949" y="494828"/>
                </a:moveTo>
                <a:cubicBezTo>
                  <a:pt x="1789945" y="494828"/>
                  <a:pt x="1792374" y="497260"/>
                  <a:pt x="1792374" y="500254"/>
                </a:cubicBezTo>
                <a:cubicBezTo>
                  <a:pt x="1792374" y="503252"/>
                  <a:pt x="1789945" y="505680"/>
                  <a:pt x="1786949" y="505680"/>
                </a:cubicBezTo>
                <a:cubicBezTo>
                  <a:pt x="1783952" y="505680"/>
                  <a:pt x="1781522" y="503252"/>
                  <a:pt x="1781522" y="500254"/>
                </a:cubicBezTo>
                <a:cubicBezTo>
                  <a:pt x="1781522" y="497260"/>
                  <a:pt x="1783952" y="494828"/>
                  <a:pt x="1786949" y="494828"/>
                </a:cubicBezTo>
                <a:close/>
                <a:moveTo>
                  <a:pt x="2996727" y="399242"/>
                </a:moveTo>
                <a:cubicBezTo>
                  <a:pt x="2997405" y="399242"/>
                  <a:pt x="2997955" y="399791"/>
                  <a:pt x="2997955" y="400472"/>
                </a:cubicBezTo>
                <a:cubicBezTo>
                  <a:pt x="2997955" y="401149"/>
                  <a:pt x="2997405" y="401698"/>
                  <a:pt x="2996727" y="401698"/>
                </a:cubicBezTo>
                <a:cubicBezTo>
                  <a:pt x="2996050" y="401698"/>
                  <a:pt x="2995500" y="401149"/>
                  <a:pt x="2995500" y="400472"/>
                </a:cubicBezTo>
                <a:cubicBezTo>
                  <a:pt x="2995500" y="399791"/>
                  <a:pt x="2996050" y="399242"/>
                  <a:pt x="2996727" y="399242"/>
                </a:cubicBezTo>
                <a:close/>
                <a:moveTo>
                  <a:pt x="692388" y="399242"/>
                </a:moveTo>
                <a:cubicBezTo>
                  <a:pt x="693065" y="399242"/>
                  <a:pt x="693615" y="399791"/>
                  <a:pt x="693615" y="400469"/>
                </a:cubicBezTo>
                <a:cubicBezTo>
                  <a:pt x="693615" y="401148"/>
                  <a:pt x="693065" y="401695"/>
                  <a:pt x="692388" y="401695"/>
                </a:cubicBezTo>
                <a:cubicBezTo>
                  <a:pt x="691710" y="401695"/>
                  <a:pt x="691160" y="401148"/>
                  <a:pt x="691160" y="400469"/>
                </a:cubicBezTo>
                <a:cubicBezTo>
                  <a:pt x="691160" y="399791"/>
                  <a:pt x="691710" y="399242"/>
                  <a:pt x="692388" y="399242"/>
                </a:cubicBezTo>
                <a:close/>
                <a:moveTo>
                  <a:pt x="2881510" y="398824"/>
                </a:moveTo>
                <a:cubicBezTo>
                  <a:pt x="2882421" y="398824"/>
                  <a:pt x="2883159" y="399561"/>
                  <a:pt x="2883159" y="400472"/>
                </a:cubicBezTo>
                <a:cubicBezTo>
                  <a:pt x="2883159" y="401384"/>
                  <a:pt x="2882421" y="402122"/>
                  <a:pt x="2881510" y="402122"/>
                </a:cubicBezTo>
                <a:cubicBezTo>
                  <a:pt x="2880600" y="402122"/>
                  <a:pt x="2879862" y="401384"/>
                  <a:pt x="2879862" y="400472"/>
                </a:cubicBezTo>
                <a:cubicBezTo>
                  <a:pt x="2879862" y="399561"/>
                  <a:pt x="2880600" y="398824"/>
                  <a:pt x="2881510" y="398824"/>
                </a:cubicBezTo>
                <a:close/>
                <a:moveTo>
                  <a:pt x="807603" y="398822"/>
                </a:moveTo>
                <a:cubicBezTo>
                  <a:pt x="808514" y="398822"/>
                  <a:pt x="809252" y="399561"/>
                  <a:pt x="809252" y="400472"/>
                </a:cubicBezTo>
                <a:cubicBezTo>
                  <a:pt x="809252" y="401384"/>
                  <a:pt x="808514" y="402119"/>
                  <a:pt x="807603" y="402119"/>
                </a:cubicBezTo>
                <a:cubicBezTo>
                  <a:pt x="806693" y="402119"/>
                  <a:pt x="805955" y="401384"/>
                  <a:pt x="805955" y="400472"/>
                </a:cubicBezTo>
                <a:cubicBezTo>
                  <a:pt x="805955" y="399561"/>
                  <a:pt x="806693" y="398822"/>
                  <a:pt x="807603" y="398822"/>
                </a:cubicBezTo>
                <a:close/>
                <a:moveTo>
                  <a:pt x="2766293" y="398406"/>
                </a:moveTo>
                <a:cubicBezTo>
                  <a:pt x="2767434" y="398406"/>
                  <a:pt x="2768360" y="399331"/>
                  <a:pt x="2768360" y="400477"/>
                </a:cubicBezTo>
                <a:cubicBezTo>
                  <a:pt x="2768360" y="401614"/>
                  <a:pt x="2767434" y="402540"/>
                  <a:pt x="2766293" y="402540"/>
                </a:cubicBezTo>
                <a:cubicBezTo>
                  <a:pt x="2765152" y="402540"/>
                  <a:pt x="2764227" y="401614"/>
                  <a:pt x="2764227" y="400477"/>
                </a:cubicBezTo>
                <a:cubicBezTo>
                  <a:pt x="2764227" y="399331"/>
                  <a:pt x="2765152" y="398406"/>
                  <a:pt x="2766293" y="398406"/>
                </a:cubicBezTo>
                <a:close/>
                <a:moveTo>
                  <a:pt x="922821" y="398406"/>
                </a:moveTo>
                <a:cubicBezTo>
                  <a:pt x="923962" y="398406"/>
                  <a:pt x="924887" y="399331"/>
                  <a:pt x="924887" y="400477"/>
                </a:cubicBezTo>
                <a:cubicBezTo>
                  <a:pt x="924887" y="401614"/>
                  <a:pt x="923962" y="402540"/>
                  <a:pt x="922821" y="402540"/>
                </a:cubicBezTo>
                <a:cubicBezTo>
                  <a:pt x="921679" y="402540"/>
                  <a:pt x="920754" y="401614"/>
                  <a:pt x="920754" y="400477"/>
                </a:cubicBezTo>
                <a:cubicBezTo>
                  <a:pt x="920754" y="399331"/>
                  <a:pt x="921679" y="398406"/>
                  <a:pt x="922821" y="398406"/>
                </a:cubicBezTo>
                <a:close/>
                <a:moveTo>
                  <a:pt x="2651076" y="398013"/>
                </a:moveTo>
                <a:cubicBezTo>
                  <a:pt x="2652435" y="398013"/>
                  <a:pt x="2653537" y="399118"/>
                  <a:pt x="2653537" y="400477"/>
                </a:cubicBezTo>
                <a:cubicBezTo>
                  <a:pt x="2653537" y="401835"/>
                  <a:pt x="2652435" y="402933"/>
                  <a:pt x="2651076" y="402933"/>
                </a:cubicBezTo>
                <a:cubicBezTo>
                  <a:pt x="2649718" y="402933"/>
                  <a:pt x="2648616" y="401835"/>
                  <a:pt x="2648616" y="400477"/>
                </a:cubicBezTo>
                <a:cubicBezTo>
                  <a:pt x="2648616" y="399118"/>
                  <a:pt x="2649718" y="398013"/>
                  <a:pt x="2651076" y="398013"/>
                </a:cubicBezTo>
                <a:close/>
                <a:moveTo>
                  <a:pt x="1038038" y="397942"/>
                </a:moveTo>
                <a:cubicBezTo>
                  <a:pt x="1039435" y="397942"/>
                  <a:pt x="1040568" y="399075"/>
                  <a:pt x="1040568" y="400477"/>
                </a:cubicBezTo>
                <a:cubicBezTo>
                  <a:pt x="1040568" y="401870"/>
                  <a:pt x="1039435" y="403005"/>
                  <a:pt x="1038038" y="403005"/>
                </a:cubicBezTo>
                <a:cubicBezTo>
                  <a:pt x="1036641" y="403005"/>
                  <a:pt x="1035508" y="401870"/>
                  <a:pt x="1035508" y="400477"/>
                </a:cubicBezTo>
                <a:cubicBezTo>
                  <a:pt x="1035508" y="399075"/>
                  <a:pt x="1036641" y="397942"/>
                  <a:pt x="1038038" y="397942"/>
                </a:cubicBezTo>
                <a:close/>
                <a:moveTo>
                  <a:pt x="2535859" y="397509"/>
                </a:moveTo>
                <a:cubicBezTo>
                  <a:pt x="2537496" y="397509"/>
                  <a:pt x="2538822" y="398836"/>
                  <a:pt x="2538822" y="400477"/>
                </a:cubicBezTo>
                <a:cubicBezTo>
                  <a:pt x="2538822" y="402113"/>
                  <a:pt x="2537496" y="403436"/>
                  <a:pt x="2535859" y="403436"/>
                </a:cubicBezTo>
                <a:cubicBezTo>
                  <a:pt x="2534223" y="403436"/>
                  <a:pt x="2532896" y="402113"/>
                  <a:pt x="2532896" y="400477"/>
                </a:cubicBezTo>
                <a:cubicBezTo>
                  <a:pt x="2532896" y="398836"/>
                  <a:pt x="2534223" y="397509"/>
                  <a:pt x="2535859" y="397509"/>
                </a:cubicBezTo>
                <a:close/>
                <a:moveTo>
                  <a:pt x="1153255" y="397509"/>
                </a:moveTo>
                <a:cubicBezTo>
                  <a:pt x="1154892" y="397509"/>
                  <a:pt x="1156218" y="398836"/>
                  <a:pt x="1156218" y="400477"/>
                </a:cubicBezTo>
                <a:cubicBezTo>
                  <a:pt x="1156218" y="402113"/>
                  <a:pt x="1154892" y="403436"/>
                  <a:pt x="1153255" y="403436"/>
                </a:cubicBezTo>
                <a:cubicBezTo>
                  <a:pt x="1151619" y="403436"/>
                  <a:pt x="1150292" y="402113"/>
                  <a:pt x="1150292" y="400477"/>
                </a:cubicBezTo>
                <a:cubicBezTo>
                  <a:pt x="1150292" y="398836"/>
                  <a:pt x="1151619" y="397509"/>
                  <a:pt x="1153255" y="397509"/>
                </a:cubicBezTo>
                <a:close/>
                <a:moveTo>
                  <a:pt x="2420642" y="397124"/>
                </a:moveTo>
                <a:cubicBezTo>
                  <a:pt x="2422492" y="397124"/>
                  <a:pt x="2423993" y="398626"/>
                  <a:pt x="2423993" y="400477"/>
                </a:cubicBezTo>
                <a:cubicBezTo>
                  <a:pt x="2423993" y="402326"/>
                  <a:pt x="2422492" y="403827"/>
                  <a:pt x="2420642" y="403827"/>
                </a:cubicBezTo>
                <a:cubicBezTo>
                  <a:pt x="2418792" y="403827"/>
                  <a:pt x="2417292" y="402326"/>
                  <a:pt x="2417292" y="400477"/>
                </a:cubicBezTo>
                <a:cubicBezTo>
                  <a:pt x="2417292" y="398626"/>
                  <a:pt x="2418792" y="397124"/>
                  <a:pt x="2420642" y="397124"/>
                </a:cubicBezTo>
                <a:close/>
                <a:moveTo>
                  <a:pt x="1268471" y="397124"/>
                </a:moveTo>
                <a:cubicBezTo>
                  <a:pt x="1270322" y="397124"/>
                  <a:pt x="1271822" y="398626"/>
                  <a:pt x="1271822" y="400477"/>
                </a:cubicBezTo>
                <a:cubicBezTo>
                  <a:pt x="1271822" y="402326"/>
                  <a:pt x="1270322" y="403827"/>
                  <a:pt x="1268471" y="403827"/>
                </a:cubicBezTo>
                <a:cubicBezTo>
                  <a:pt x="1266621" y="403827"/>
                  <a:pt x="1265121" y="402326"/>
                  <a:pt x="1265121" y="400477"/>
                </a:cubicBezTo>
                <a:cubicBezTo>
                  <a:pt x="1265121" y="398626"/>
                  <a:pt x="1266621" y="397124"/>
                  <a:pt x="1268471" y="397124"/>
                </a:cubicBezTo>
                <a:close/>
                <a:moveTo>
                  <a:pt x="2305425" y="396796"/>
                </a:moveTo>
                <a:cubicBezTo>
                  <a:pt x="2307455" y="396796"/>
                  <a:pt x="2309101" y="398442"/>
                  <a:pt x="2309101" y="400477"/>
                </a:cubicBezTo>
                <a:cubicBezTo>
                  <a:pt x="2309101" y="402503"/>
                  <a:pt x="2307455" y="404150"/>
                  <a:pt x="2305425" y="404150"/>
                </a:cubicBezTo>
                <a:cubicBezTo>
                  <a:pt x="2303395" y="404150"/>
                  <a:pt x="2301749" y="402503"/>
                  <a:pt x="2301749" y="400477"/>
                </a:cubicBezTo>
                <a:cubicBezTo>
                  <a:pt x="2301749" y="398442"/>
                  <a:pt x="2303395" y="396796"/>
                  <a:pt x="2305425" y="396796"/>
                </a:cubicBezTo>
                <a:close/>
                <a:moveTo>
                  <a:pt x="1383689" y="396796"/>
                </a:moveTo>
                <a:cubicBezTo>
                  <a:pt x="1385720" y="396796"/>
                  <a:pt x="1387366" y="398442"/>
                  <a:pt x="1387366" y="400477"/>
                </a:cubicBezTo>
                <a:cubicBezTo>
                  <a:pt x="1387366" y="402503"/>
                  <a:pt x="1385720" y="404150"/>
                  <a:pt x="1383689" y="404150"/>
                </a:cubicBezTo>
                <a:cubicBezTo>
                  <a:pt x="1381659" y="404150"/>
                  <a:pt x="1380013" y="402503"/>
                  <a:pt x="1380013" y="400477"/>
                </a:cubicBezTo>
                <a:cubicBezTo>
                  <a:pt x="1380013" y="398442"/>
                  <a:pt x="1381659" y="396796"/>
                  <a:pt x="1383689" y="396796"/>
                </a:cubicBezTo>
                <a:close/>
                <a:moveTo>
                  <a:pt x="2190208" y="396457"/>
                </a:moveTo>
                <a:cubicBezTo>
                  <a:pt x="2192427" y="396457"/>
                  <a:pt x="2194225" y="398253"/>
                  <a:pt x="2194225" y="400477"/>
                </a:cubicBezTo>
                <a:cubicBezTo>
                  <a:pt x="2194225" y="402692"/>
                  <a:pt x="2192427" y="404489"/>
                  <a:pt x="2190208" y="404489"/>
                </a:cubicBezTo>
                <a:cubicBezTo>
                  <a:pt x="2187989" y="404489"/>
                  <a:pt x="2186191" y="402692"/>
                  <a:pt x="2186191" y="400477"/>
                </a:cubicBezTo>
                <a:cubicBezTo>
                  <a:pt x="2186191" y="398253"/>
                  <a:pt x="2187989" y="396457"/>
                  <a:pt x="2190208" y="396457"/>
                </a:cubicBezTo>
                <a:close/>
                <a:moveTo>
                  <a:pt x="1498906" y="396457"/>
                </a:moveTo>
                <a:cubicBezTo>
                  <a:pt x="1501124" y="396457"/>
                  <a:pt x="1502923" y="398253"/>
                  <a:pt x="1502923" y="400477"/>
                </a:cubicBezTo>
                <a:cubicBezTo>
                  <a:pt x="1502923" y="402692"/>
                  <a:pt x="1501124" y="404489"/>
                  <a:pt x="1498906" y="404489"/>
                </a:cubicBezTo>
                <a:cubicBezTo>
                  <a:pt x="1496687" y="404489"/>
                  <a:pt x="1494889" y="402692"/>
                  <a:pt x="1494889" y="400477"/>
                </a:cubicBezTo>
                <a:cubicBezTo>
                  <a:pt x="1494889" y="398253"/>
                  <a:pt x="1496687" y="396457"/>
                  <a:pt x="1498906" y="396457"/>
                </a:cubicBezTo>
                <a:close/>
                <a:moveTo>
                  <a:pt x="2074991" y="396190"/>
                </a:moveTo>
                <a:cubicBezTo>
                  <a:pt x="2077356" y="396190"/>
                  <a:pt x="2079273" y="398108"/>
                  <a:pt x="2079273" y="400477"/>
                </a:cubicBezTo>
                <a:cubicBezTo>
                  <a:pt x="2079273" y="402839"/>
                  <a:pt x="2077356" y="404757"/>
                  <a:pt x="2074991" y="404757"/>
                </a:cubicBezTo>
                <a:cubicBezTo>
                  <a:pt x="2072626" y="404757"/>
                  <a:pt x="2070709" y="402839"/>
                  <a:pt x="2070709" y="400477"/>
                </a:cubicBezTo>
                <a:cubicBezTo>
                  <a:pt x="2070709" y="398108"/>
                  <a:pt x="2072626" y="396190"/>
                  <a:pt x="2074991" y="396190"/>
                </a:cubicBezTo>
                <a:close/>
                <a:moveTo>
                  <a:pt x="1614123" y="396190"/>
                </a:moveTo>
                <a:cubicBezTo>
                  <a:pt x="1616487" y="396190"/>
                  <a:pt x="1618405" y="398108"/>
                  <a:pt x="1618405" y="400477"/>
                </a:cubicBezTo>
                <a:cubicBezTo>
                  <a:pt x="1618405" y="402839"/>
                  <a:pt x="1616487" y="404757"/>
                  <a:pt x="1614123" y="404757"/>
                </a:cubicBezTo>
                <a:cubicBezTo>
                  <a:pt x="1611758" y="404757"/>
                  <a:pt x="1609841" y="402839"/>
                  <a:pt x="1609841" y="400477"/>
                </a:cubicBezTo>
                <a:cubicBezTo>
                  <a:pt x="1609841" y="398108"/>
                  <a:pt x="1611758" y="396190"/>
                  <a:pt x="1614123" y="396190"/>
                </a:cubicBezTo>
                <a:close/>
                <a:moveTo>
                  <a:pt x="1959774" y="396099"/>
                </a:moveTo>
                <a:cubicBezTo>
                  <a:pt x="1962189" y="396099"/>
                  <a:pt x="1964146" y="398058"/>
                  <a:pt x="1964146" y="400477"/>
                </a:cubicBezTo>
                <a:cubicBezTo>
                  <a:pt x="1964146" y="402889"/>
                  <a:pt x="1962189" y="404847"/>
                  <a:pt x="1959774" y="404847"/>
                </a:cubicBezTo>
                <a:cubicBezTo>
                  <a:pt x="1957359" y="404847"/>
                  <a:pt x="1955401" y="402889"/>
                  <a:pt x="1955401" y="400477"/>
                </a:cubicBezTo>
                <a:cubicBezTo>
                  <a:pt x="1955401" y="398058"/>
                  <a:pt x="1957359" y="396099"/>
                  <a:pt x="1959774" y="396099"/>
                </a:cubicBezTo>
                <a:close/>
                <a:moveTo>
                  <a:pt x="1729340" y="396099"/>
                </a:moveTo>
                <a:cubicBezTo>
                  <a:pt x="1731755" y="396099"/>
                  <a:pt x="1733713" y="398058"/>
                  <a:pt x="1733713" y="400477"/>
                </a:cubicBezTo>
                <a:cubicBezTo>
                  <a:pt x="1733713" y="402889"/>
                  <a:pt x="1731755" y="404847"/>
                  <a:pt x="1729340" y="404847"/>
                </a:cubicBezTo>
                <a:cubicBezTo>
                  <a:pt x="1726925" y="404847"/>
                  <a:pt x="1724968" y="402889"/>
                  <a:pt x="1724968" y="400477"/>
                </a:cubicBezTo>
                <a:cubicBezTo>
                  <a:pt x="1724968" y="398058"/>
                  <a:pt x="1726925" y="396099"/>
                  <a:pt x="1729340" y="396099"/>
                </a:cubicBezTo>
                <a:close/>
                <a:moveTo>
                  <a:pt x="1844557" y="396010"/>
                </a:moveTo>
                <a:cubicBezTo>
                  <a:pt x="1847022" y="396010"/>
                  <a:pt x="1849021" y="398010"/>
                  <a:pt x="1849021" y="400477"/>
                </a:cubicBezTo>
                <a:cubicBezTo>
                  <a:pt x="1849021" y="402936"/>
                  <a:pt x="1847022" y="404934"/>
                  <a:pt x="1844557" y="404934"/>
                </a:cubicBezTo>
                <a:cubicBezTo>
                  <a:pt x="1842091" y="404934"/>
                  <a:pt x="1840093" y="402936"/>
                  <a:pt x="1840093" y="400477"/>
                </a:cubicBezTo>
                <a:cubicBezTo>
                  <a:pt x="1840093" y="398010"/>
                  <a:pt x="1842091" y="396010"/>
                  <a:pt x="1844557" y="396010"/>
                </a:cubicBezTo>
                <a:close/>
                <a:moveTo>
                  <a:pt x="2823902" y="299312"/>
                </a:moveTo>
                <a:cubicBezTo>
                  <a:pt x="2824663" y="299312"/>
                  <a:pt x="2825281" y="299930"/>
                  <a:pt x="2825281" y="300691"/>
                </a:cubicBezTo>
                <a:cubicBezTo>
                  <a:pt x="2825281" y="301451"/>
                  <a:pt x="2824663" y="302071"/>
                  <a:pt x="2823902" y="302071"/>
                </a:cubicBezTo>
                <a:cubicBezTo>
                  <a:pt x="2823141" y="302071"/>
                  <a:pt x="2822524" y="301451"/>
                  <a:pt x="2822524" y="300691"/>
                </a:cubicBezTo>
                <a:cubicBezTo>
                  <a:pt x="2822524" y="299930"/>
                  <a:pt x="2823141" y="299312"/>
                  <a:pt x="2823902" y="299312"/>
                </a:cubicBezTo>
                <a:close/>
                <a:moveTo>
                  <a:pt x="865213" y="299312"/>
                </a:moveTo>
                <a:cubicBezTo>
                  <a:pt x="865974" y="299312"/>
                  <a:pt x="866591" y="299930"/>
                  <a:pt x="866591" y="300691"/>
                </a:cubicBezTo>
                <a:cubicBezTo>
                  <a:pt x="866591" y="301451"/>
                  <a:pt x="865974" y="302069"/>
                  <a:pt x="865213" y="302069"/>
                </a:cubicBezTo>
                <a:cubicBezTo>
                  <a:pt x="864451" y="302069"/>
                  <a:pt x="863834" y="301451"/>
                  <a:pt x="863834" y="300691"/>
                </a:cubicBezTo>
                <a:cubicBezTo>
                  <a:pt x="863834" y="299930"/>
                  <a:pt x="864452" y="299312"/>
                  <a:pt x="865213" y="299312"/>
                </a:cubicBezTo>
                <a:close/>
                <a:moveTo>
                  <a:pt x="2708685" y="298985"/>
                </a:moveTo>
                <a:cubicBezTo>
                  <a:pt x="2709627" y="298985"/>
                  <a:pt x="2710391" y="299750"/>
                  <a:pt x="2710391" y="300691"/>
                </a:cubicBezTo>
                <a:cubicBezTo>
                  <a:pt x="2710391" y="301636"/>
                  <a:pt x="2709627" y="302397"/>
                  <a:pt x="2708685" y="302397"/>
                </a:cubicBezTo>
                <a:cubicBezTo>
                  <a:pt x="2707743" y="302397"/>
                  <a:pt x="2706980" y="301636"/>
                  <a:pt x="2706980" y="300691"/>
                </a:cubicBezTo>
                <a:cubicBezTo>
                  <a:pt x="2706980" y="299750"/>
                  <a:pt x="2707743" y="298985"/>
                  <a:pt x="2708685" y="298985"/>
                </a:cubicBezTo>
                <a:close/>
                <a:moveTo>
                  <a:pt x="980430" y="298985"/>
                </a:moveTo>
                <a:cubicBezTo>
                  <a:pt x="981372" y="298985"/>
                  <a:pt x="982135" y="299750"/>
                  <a:pt x="982135" y="300691"/>
                </a:cubicBezTo>
                <a:cubicBezTo>
                  <a:pt x="982135" y="301636"/>
                  <a:pt x="981372" y="302396"/>
                  <a:pt x="980430" y="302396"/>
                </a:cubicBezTo>
                <a:cubicBezTo>
                  <a:pt x="979488" y="302396"/>
                  <a:pt x="978724" y="301636"/>
                  <a:pt x="978724" y="300691"/>
                </a:cubicBezTo>
                <a:cubicBezTo>
                  <a:pt x="978724" y="299750"/>
                  <a:pt x="979488" y="298985"/>
                  <a:pt x="980430" y="298985"/>
                </a:cubicBezTo>
                <a:close/>
                <a:moveTo>
                  <a:pt x="2593468" y="298626"/>
                </a:moveTo>
                <a:cubicBezTo>
                  <a:pt x="2594609" y="298626"/>
                  <a:pt x="2595535" y="299553"/>
                  <a:pt x="2595535" y="300691"/>
                </a:cubicBezTo>
                <a:cubicBezTo>
                  <a:pt x="2595535" y="301831"/>
                  <a:pt x="2594609" y="302756"/>
                  <a:pt x="2593468" y="302756"/>
                </a:cubicBezTo>
                <a:cubicBezTo>
                  <a:pt x="2592326" y="302756"/>
                  <a:pt x="2591402" y="301831"/>
                  <a:pt x="2591402" y="300691"/>
                </a:cubicBezTo>
                <a:cubicBezTo>
                  <a:pt x="2591402" y="299553"/>
                  <a:pt x="2592326" y="298626"/>
                  <a:pt x="2593468" y="298626"/>
                </a:cubicBezTo>
                <a:close/>
                <a:moveTo>
                  <a:pt x="1095647" y="298626"/>
                </a:moveTo>
                <a:cubicBezTo>
                  <a:pt x="1096788" y="298626"/>
                  <a:pt x="1097713" y="299549"/>
                  <a:pt x="1097713" y="300691"/>
                </a:cubicBezTo>
                <a:cubicBezTo>
                  <a:pt x="1097713" y="301831"/>
                  <a:pt x="1096788" y="302756"/>
                  <a:pt x="1095647" y="302756"/>
                </a:cubicBezTo>
                <a:cubicBezTo>
                  <a:pt x="1094505" y="302756"/>
                  <a:pt x="1093581" y="301831"/>
                  <a:pt x="1093581" y="300691"/>
                </a:cubicBezTo>
                <a:cubicBezTo>
                  <a:pt x="1093581" y="299549"/>
                  <a:pt x="1094505" y="298626"/>
                  <a:pt x="1095647" y="298626"/>
                </a:cubicBezTo>
                <a:close/>
                <a:moveTo>
                  <a:pt x="2478251" y="298304"/>
                </a:moveTo>
                <a:cubicBezTo>
                  <a:pt x="2479572" y="298304"/>
                  <a:pt x="2480644" y="299367"/>
                  <a:pt x="2480644" y="300691"/>
                </a:cubicBezTo>
                <a:cubicBezTo>
                  <a:pt x="2480644" y="302012"/>
                  <a:pt x="2479572" y="303084"/>
                  <a:pt x="2478251" y="303084"/>
                </a:cubicBezTo>
                <a:cubicBezTo>
                  <a:pt x="2476929" y="303084"/>
                  <a:pt x="2475858" y="302012"/>
                  <a:pt x="2475858" y="300691"/>
                </a:cubicBezTo>
                <a:cubicBezTo>
                  <a:pt x="2475858" y="299367"/>
                  <a:pt x="2476929" y="298304"/>
                  <a:pt x="2478251" y="298304"/>
                </a:cubicBezTo>
                <a:close/>
                <a:moveTo>
                  <a:pt x="1210863" y="298304"/>
                </a:moveTo>
                <a:cubicBezTo>
                  <a:pt x="1212185" y="298304"/>
                  <a:pt x="1213256" y="299367"/>
                  <a:pt x="1213256" y="300691"/>
                </a:cubicBezTo>
                <a:cubicBezTo>
                  <a:pt x="1213256" y="302012"/>
                  <a:pt x="1212185" y="303084"/>
                  <a:pt x="1210863" y="303084"/>
                </a:cubicBezTo>
                <a:cubicBezTo>
                  <a:pt x="1209542" y="303084"/>
                  <a:pt x="1208470" y="302012"/>
                  <a:pt x="1208470" y="300691"/>
                </a:cubicBezTo>
                <a:cubicBezTo>
                  <a:pt x="1208470" y="299367"/>
                  <a:pt x="1209542" y="298304"/>
                  <a:pt x="1210863" y="298304"/>
                </a:cubicBezTo>
                <a:close/>
                <a:moveTo>
                  <a:pt x="2363034" y="297949"/>
                </a:moveTo>
                <a:cubicBezTo>
                  <a:pt x="2364548" y="297949"/>
                  <a:pt x="2365776" y="299177"/>
                  <a:pt x="2365776" y="300691"/>
                </a:cubicBezTo>
                <a:cubicBezTo>
                  <a:pt x="2365776" y="302207"/>
                  <a:pt x="2364548" y="303433"/>
                  <a:pt x="2363034" y="303433"/>
                </a:cubicBezTo>
                <a:cubicBezTo>
                  <a:pt x="2361519" y="303433"/>
                  <a:pt x="2360291" y="302207"/>
                  <a:pt x="2360291" y="300691"/>
                </a:cubicBezTo>
                <a:cubicBezTo>
                  <a:pt x="2360291" y="299177"/>
                  <a:pt x="2361519" y="297949"/>
                  <a:pt x="2363034" y="297949"/>
                </a:cubicBezTo>
                <a:close/>
                <a:moveTo>
                  <a:pt x="1326081" y="297949"/>
                </a:moveTo>
                <a:cubicBezTo>
                  <a:pt x="1327595" y="297949"/>
                  <a:pt x="1328823" y="299177"/>
                  <a:pt x="1328823" y="300691"/>
                </a:cubicBezTo>
                <a:cubicBezTo>
                  <a:pt x="1328823" y="302207"/>
                  <a:pt x="1327595" y="303433"/>
                  <a:pt x="1326081" y="303433"/>
                </a:cubicBezTo>
                <a:cubicBezTo>
                  <a:pt x="1324566" y="303433"/>
                  <a:pt x="1323338" y="302207"/>
                  <a:pt x="1323338" y="300691"/>
                </a:cubicBezTo>
                <a:cubicBezTo>
                  <a:pt x="1323338" y="299177"/>
                  <a:pt x="1324566" y="297949"/>
                  <a:pt x="1326081" y="297949"/>
                </a:cubicBezTo>
                <a:close/>
                <a:moveTo>
                  <a:pt x="2247817" y="297653"/>
                </a:moveTo>
                <a:cubicBezTo>
                  <a:pt x="2249495" y="297653"/>
                  <a:pt x="2250856" y="299013"/>
                  <a:pt x="2250856" y="300691"/>
                </a:cubicBezTo>
                <a:cubicBezTo>
                  <a:pt x="2250856" y="302371"/>
                  <a:pt x="2249495" y="303728"/>
                  <a:pt x="2247817" y="303728"/>
                </a:cubicBezTo>
                <a:cubicBezTo>
                  <a:pt x="2246139" y="303728"/>
                  <a:pt x="2244778" y="302371"/>
                  <a:pt x="2244778" y="300691"/>
                </a:cubicBezTo>
                <a:cubicBezTo>
                  <a:pt x="2244778" y="299013"/>
                  <a:pt x="2246139" y="297653"/>
                  <a:pt x="2247817" y="297653"/>
                </a:cubicBezTo>
                <a:close/>
                <a:moveTo>
                  <a:pt x="1441297" y="297653"/>
                </a:moveTo>
                <a:cubicBezTo>
                  <a:pt x="1442976" y="297653"/>
                  <a:pt x="1444337" y="299011"/>
                  <a:pt x="1444337" y="300691"/>
                </a:cubicBezTo>
                <a:cubicBezTo>
                  <a:pt x="1444337" y="302371"/>
                  <a:pt x="1442976" y="303728"/>
                  <a:pt x="1441297" y="303728"/>
                </a:cubicBezTo>
                <a:cubicBezTo>
                  <a:pt x="1439619" y="303728"/>
                  <a:pt x="1438258" y="302371"/>
                  <a:pt x="1438258" y="300691"/>
                </a:cubicBezTo>
                <a:cubicBezTo>
                  <a:pt x="1438258" y="299011"/>
                  <a:pt x="1439619" y="297653"/>
                  <a:pt x="1441297" y="297653"/>
                </a:cubicBezTo>
                <a:close/>
                <a:moveTo>
                  <a:pt x="2132600" y="297419"/>
                </a:moveTo>
                <a:cubicBezTo>
                  <a:pt x="2134406" y="297419"/>
                  <a:pt x="2135870" y="298884"/>
                  <a:pt x="2135870" y="300691"/>
                </a:cubicBezTo>
                <a:cubicBezTo>
                  <a:pt x="2135870" y="302498"/>
                  <a:pt x="2134406" y="303963"/>
                  <a:pt x="2132600" y="303963"/>
                </a:cubicBezTo>
                <a:cubicBezTo>
                  <a:pt x="2130793" y="303963"/>
                  <a:pt x="2129328" y="302498"/>
                  <a:pt x="2129328" y="300691"/>
                </a:cubicBezTo>
                <a:cubicBezTo>
                  <a:pt x="2129328" y="298884"/>
                  <a:pt x="2130793" y="297419"/>
                  <a:pt x="2132600" y="297419"/>
                </a:cubicBezTo>
                <a:close/>
                <a:moveTo>
                  <a:pt x="1556515" y="297419"/>
                </a:moveTo>
                <a:cubicBezTo>
                  <a:pt x="1558321" y="297419"/>
                  <a:pt x="1559786" y="298884"/>
                  <a:pt x="1559786" y="300691"/>
                </a:cubicBezTo>
                <a:cubicBezTo>
                  <a:pt x="1559786" y="302498"/>
                  <a:pt x="1558321" y="303963"/>
                  <a:pt x="1556515" y="303963"/>
                </a:cubicBezTo>
                <a:cubicBezTo>
                  <a:pt x="1554708" y="303963"/>
                  <a:pt x="1553244" y="302498"/>
                  <a:pt x="1553244" y="300691"/>
                </a:cubicBezTo>
                <a:cubicBezTo>
                  <a:pt x="1553244" y="298884"/>
                  <a:pt x="1554708" y="297419"/>
                  <a:pt x="1556515" y="297419"/>
                </a:cubicBezTo>
                <a:close/>
                <a:moveTo>
                  <a:pt x="2017383" y="297258"/>
                </a:moveTo>
                <a:cubicBezTo>
                  <a:pt x="2019278" y="297258"/>
                  <a:pt x="2020814" y="298795"/>
                  <a:pt x="2020814" y="300691"/>
                </a:cubicBezTo>
                <a:cubicBezTo>
                  <a:pt x="2020814" y="302584"/>
                  <a:pt x="2019278" y="304122"/>
                  <a:pt x="2017383" y="304122"/>
                </a:cubicBezTo>
                <a:cubicBezTo>
                  <a:pt x="2015488" y="304122"/>
                  <a:pt x="2013953" y="302584"/>
                  <a:pt x="2013953" y="300691"/>
                </a:cubicBezTo>
                <a:cubicBezTo>
                  <a:pt x="2013953" y="298795"/>
                  <a:pt x="2015488" y="297258"/>
                  <a:pt x="2017383" y="297258"/>
                </a:cubicBezTo>
                <a:close/>
                <a:moveTo>
                  <a:pt x="1671732" y="297258"/>
                </a:moveTo>
                <a:cubicBezTo>
                  <a:pt x="1673626" y="297258"/>
                  <a:pt x="1675162" y="298795"/>
                  <a:pt x="1675162" y="300691"/>
                </a:cubicBezTo>
                <a:cubicBezTo>
                  <a:pt x="1675162" y="302584"/>
                  <a:pt x="1673626" y="304122"/>
                  <a:pt x="1671732" y="304122"/>
                </a:cubicBezTo>
                <a:cubicBezTo>
                  <a:pt x="1669837" y="304122"/>
                  <a:pt x="1668301" y="302584"/>
                  <a:pt x="1668301" y="300691"/>
                </a:cubicBezTo>
                <a:cubicBezTo>
                  <a:pt x="1668301" y="298795"/>
                  <a:pt x="1669837" y="297258"/>
                  <a:pt x="1671732" y="297258"/>
                </a:cubicBezTo>
                <a:close/>
                <a:moveTo>
                  <a:pt x="1902166" y="297180"/>
                </a:moveTo>
                <a:cubicBezTo>
                  <a:pt x="1904105" y="297180"/>
                  <a:pt x="1905677" y="298751"/>
                  <a:pt x="1905677" y="300691"/>
                </a:cubicBezTo>
                <a:cubicBezTo>
                  <a:pt x="1905677" y="302632"/>
                  <a:pt x="1904105" y="304201"/>
                  <a:pt x="1902166" y="304201"/>
                </a:cubicBezTo>
                <a:cubicBezTo>
                  <a:pt x="1900226" y="304201"/>
                  <a:pt x="1898654" y="302632"/>
                  <a:pt x="1898654" y="300691"/>
                </a:cubicBezTo>
                <a:cubicBezTo>
                  <a:pt x="1898654" y="298751"/>
                  <a:pt x="1900226" y="297180"/>
                  <a:pt x="1902166" y="297180"/>
                </a:cubicBezTo>
                <a:close/>
                <a:moveTo>
                  <a:pt x="1786949" y="297180"/>
                </a:moveTo>
                <a:cubicBezTo>
                  <a:pt x="1788888" y="297180"/>
                  <a:pt x="1790460" y="298751"/>
                  <a:pt x="1790460" y="300691"/>
                </a:cubicBezTo>
                <a:cubicBezTo>
                  <a:pt x="1790460" y="302632"/>
                  <a:pt x="1788888" y="304201"/>
                  <a:pt x="1786949" y="304201"/>
                </a:cubicBezTo>
                <a:cubicBezTo>
                  <a:pt x="1785009" y="304201"/>
                  <a:pt x="1783437" y="302632"/>
                  <a:pt x="1783437" y="300691"/>
                </a:cubicBezTo>
                <a:cubicBezTo>
                  <a:pt x="1783437" y="298751"/>
                  <a:pt x="1785009" y="297180"/>
                  <a:pt x="1786949" y="297180"/>
                </a:cubicBezTo>
                <a:close/>
                <a:moveTo>
                  <a:pt x="2766293" y="199820"/>
                </a:moveTo>
                <a:cubicBezTo>
                  <a:pt x="2766892" y="199820"/>
                  <a:pt x="2767378" y="200304"/>
                  <a:pt x="2767378" y="200905"/>
                </a:cubicBezTo>
                <a:cubicBezTo>
                  <a:pt x="2767378" y="201507"/>
                  <a:pt x="2766892" y="201990"/>
                  <a:pt x="2766293" y="201990"/>
                </a:cubicBezTo>
                <a:cubicBezTo>
                  <a:pt x="2765694" y="201990"/>
                  <a:pt x="2765208" y="201507"/>
                  <a:pt x="2765208" y="200905"/>
                </a:cubicBezTo>
                <a:cubicBezTo>
                  <a:pt x="2765208" y="200304"/>
                  <a:pt x="2765694" y="199820"/>
                  <a:pt x="2766293" y="199820"/>
                </a:cubicBezTo>
                <a:close/>
                <a:moveTo>
                  <a:pt x="922821" y="199820"/>
                </a:moveTo>
                <a:cubicBezTo>
                  <a:pt x="923421" y="199820"/>
                  <a:pt x="923906" y="200304"/>
                  <a:pt x="923906" y="200905"/>
                </a:cubicBezTo>
                <a:cubicBezTo>
                  <a:pt x="923906" y="201504"/>
                  <a:pt x="923421" y="201990"/>
                  <a:pt x="922821" y="201990"/>
                </a:cubicBezTo>
                <a:cubicBezTo>
                  <a:pt x="922222" y="201990"/>
                  <a:pt x="921736" y="201504"/>
                  <a:pt x="921736" y="200905"/>
                </a:cubicBezTo>
                <a:cubicBezTo>
                  <a:pt x="921736" y="200304"/>
                  <a:pt x="922222" y="199820"/>
                  <a:pt x="922821" y="199820"/>
                </a:cubicBezTo>
                <a:close/>
                <a:moveTo>
                  <a:pt x="2651076" y="199529"/>
                </a:moveTo>
                <a:cubicBezTo>
                  <a:pt x="2651837" y="199529"/>
                  <a:pt x="2652455" y="200146"/>
                  <a:pt x="2652455" y="200908"/>
                </a:cubicBezTo>
                <a:cubicBezTo>
                  <a:pt x="2652455" y="201667"/>
                  <a:pt x="2651837" y="202286"/>
                  <a:pt x="2651076" y="202286"/>
                </a:cubicBezTo>
                <a:cubicBezTo>
                  <a:pt x="2650315" y="202286"/>
                  <a:pt x="2649698" y="201667"/>
                  <a:pt x="2649698" y="200908"/>
                </a:cubicBezTo>
                <a:cubicBezTo>
                  <a:pt x="2649698" y="200146"/>
                  <a:pt x="2650315" y="199529"/>
                  <a:pt x="2651076" y="199529"/>
                </a:cubicBezTo>
                <a:close/>
                <a:moveTo>
                  <a:pt x="1038038" y="199529"/>
                </a:moveTo>
                <a:cubicBezTo>
                  <a:pt x="1038799" y="199529"/>
                  <a:pt x="1039416" y="200146"/>
                  <a:pt x="1039416" y="200905"/>
                </a:cubicBezTo>
                <a:cubicBezTo>
                  <a:pt x="1039416" y="201667"/>
                  <a:pt x="1038799" y="202286"/>
                  <a:pt x="1038038" y="202286"/>
                </a:cubicBezTo>
                <a:cubicBezTo>
                  <a:pt x="1037276" y="202286"/>
                  <a:pt x="1036660" y="201667"/>
                  <a:pt x="1036660" y="200905"/>
                </a:cubicBezTo>
                <a:cubicBezTo>
                  <a:pt x="1036660" y="200146"/>
                  <a:pt x="1037276" y="199529"/>
                  <a:pt x="1038038" y="199529"/>
                </a:cubicBezTo>
                <a:close/>
                <a:moveTo>
                  <a:pt x="2535860" y="199257"/>
                </a:moveTo>
                <a:cubicBezTo>
                  <a:pt x="2536770" y="199257"/>
                  <a:pt x="2537508" y="199995"/>
                  <a:pt x="2537508" y="200905"/>
                </a:cubicBezTo>
                <a:cubicBezTo>
                  <a:pt x="2537508" y="201818"/>
                  <a:pt x="2536770" y="202555"/>
                  <a:pt x="2535860" y="202555"/>
                </a:cubicBezTo>
                <a:cubicBezTo>
                  <a:pt x="2534949" y="202555"/>
                  <a:pt x="2534211" y="201818"/>
                  <a:pt x="2534211" y="200905"/>
                </a:cubicBezTo>
                <a:cubicBezTo>
                  <a:pt x="2534211" y="199995"/>
                  <a:pt x="2534949" y="199257"/>
                  <a:pt x="2535860" y="199257"/>
                </a:cubicBezTo>
                <a:close/>
                <a:moveTo>
                  <a:pt x="1153254" y="199257"/>
                </a:moveTo>
                <a:cubicBezTo>
                  <a:pt x="1154165" y="199257"/>
                  <a:pt x="1154903" y="199995"/>
                  <a:pt x="1154903" y="200905"/>
                </a:cubicBezTo>
                <a:cubicBezTo>
                  <a:pt x="1154903" y="201818"/>
                  <a:pt x="1154165" y="202555"/>
                  <a:pt x="1153254" y="202555"/>
                </a:cubicBezTo>
                <a:cubicBezTo>
                  <a:pt x="1152344" y="202555"/>
                  <a:pt x="1151606" y="201818"/>
                  <a:pt x="1151606" y="200905"/>
                </a:cubicBezTo>
                <a:cubicBezTo>
                  <a:pt x="1151606" y="199995"/>
                  <a:pt x="1152344" y="199257"/>
                  <a:pt x="1153254" y="199257"/>
                </a:cubicBezTo>
                <a:close/>
                <a:moveTo>
                  <a:pt x="2420642" y="198965"/>
                </a:moveTo>
                <a:cubicBezTo>
                  <a:pt x="2421715" y="198965"/>
                  <a:pt x="2422584" y="199832"/>
                  <a:pt x="2422584" y="200905"/>
                </a:cubicBezTo>
                <a:cubicBezTo>
                  <a:pt x="2422584" y="201978"/>
                  <a:pt x="2421715" y="202848"/>
                  <a:pt x="2420642" y="202848"/>
                </a:cubicBezTo>
                <a:cubicBezTo>
                  <a:pt x="2419570" y="202848"/>
                  <a:pt x="2418700" y="201978"/>
                  <a:pt x="2418700" y="200905"/>
                </a:cubicBezTo>
                <a:cubicBezTo>
                  <a:pt x="2418700" y="199832"/>
                  <a:pt x="2419570" y="198965"/>
                  <a:pt x="2420642" y="198965"/>
                </a:cubicBezTo>
                <a:close/>
                <a:moveTo>
                  <a:pt x="1268472" y="198965"/>
                </a:moveTo>
                <a:cubicBezTo>
                  <a:pt x="1269545" y="198965"/>
                  <a:pt x="1270414" y="199832"/>
                  <a:pt x="1270414" y="200905"/>
                </a:cubicBezTo>
                <a:cubicBezTo>
                  <a:pt x="1270414" y="201978"/>
                  <a:pt x="1269545" y="202848"/>
                  <a:pt x="1268472" y="202848"/>
                </a:cubicBezTo>
                <a:cubicBezTo>
                  <a:pt x="1267400" y="202848"/>
                  <a:pt x="1266530" y="201978"/>
                  <a:pt x="1266530" y="200905"/>
                </a:cubicBezTo>
                <a:cubicBezTo>
                  <a:pt x="1266530" y="199832"/>
                  <a:pt x="1267400" y="198965"/>
                  <a:pt x="1268472" y="198965"/>
                </a:cubicBezTo>
                <a:close/>
                <a:moveTo>
                  <a:pt x="2305426" y="198713"/>
                </a:moveTo>
                <a:cubicBezTo>
                  <a:pt x="2306637" y="198713"/>
                  <a:pt x="2307619" y="199694"/>
                  <a:pt x="2307619" y="200908"/>
                </a:cubicBezTo>
                <a:cubicBezTo>
                  <a:pt x="2307619" y="202117"/>
                  <a:pt x="2306637" y="203101"/>
                  <a:pt x="2305426" y="203101"/>
                </a:cubicBezTo>
                <a:cubicBezTo>
                  <a:pt x="2304214" y="203101"/>
                  <a:pt x="2303231" y="202117"/>
                  <a:pt x="2303231" y="200908"/>
                </a:cubicBezTo>
                <a:cubicBezTo>
                  <a:pt x="2303231" y="199694"/>
                  <a:pt x="2304214" y="198713"/>
                  <a:pt x="2305426" y="198713"/>
                </a:cubicBezTo>
                <a:close/>
                <a:moveTo>
                  <a:pt x="1383689" y="198713"/>
                </a:moveTo>
                <a:cubicBezTo>
                  <a:pt x="1384901" y="198713"/>
                  <a:pt x="1385883" y="199694"/>
                  <a:pt x="1385883" y="200905"/>
                </a:cubicBezTo>
                <a:cubicBezTo>
                  <a:pt x="1385883" y="202117"/>
                  <a:pt x="1384901" y="203101"/>
                  <a:pt x="1383689" y="203101"/>
                </a:cubicBezTo>
                <a:cubicBezTo>
                  <a:pt x="1382477" y="203101"/>
                  <a:pt x="1381495" y="202117"/>
                  <a:pt x="1381495" y="200905"/>
                </a:cubicBezTo>
                <a:cubicBezTo>
                  <a:pt x="1381495" y="199694"/>
                  <a:pt x="1382477" y="198713"/>
                  <a:pt x="1383689" y="198713"/>
                </a:cubicBezTo>
                <a:close/>
                <a:moveTo>
                  <a:pt x="2190209" y="198514"/>
                </a:moveTo>
                <a:cubicBezTo>
                  <a:pt x="2191530" y="198514"/>
                  <a:pt x="2192602" y="199587"/>
                  <a:pt x="2192602" y="200905"/>
                </a:cubicBezTo>
                <a:cubicBezTo>
                  <a:pt x="2192602" y="202229"/>
                  <a:pt x="2191530" y="203301"/>
                  <a:pt x="2190209" y="203301"/>
                </a:cubicBezTo>
                <a:cubicBezTo>
                  <a:pt x="2188887" y="203301"/>
                  <a:pt x="2187816" y="202229"/>
                  <a:pt x="2187816" y="200905"/>
                </a:cubicBezTo>
                <a:cubicBezTo>
                  <a:pt x="2187816" y="199587"/>
                  <a:pt x="2188887" y="198514"/>
                  <a:pt x="2190209" y="198514"/>
                </a:cubicBezTo>
                <a:close/>
                <a:moveTo>
                  <a:pt x="1498906" y="198514"/>
                </a:moveTo>
                <a:cubicBezTo>
                  <a:pt x="1500228" y="198514"/>
                  <a:pt x="1501299" y="199587"/>
                  <a:pt x="1501299" y="200905"/>
                </a:cubicBezTo>
                <a:cubicBezTo>
                  <a:pt x="1501299" y="202229"/>
                  <a:pt x="1500228" y="203301"/>
                  <a:pt x="1498906" y="203301"/>
                </a:cubicBezTo>
                <a:cubicBezTo>
                  <a:pt x="1497585" y="203301"/>
                  <a:pt x="1496513" y="202229"/>
                  <a:pt x="1496513" y="200905"/>
                </a:cubicBezTo>
                <a:cubicBezTo>
                  <a:pt x="1496513" y="199587"/>
                  <a:pt x="1497585" y="198514"/>
                  <a:pt x="1498906" y="198514"/>
                </a:cubicBezTo>
                <a:close/>
                <a:moveTo>
                  <a:pt x="2074991" y="198375"/>
                </a:moveTo>
                <a:cubicBezTo>
                  <a:pt x="2076388" y="198375"/>
                  <a:pt x="2077521" y="199509"/>
                  <a:pt x="2077521" y="200905"/>
                </a:cubicBezTo>
                <a:cubicBezTo>
                  <a:pt x="2077521" y="202304"/>
                  <a:pt x="2076388" y="203437"/>
                  <a:pt x="2074991" y="203437"/>
                </a:cubicBezTo>
                <a:cubicBezTo>
                  <a:pt x="2073594" y="203437"/>
                  <a:pt x="2072461" y="202304"/>
                  <a:pt x="2072461" y="200905"/>
                </a:cubicBezTo>
                <a:cubicBezTo>
                  <a:pt x="2072461" y="199509"/>
                  <a:pt x="2073594" y="198375"/>
                  <a:pt x="2074991" y="198375"/>
                </a:cubicBezTo>
                <a:close/>
                <a:moveTo>
                  <a:pt x="1614123" y="198375"/>
                </a:moveTo>
                <a:cubicBezTo>
                  <a:pt x="1615520" y="198375"/>
                  <a:pt x="1616653" y="199509"/>
                  <a:pt x="1616653" y="200905"/>
                </a:cubicBezTo>
                <a:cubicBezTo>
                  <a:pt x="1616653" y="202304"/>
                  <a:pt x="1615520" y="203437"/>
                  <a:pt x="1614123" y="203437"/>
                </a:cubicBezTo>
                <a:cubicBezTo>
                  <a:pt x="1612726" y="203437"/>
                  <a:pt x="1611593" y="202304"/>
                  <a:pt x="1611593" y="200905"/>
                </a:cubicBezTo>
                <a:cubicBezTo>
                  <a:pt x="1611593" y="199509"/>
                  <a:pt x="1612726" y="198375"/>
                  <a:pt x="1614123" y="198375"/>
                </a:cubicBezTo>
                <a:close/>
                <a:moveTo>
                  <a:pt x="1959774" y="198307"/>
                </a:moveTo>
                <a:cubicBezTo>
                  <a:pt x="1961210" y="198307"/>
                  <a:pt x="1962374" y="199471"/>
                  <a:pt x="1962374" y="200905"/>
                </a:cubicBezTo>
                <a:cubicBezTo>
                  <a:pt x="1962374" y="202344"/>
                  <a:pt x="1961210" y="203504"/>
                  <a:pt x="1959774" y="203504"/>
                </a:cubicBezTo>
                <a:cubicBezTo>
                  <a:pt x="1958339" y="203504"/>
                  <a:pt x="1957174" y="202344"/>
                  <a:pt x="1957174" y="200905"/>
                </a:cubicBezTo>
                <a:cubicBezTo>
                  <a:pt x="1957174" y="199471"/>
                  <a:pt x="1958339" y="198307"/>
                  <a:pt x="1959774" y="198307"/>
                </a:cubicBezTo>
                <a:close/>
                <a:moveTo>
                  <a:pt x="1729340" y="198307"/>
                </a:moveTo>
                <a:cubicBezTo>
                  <a:pt x="1730776" y="198307"/>
                  <a:pt x="1731940" y="199471"/>
                  <a:pt x="1731940" y="200905"/>
                </a:cubicBezTo>
                <a:cubicBezTo>
                  <a:pt x="1731940" y="202342"/>
                  <a:pt x="1730776" y="203504"/>
                  <a:pt x="1729340" y="203504"/>
                </a:cubicBezTo>
                <a:cubicBezTo>
                  <a:pt x="1727905" y="203504"/>
                  <a:pt x="1726740" y="202342"/>
                  <a:pt x="1726740" y="200905"/>
                </a:cubicBezTo>
                <a:cubicBezTo>
                  <a:pt x="1726740" y="199471"/>
                  <a:pt x="1727905" y="198307"/>
                  <a:pt x="1729340" y="198307"/>
                </a:cubicBezTo>
                <a:close/>
                <a:moveTo>
                  <a:pt x="1844558" y="198236"/>
                </a:moveTo>
                <a:cubicBezTo>
                  <a:pt x="1846032" y="198236"/>
                  <a:pt x="1847228" y="199434"/>
                  <a:pt x="1847228" y="200905"/>
                </a:cubicBezTo>
                <a:cubicBezTo>
                  <a:pt x="1847228" y="202382"/>
                  <a:pt x="1846032" y="203577"/>
                  <a:pt x="1844558" y="203577"/>
                </a:cubicBezTo>
                <a:cubicBezTo>
                  <a:pt x="1843083" y="203577"/>
                  <a:pt x="1841887" y="202382"/>
                  <a:pt x="1841887" y="200905"/>
                </a:cubicBezTo>
                <a:cubicBezTo>
                  <a:pt x="1841887" y="199434"/>
                  <a:pt x="1843083" y="198236"/>
                  <a:pt x="1844558" y="198236"/>
                </a:cubicBezTo>
                <a:close/>
                <a:moveTo>
                  <a:pt x="2478251" y="99885"/>
                </a:moveTo>
                <a:cubicBezTo>
                  <a:pt x="2478929" y="99885"/>
                  <a:pt x="2479479" y="100435"/>
                  <a:pt x="2479479" y="101114"/>
                </a:cubicBezTo>
                <a:cubicBezTo>
                  <a:pt x="2479479" y="101792"/>
                  <a:pt x="2478929" y="102341"/>
                  <a:pt x="2478251" y="102341"/>
                </a:cubicBezTo>
                <a:cubicBezTo>
                  <a:pt x="2477573" y="102341"/>
                  <a:pt x="2477023" y="101792"/>
                  <a:pt x="2477023" y="101114"/>
                </a:cubicBezTo>
                <a:cubicBezTo>
                  <a:pt x="2477023" y="100435"/>
                  <a:pt x="2477573" y="99885"/>
                  <a:pt x="2478251" y="99885"/>
                </a:cubicBezTo>
                <a:close/>
                <a:moveTo>
                  <a:pt x="1210864" y="99885"/>
                </a:moveTo>
                <a:cubicBezTo>
                  <a:pt x="1211542" y="99885"/>
                  <a:pt x="1212092" y="100435"/>
                  <a:pt x="1212092" y="101112"/>
                </a:cubicBezTo>
                <a:cubicBezTo>
                  <a:pt x="1212092" y="101790"/>
                  <a:pt x="1211542" y="102340"/>
                  <a:pt x="1210864" y="102340"/>
                </a:cubicBezTo>
                <a:cubicBezTo>
                  <a:pt x="1210186" y="102340"/>
                  <a:pt x="1209636" y="101790"/>
                  <a:pt x="1209636" y="101112"/>
                </a:cubicBezTo>
                <a:cubicBezTo>
                  <a:pt x="1209636" y="100435"/>
                  <a:pt x="1210186" y="99885"/>
                  <a:pt x="1210864" y="99885"/>
                </a:cubicBezTo>
                <a:close/>
                <a:moveTo>
                  <a:pt x="2363034" y="99682"/>
                </a:moveTo>
                <a:cubicBezTo>
                  <a:pt x="2363823" y="99682"/>
                  <a:pt x="2364464" y="100322"/>
                  <a:pt x="2364464" y="101114"/>
                </a:cubicBezTo>
                <a:cubicBezTo>
                  <a:pt x="2364464" y="101903"/>
                  <a:pt x="2363823" y="102543"/>
                  <a:pt x="2363034" y="102543"/>
                </a:cubicBezTo>
                <a:cubicBezTo>
                  <a:pt x="2362244" y="102543"/>
                  <a:pt x="2361603" y="101903"/>
                  <a:pt x="2361603" y="101114"/>
                </a:cubicBezTo>
                <a:cubicBezTo>
                  <a:pt x="2361603" y="100322"/>
                  <a:pt x="2362244" y="99682"/>
                  <a:pt x="2363034" y="99682"/>
                </a:cubicBezTo>
                <a:close/>
                <a:moveTo>
                  <a:pt x="1326080" y="99682"/>
                </a:moveTo>
                <a:cubicBezTo>
                  <a:pt x="1326871" y="99682"/>
                  <a:pt x="1327511" y="100322"/>
                  <a:pt x="1327511" y="101112"/>
                </a:cubicBezTo>
                <a:cubicBezTo>
                  <a:pt x="1327511" y="101903"/>
                  <a:pt x="1326871" y="102543"/>
                  <a:pt x="1326080" y="102543"/>
                </a:cubicBezTo>
                <a:cubicBezTo>
                  <a:pt x="1325290" y="102543"/>
                  <a:pt x="1324650" y="101903"/>
                  <a:pt x="1324650" y="101112"/>
                </a:cubicBezTo>
                <a:cubicBezTo>
                  <a:pt x="1324650" y="100322"/>
                  <a:pt x="1325290" y="99682"/>
                  <a:pt x="1326080" y="99682"/>
                </a:cubicBezTo>
                <a:close/>
                <a:moveTo>
                  <a:pt x="2247816" y="99521"/>
                </a:moveTo>
                <a:cubicBezTo>
                  <a:pt x="2248696" y="99521"/>
                  <a:pt x="2249409" y="100233"/>
                  <a:pt x="2249409" y="101114"/>
                </a:cubicBezTo>
                <a:cubicBezTo>
                  <a:pt x="2249409" y="101993"/>
                  <a:pt x="2248696" y="102706"/>
                  <a:pt x="2247816" y="102706"/>
                </a:cubicBezTo>
                <a:cubicBezTo>
                  <a:pt x="2246937" y="102706"/>
                  <a:pt x="2246224" y="101993"/>
                  <a:pt x="2246224" y="101114"/>
                </a:cubicBezTo>
                <a:cubicBezTo>
                  <a:pt x="2246224" y="100233"/>
                  <a:pt x="2246937" y="99521"/>
                  <a:pt x="2247816" y="99521"/>
                </a:cubicBezTo>
                <a:close/>
                <a:moveTo>
                  <a:pt x="1441297" y="99521"/>
                </a:moveTo>
                <a:cubicBezTo>
                  <a:pt x="1442177" y="99521"/>
                  <a:pt x="1442890" y="100233"/>
                  <a:pt x="1442890" y="101114"/>
                </a:cubicBezTo>
                <a:cubicBezTo>
                  <a:pt x="1442890" y="101992"/>
                  <a:pt x="1442177" y="102706"/>
                  <a:pt x="1441297" y="102706"/>
                </a:cubicBezTo>
                <a:cubicBezTo>
                  <a:pt x="1440418" y="102706"/>
                  <a:pt x="1439705" y="101992"/>
                  <a:pt x="1439705" y="101114"/>
                </a:cubicBezTo>
                <a:cubicBezTo>
                  <a:pt x="1439705" y="100233"/>
                  <a:pt x="1440418" y="99521"/>
                  <a:pt x="1441297" y="99521"/>
                </a:cubicBezTo>
                <a:close/>
                <a:moveTo>
                  <a:pt x="2132599" y="99351"/>
                </a:moveTo>
                <a:cubicBezTo>
                  <a:pt x="2133573" y="99351"/>
                  <a:pt x="2134363" y="100140"/>
                  <a:pt x="2134363" y="101114"/>
                </a:cubicBezTo>
                <a:cubicBezTo>
                  <a:pt x="2134363" y="102087"/>
                  <a:pt x="2133573" y="102877"/>
                  <a:pt x="2132599" y="102877"/>
                </a:cubicBezTo>
                <a:cubicBezTo>
                  <a:pt x="2131626" y="102877"/>
                  <a:pt x="2130836" y="102087"/>
                  <a:pt x="2130836" y="101114"/>
                </a:cubicBezTo>
                <a:cubicBezTo>
                  <a:pt x="2130836" y="100140"/>
                  <a:pt x="2131626" y="99351"/>
                  <a:pt x="2132599" y="99351"/>
                </a:cubicBezTo>
                <a:close/>
                <a:moveTo>
                  <a:pt x="1556515" y="99350"/>
                </a:moveTo>
                <a:cubicBezTo>
                  <a:pt x="1557488" y="99350"/>
                  <a:pt x="1558278" y="100140"/>
                  <a:pt x="1558278" y="101114"/>
                </a:cubicBezTo>
                <a:cubicBezTo>
                  <a:pt x="1558278" y="102087"/>
                  <a:pt x="1557488" y="102876"/>
                  <a:pt x="1556515" y="102876"/>
                </a:cubicBezTo>
                <a:cubicBezTo>
                  <a:pt x="1555541" y="102876"/>
                  <a:pt x="1554752" y="102087"/>
                  <a:pt x="1554752" y="101114"/>
                </a:cubicBezTo>
                <a:cubicBezTo>
                  <a:pt x="1554752" y="100140"/>
                  <a:pt x="1555541" y="99350"/>
                  <a:pt x="1556515" y="99350"/>
                </a:cubicBezTo>
                <a:close/>
                <a:moveTo>
                  <a:pt x="2017383" y="99291"/>
                </a:moveTo>
                <a:cubicBezTo>
                  <a:pt x="2018389" y="99291"/>
                  <a:pt x="2019205" y="100107"/>
                  <a:pt x="2019205" y="101114"/>
                </a:cubicBezTo>
                <a:cubicBezTo>
                  <a:pt x="2019205" y="102119"/>
                  <a:pt x="2018389" y="102935"/>
                  <a:pt x="2017383" y="102935"/>
                </a:cubicBezTo>
                <a:cubicBezTo>
                  <a:pt x="2016377" y="102935"/>
                  <a:pt x="2015561" y="102119"/>
                  <a:pt x="2015561" y="101114"/>
                </a:cubicBezTo>
                <a:cubicBezTo>
                  <a:pt x="2015561" y="100107"/>
                  <a:pt x="2016377" y="99291"/>
                  <a:pt x="2017383" y="99291"/>
                </a:cubicBezTo>
                <a:close/>
                <a:moveTo>
                  <a:pt x="1671732" y="99291"/>
                </a:moveTo>
                <a:cubicBezTo>
                  <a:pt x="1672738" y="99291"/>
                  <a:pt x="1673554" y="100107"/>
                  <a:pt x="1673554" y="101114"/>
                </a:cubicBezTo>
                <a:cubicBezTo>
                  <a:pt x="1673554" y="102119"/>
                  <a:pt x="1672738" y="102935"/>
                  <a:pt x="1671732" y="102935"/>
                </a:cubicBezTo>
                <a:cubicBezTo>
                  <a:pt x="1670725" y="102935"/>
                  <a:pt x="1669910" y="102119"/>
                  <a:pt x="1669910" y="101114"/>
                </a:cubicBezTo>
                <a:cubicBezTo>
                  <a:pt x="1669910" y="100107"/>
                  <a:pt x="1670725" y="99291"/>
                  <a:pt x="1671732" y="99291"/>
                </a:cubicBezTo>
                <a:close/>
                <a:moveTo>
                  <a:pt x="1902166" y="99231"/>
                </a:moveTo>
                <a:cubicBezTo>
                  <a:pt x="1903204" y="99231"/>
                  <a:pt x="1904047" y="100074"/>
                  <a:pt x="1904047" y="101114"/>
                </a:cubicBezTo>
                <a:cubicBezTo>
                  <a:pt x="1904047" y="102153"/>
                  <a:pt x="1903204" y="102995"/>
                  <a:pt x="1902166" y="102995"/>
                </a:cubicBezTo>
                <a:cubicBezTo>
                  <a:pt x="1901126" y="102995"/>
                  <a:pt x="1900284" y="102153"/>
                  <a:pt x="1900284" y="101114"/>
                </a:cubicBezTo>
                <a:cubicBezTo>
                  <a:pt x="1900284" y="100074"/>
                  <a:pt x="1901126" y="99231"/>
                  <a:pt x="1902166" y="99231"/>
                </a:cubicBezTo>
                <a:close/>
                <a:moveTo>
                  <a:pt x="1786949" y="99231"/>
                </a:moveTo>
                <a:cubicBezTo>
                  <a:pt x="1787987" y="99231"/>
                  <a:pt x="1788830" y="100074"/>
                  <a:pt x="1788830" y="101114"/>
                </a:cubicBezTo>
                <a:cubicBezTo>
                  <a:pt x="1788830" y="102153"/>
                  <a:pt x="1787987" y="102995"/>
                  <a:pt x="1786949" y="102995"/>
                </a:cubicBezTo>
                <a:cubicBezTo>
                  <a:pt x="1785909" y="102995"/>
                  <a:pt x="1785067" y="102153"/>
                  <a:pt x="1785067" y="101114"/>
                </a:cubicBezTo>
                <a:cubicBezTo>
                  <a:pt x="1785067" y="100074"/>
                  <a:pt x="1785909" y="99231"/>
                  <a:pt x="1786949" y="99231"/>
                </a:cubicBezTo>
                <a:close/>
                <a:moveTo>
                  <a:pt x="2190208" y="195"/>
                </a:moveTo>
                <a:cubicBezTo>
                  <a:pt x="2190834" y="195"/>
                  <a:pt x="2191340" y="702"/>
                  <a:pt x="2191340" y="1326"/>
                </a:cubicBezTo>
                <a:cubicBezTo>
                  <a:pt x="2191340" y="1952"/>
                  <a:pt x="2190834" y="2459"/>
                  <a:pt x="2190208" y="2459"/>
                </a:cubicBezTo>
                <a:cubicBezTo>
                  <a:pt x="2189583" y="2459"/>
                  <a:pt x="2189077" y="1952"/>
                  <a:pt x="2189077" y="1326"/>
                </a:cubicBezTo>
                <a:cubicBezTo>
                  <a:pt x="2189077" y="702"/>
                  <a:pt x="2189583" y="195"/>
                  <a:pt x="2190208" y="195"/>
                </a:cubicBezTo>
                <a:close/>
                <a:moveTo>
                  <a:pt x="1498906" y="195"/>
                </a:moveTo>
                <a:cubicBezTo>
                  <a:pt x="1499531" y="195"/>
                  <a:pt x="1500038" y="702"/>
                  <a:pt x="1500038" y="1326"/>
                </a:cubicBezTo>
                <a:cubicBezTo>
                  <a:pt x="1500038" y="1952"/>
                  <a:pt x="1499531" y="2458"/>
                  <a:pt x="1498906" y="2458"/>
                </a:cubicBezTo>
                <a:cubicBezTo>
                  <a:pt x="1498281" y="2458"/>
                  <a:pt x="1497774" y="1952"/>
                  <a:pt x="1497774" y="1326"/>
                </a:cubicBezTo>
                <a:cubicBezTo>
                  <a:pt x="1497774" y="702"/>
                  <a:pt x="1498281" y="195"/>
                  <a:pt x="1498906" y="195"/>
                </a:cubicBezTo>
                <a:close/>
                <a:moveTo>
                  <a:pt x="2074992" y="99"/>
                </a:moveTo>
                <a:cubicBezTo>
                  <a:pt x="2075669" y="99"/>
                  <a:pt x="2076219" y="649"/>
                  <a:pt x="2076219" y="1326"/>
                </a:cubicBezTo>
                <a:cubicBezTo>
                  <a:pt x="2076219" y="2005"/>
                  <a:pt x="2075669" y="2554"/>
                  <a:pt x="2074992" y="2554"/>
                </a:cubicBezTo>
                <a:cubicBezTo>
                  <a:pt x="2074313" y="2554"/>
                  <a:pt x="2073764" y="2005"/>
                  <a:pt x="2073764" y="1326"/>
                </a:cubicBezTo>
                <a:cubicBezTo>
                  <a:pt x="2073764" y="649"/>
                  <a:pt x="2074314" y="99"/>
                  <a:pt x="2074992" y="99"/>
                </a:cubicBezTo>
                <a:close/>
                <a:moveTo>
                  <a:pt x="1614123" y="99"/>
                </a:moveTo>
                <a:cubicBezTo>
                  <a:pt x="1614801" y="99"/>
                  <a:pt x="1615350" y="648"/>
                  <a:pt x="1615350" y="1326"/>
                </a:cubicBezTo>
                <a:cubicBezTo>
                  <a:pt x="1615350" y="2005"/>
                  <a:pt x="1614801" y="2554"/>
                  <a:pt x="1614123" y="2554"/>
                </a:cubicBezTo>
                <a:cubicBezTo>
                  <a:pt x="1613445" y="2554"/>
                  <a:pt x="1612896" y="2005"/>
                  <a:pt x="1612896" y="1326"/>
                </a:cubicBezTo>
                <a:cubicBezTo>
                  <a:pt x="1612896" y="648"/>
                  <a:pt x="1613446" y="99"/>
                  <a:pt x="1614123" y="99"/>
                </a:cubicBezTo>
                <a:close/>
                <a:moveTo>
                  <a:pt x="1959774" y="50"/>
                </a:moveTo>
                <a:cubicBezTo>
                  <a:pt x="1960480" y="50"/>
                  <a:pt x="1961052" y="621"/>
                  <a:pt x="1961052" y="1326"/>
                </a:cubicBezTo>
                <a:cubicBezTo>
                  <a:pt x="1961052" y="2032"/>
                  <a:pt x="1960480" y="2603"/>
                  <a:pt x="1959774" y="2603"/>
                </a:cubicBezTo>
                <a:cubicBezTo>
                  <a:pt x="1959070" y="2603"/>
                  <a:pt x="1958498" y="2032"/>
                  <a:pt x="1958498" y="1326"/>
                </a:cubicBezTo>
                <a:cubicBezTo>
                  <a:pt x="1958498" y="621"/>
                  <a:pt x="1959070" y="50"/>
                  <a:pt x="1959774" y="50"/>
                </a:cubicBezTo>
                <a:close/>
                <a:moveTo>
                  <a:pt x="1729340" y="50"/>
                </a:moveTo>
                <a:cubicBezTo>
                  <a:pt x="1730045" y="50"/>
                  <a:pt x="1730617" y="621"/>
                  <a:pt x="1730617" y="1326"/>
                </a:cubicBezTo>
                <a:cubicBezTo>
                  <a:pt x="1730617" y="2031"/>
                  <a:pt x="1730045" y="2603"/>
                  <a:pt x="1729340" y="2603"/>
                </a:cubicBezTo>
                <a:cubicBezTo>
                  <a:pt x="1728635" y="2603"/>
                  <a:pt x="1728064" y="2031"/>
                  <a:pt x="1728064" y="1326"/>
                </a:cubicBezTo>
                <a:cubicBezTo>
                  <a:pt x="1728064" y="621"/>
                  <a:pt x="1728635" y="50"/>
                  <a:pt x="1729340" y="50"/>
                </a:cubicBezTo>
                <a:close/>
                <a:moveTo>
                  <a:pt x="1844557" y="0"/>
                </a:moveTo>
                <a:cubicBezTo>
                  <a:pt x="1845290" y="0"/>
                  <a:pt x="1845884" y="594"/>
                  <a:pt x="1845884" y="1326"/>
                </a:cubicBezTo>
                <a:cubicBezTo>
                  <a:pt x="1845884" y="2059"/>
                  <a:pt x="1845290" y="2654"/>
                  <a:pt x="1844557" y="2654"/>
                </a:cubicBezTo>
                <a:cubicBezTo>
                  <a:pt x="1843824" y="2654"/>
                  <a:pt x="1843230" y="2059"/>
                  <a:pt x="1843230" y="1326"/>
                </a:cubicBezTo>
                <a:cubicBezTo>
                  <a:pt x="1843230" y="594"/>
                  <a:pt x="1843824" y="0"/>
                  <a:pt x="1844557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!!平滑5"/>
          <p:cNvGrpSpPr/>
          <p:nvPr/>
        </p:nvGrpSpPr>
        <p:grpSpPr>
          <a:xfrm>
            <a:off x="10721884" y="1572007"/>
            <a:ext cx="965782" cy="354492"/>
            <a:chOff x="5862918" y="4812844"/>
            <a:chExt cx="3893770" cy="1429217"/>
          </a:xfrm>
        </p:grpSpPr>
        <p:sp>
          <p:nvSpPr>
            <p:cNvPr id="64" name="Freeform 10"/>
            <p:cNvSpPr/>
            <p:nvPr>
              <p:custDataLst>
                <p:tags r:id="rId6"/>
              </p:custDataLst>
            </p:nvPr>
          </p:nvSpPr>
          <p:spPr>
            <a:xfrm>
              <a:off x="5862919" y="4812844"/>
              <a:ext cx="3893769" cy="581341"/>
            </a:xfrm>
            <a:custGeom>
              <a:avLst/>
              <a:gdLst>
                <a:gd name="connsiteX0" fmla="*/ 0 w 3893769"/>
                <a:gd name="connsiteY0" fmla="*/ 581340 h 581341"/>
                <a:gd name="connsiteX1" fmla="*/ 775120 w 3893769"/>
                <a:gd name="connsiteY1" fmla="*/ 6056 h 581341"/>
                <a:gd name="connsiteX2" fmla="*/ 1556296 w 3893769"/>
                <a:gd name="connsiteY2" fmla="*/ 581340 h 581341"/>
                <a:gd name="connsiteX3" fmla="*/ 2331417 w 3893769"/>
                <a:gd name="connsiteY3" fmla="*/ 0 h 581341"/>
                <a:gd name="connsiteX4" fmla="*/ 3118649 w 3893769"/>
                <a:gd name="connsiteY4" fmla="*/ 581340 h 581341"/>
                <a:gd name="connsiteX5" fmla="*/ 3893769 w 3893769"/>
                <a:gd name="connsiteY5" fmla="*/ 0 h 58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769" h="581341">
                  <a:moveTo>
                    <a:pt x="0" y="581340"/>
                  </a:moveTo>
                  <a:cubicBezTo>
                    <a:pt x="257868" y="293698"/>
                    <a:pt x="515737" y="6056"/>
                    <a:pt x="775120" y="6056"/>
                  </a:cubicBezTo>
                  <a:cubicBezTo>
                    <a:pt x="1034503" y="6056"/>
                    <a:pt x="1296913" y="582349"/>
                    <a:pt x="1556296" y="581340"/>
                  </a:cubicBezTo>
                  <a:cubicBezTo>
                    <a:pt x="1815679" y="580331"/>
                    <a:pt x="2071025" y="0"/>
                    <a:pt x="2331417" y="0"/>
                  </a:cubicBezTo>
                  <a:cubicBezTo>
                    <a:pt x="2591809" y="0"/>
                    <a:pt x="2858257" y="581340"/>
                    <a:pt x="3118649" y="581340"/>
                  </a:cubicBezTo>
                  <a:cubicBezTo>
                    <a:pt x="3379041" y="581340"/>
                    <a:pt x="3758527" y="57528"/>
                    <a:pt x="389376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11"/>
            <p:cNvSpPr/>
            <p:nvPr>
              <p:custDataLst>
                <p:tags r:id="rId7"/>
              </p:custDataLst>
            </p:nvPr>
          </p:nvSpPr>
          <p:spPr>
            <a:xfrm>
              <a:off x="5862918" y="5236782"/>
              <a:ext cx="3893769" cy="581341"/>
            </a:xfrm>
            <a:custGeom>
              <a:avLst/>
              <a:gdLst>
                <a:gd name="connsiteX0" fmla="*/ 0 w 3893769"/>
                <a:gd name="connsiteY0" fmla="*/ 581340 h 581341"/>
                <a:gd name="connsiteX1" fmla="*/ 775120 w 3893769"/>
                <a:gd name="connsiteY1" fmla="*/ 6056 h 581341"/>
                <a:gd name="connsiteX2" fmla="*/ 1556296 w 3893769"/>
                <a:gd name="connsiteY2" fmla="*/ 581340 h 581341"/>
                <a:gd name="connsiteX3" fmla="*/ 2331417 w 3893769"/>
                <a:gd name="connsiteY3" fmla="*/ 0 h 581341"/>
                <a:gd name="connsiteX4" fmla="*/ 3118649 w 3893769"/>
                <a:gd name="connsiteY4" fmla="*/ 581340 h 581341"/>
                <a:gd name="connsiteX5" fmla="*/ 3893769 w 3893769"/>
                <a:gd name="connsiteY5" fmla="*/ 0 h 58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769" h="581341">
                  <a:moveTo>
                    <a:pt x="0" y="581340"/>
                  </a:moveTo>
                  <a:cubicBezTo>
                    <a:pt x="257868" y="293698"/>
                    <a:pt x="515737" y="6056"/>
                    <a:pt x="775120" y="6056"/>
                  </a:cubicBezTo>
                  <a:cubicBezTo>
                    <a:pt x="1034503" y="6056"/>
                    <a:pt x="1296913" y="582349"/>
                    <a:pt x="1556296" y="581340"/>
                  </a:cubicBezTo>
                  <a:cubicBezTo>
                    <a:pt x="1815679" y="580331"/>
                    <a:pt x="2071025" y="0"/>
                    <a:pt x="2331417" y="0"/>
                  </a:cubicBezTo>
                  <a:cubicBezTo>
                    <a:pt x="2591809" y="0"/>
                    <a:pt x="2858257" y="581340"/>
                    <a:pt x="3118649" y="581340"/>
                  </a:cubicBezTo>
                  <a:cubicBezTo>
                    <a:pt x="3379041" y="581340"/>
                    <a:pt x="3758527" y="57528"/>
                    <a:pt x="389376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12"/>
            <p:cNvSpPr/>
            <p:nvPr>
              <p:custDataLst>
                <p:tags r:id="rId8"/>
              </p:custDataLst>
            </p:nvPr>
          </p:nvSpPr>
          <p:spPr>
            <a:xfrm>
              <a:off x="5862918" y="5660720"/>
              <a:ext cx="3893769" cy="581341"/>
            </a:xfrm>
            <a:custGeom>
              <a:avLst/>
              <a:gdLst>
                <a:gd name="connsiteX0" fmla="*/ 0 w 3893769"/>
                <a:gd name="connsiteY0" fmla="*/ 581340 h 581341"/>
                <a:gd name="connsiteX1" fmla="*/ 775120 w 3893769"/>
                <a:gd name="connsiteY1" fmla="*/ 6056 h 581341"/>
                <a:gd name="connsiteX2" fmla="*/ 1556296 w 3893769"/>
                <a:gd name="connsiteY2" fmla="*/ 581340 h 581341"/>
                <a:gd name="connsiteX3" fmla="*/ 2331417 w 3893769"/>
                <a:gd name="connsiteY3" fmla="*/ 0 h 581341"/>
                <a:gd name="connsiteX4" fmla="*/ 3118649 w 3893769"/>
                <a:gd name="connsiteY4" fmla="*/ 581340 h 581341"/>
                <a:gd name="connsiteX5" fmla="*/ 3893769 w 3893769"/>
                <a:gd name="connsiteY5" fmla="*/ 0 h 58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769" h="581341">
                  <a:moveTo>
                    <a:pt x="0" y="581340"/>
                  </a:moveTo>
                  <a:cubicBezTo>
                    <a:pt x="257868" y="293698"/>
                    <a:pt x="515737" y="6056"/>
                    <a:pt x="775120" y="6056"/>
                  </a:cubicBezTo>
                  <a:cubicBezTo>
                    <a:pt x="1034503" y="6056"/>
                    <a:pt x="1296913" y="582349"/>
                    <a:pt x="1556296" y="581340"/>
                  </a:cubicBezTo>
                  <a:cubicBezTo>
                    <a:pt x="1815679" y="580331"/>
                    <a:pt x="2071025" y="0"/>
                    <a:pt x="2331417" y="0"/>
                  </a:cubicBezTo>
                  <a:cubicBezTo>
                    <a:pt x="2591809" y="0"/>
                    <a:pt x="2858257" y="581340"/>
                    <a:pt x="3118649" y="581340"/>
                  </a:cubicBezTo>
                  <a:cubicBezTo>
                    <a:pt x="3379041" y="581340"/>
                    <a:pt x="3758527" y="57528"/>
                    <a:pt x="389376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52044A4-891E-2094-DB93-FB7F6C76A6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209" y="2381915"/>
            <a:ext cx="7427209" cy="3363040"/>
          </a:xfrm>
          <a:prstGeom prst="rect">
            <a:avLst/>
          </a:prstGeom>
        </p:spPr>
      </p:pic>
      <p:sp>
        <p:nvSpPr>
          <p:cNvPr id="8" name="Text1">
            <a:extLst>
              <a:ext uri="{FF2B5EF4-FFF2-40B4-BE49-F238E27FC236}">
                <a16:creationId xmlns:a16="http://schemas.microsoft.com/office/drawing/2014/main" id="{02BF48F3-C0A0-F88C-D61B-93D8F08235B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45209" y="838411"/>
            <a:ext cx="5620711" cy="1316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小车所有功能</a:t>
            </a:r>
            <a:endParaRPr lang="en-US" altLang="zh-CN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391193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pter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形 2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30061"/>
          <a:stretch>
            <a:fillRect/>
          </a:stretch>
        </p:blipFill>
        <p:spPr>
          <a:xfrm flipH="1" flipV="1">
            <a:off x="257832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1983092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382618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787385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9077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51866" t="30061"/>
          <a:stretch>
            <a:fillRect/>
          </a:stretch>
        </p:blipFill>
        <p:spPr>
          <a:xfrm flipV="1">
            <a:off x="0" y="6416040"/>
            <a:ext cx="375358" cy="441960"/>
          </a:xfrm>
          <a:custGeom>
            <a:avLst/>
            <a:gdLst>
              <a:gd name="connsiteX0" fmla="*/ 0 w 375358"/>
              <a:gd name="connsiteY0" fmla="*/ 441960 h 441960"/>
              <a:gd name="connsiteX1" fmla="*/ 375358 w 375358"/>
              <a:gd name="connsiteY1" fmla="*/ 441960 h 441960"/>
              <a:gd name="connsiteX2" fmla="*/ 375358 w 375358"/>
              <a:gd name="connsiteY2" fmla="*/ 0 h 441960"/>
              <a:gd name="connsiteX3" fmla="*/ 0 w 375358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58" h="441959">
                <a:moveTo>
                  <a:pt x="0" y="441960"/>
                </a:moveTo>
                <a:lnTo>
                  <a:pt x="375358" y="441960"/>
                </a:lnTo>
                <a:lnTo>
                  <a:pt x="375358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 flipH="1">
            <a:off x="0" y="6032864"/>
            <a:ext cx="755650" cy="825136"/>
          </a:xfrm>
          <a:custGeom>
            <a:avLst/>
            <a:gdLst>
              <a:gd name="connsiteX0" fmla="*/ 755650 w 755650"/>
              <a:gd name="connsiteY0" fmla="*/ 0 h 825136"/>
              <a:gd name="connsiteX1" fmla="*/ 0 w 755650"/>
              <a:gd name="connsiteY1" fmla="*/ 822317 h 825136"/>
              <a:gd name="connsiteX2" fmla="*/ 228375 w 755650"/>
              <a:gd name="connsiteY2" fmla="*/ 825136 h 825136"/>
              <a:gd name="connsiteX3" fmla="*/ 755650 w 755650"/>
              <a:gd name="connsiteY3" fmla="*/ 260513 h 82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650" h="825136">
                <a:moveTo>
                  <a:pt x="755650" y="0"/>
                </a:moveTo>
                <a:lnTo>
                  <a:pt x="0" y="822317"/>
                </a:lnTo>
                <a:lnTo>
                  <a:pt x="228375" y="825136"/>
                </a:lnTo>
                <a:lnTo>
                  <a:pt x="755650" y="26051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3">
                  <a:alpha val="40000"/>
                </a:schemeClr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 flipH="1">
            <a:off x="0" y="5843828"/>
            <a:ext cx="928956" cy="1014171"/>
          </a:xfrm>
          <a:custGeom>
            <a:avLst/>
            <a:gdLst>
              <a:gd name="connsiteX0" fmla="*/ 928956 w 928956"/>
              <a:gd name="connsiteY0" fmla="*/ 0 h 1014171"/>
              <a:gd name="connsiteX1" fmla="*/ 0 w 928956"/>
              <a:gd name="connsiteY1" fmla="*/ 1010913 h 1014171"/>
              <a:gd name="connsiteX2" fmla="*/ 263956 w 928956"/>
              <a:gd name="connsiteY2" fmla="*/ 1014171 h 1014171"/>
              <a:gd name="connsiteX3" fmla="*/ 928956 w 928956"/>
              <a:gd name="connsiteY3" fmla="*/ 302068 h 1014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8956" h="1014171">
                <a:moveTo>
                  <a:pt x="928956" y="0"/>
                </a:moveTo>
                <a:lnTo>
                  <a:pt x="0" y="1010913"/>
                </a:lnTo>
                <a:lnTo>
                  <a:pt x="263956" y="1014171"/>
                </a:lnTo>
                <a:lnTo>
                  <a:pt x="928956" y="30206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梯形"/>
          <p:cNvSpPr/>
          <p:nvPr>
            <p:custDataLst>
              <p:tags r:id="rId3"/>
            </p:custDataLst>
          </p:nvPr>
        </p:nvSpPr>
        <p:spPr>
          <a:xfrm rot="10800000" flipV="1">
            <a:off x="3603837" y="2950502"/>
            <a:ext cx="4984326" cy="178808"/>
          </a:xfrm>
          <a:prstGeom prst="trapezoid">
            <a:avLst>
              <a:gd name="adj" fmla="val 50409"/>
            </a:avLst>
          </a:prstGeom>
          <a:gradFill flip="none" rotWithShape="1">
            <a:gsLst>
              <a:gs pos="0">
                <a:schemeClr val="accent3">
                  <a:alpha val="20000"/>
                </a:schemeClr>
              </a:gs>
              <a:gs pos="5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1"/>
          <p:cNvSpPr txBox="1"/>
          <p:nvPr>
            <p:custDataLst>
              <p:tags r:id="rId4"/>
            </p:custDataLst>
          </p:nvPr>
        </p:nvSpPr>
        <p:spPr>
          <a:xfrm>
            <a:off x="577850" y="3246755"/>
            <a:ext cx="11036300" cy="123698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智能小车基本运动的实现</a:t>
            </a:r>
          </a:p>
        </p:txBody>
      </p:sp>
      <p:sp>
        <p:nvSpPr>
          <p:cNvPr id="4" name="Text2"/>
          <p:cNvSpPr txBox="1"/>
          <p:nvPr>
            <p:custDataLst>
              <p:tags r:id="rId5"/>
            </p:custDataLst>
          </p:nvPr>
        </p:nvSpPr>
        <p:spPr>
          <a:xfrm>
            <a:off x="577850" y="4601210"/>
            <a:ext cx="1103630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>
                    <a:alpha val="7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Implementation of Basic Motion of Intelligent Car</a:t>
            </a:r>
          </a:p>
        </p:txBody>
      </p:sp>
      <p:sp>
        <p:nvSpPr>
          <p:cNvPr id="5" name="Text3"/>
          <p:cNvSpPr txBox="1"/>
          <p:nvPr>
            <p:custDataLst>
              <p:tags r:id="rId6"/>
            </p:custDataLst>
          </p:nvPr>
        </p:nvSpPr>
        <p:spPr>
          <a:xfrm>
            <a:off x="5007610" y="1000760"/>
            <a:ext cx="2177415" cy="206692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</p:spTree>
    <p:custDataLst>
      <p:custData r:id="rId1"/>
      <p:tags r:id="rId2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>
            <a:extLst>
              <a:ext uri="{FF2B5EF4-FFF2-40B4-BE49-F238E27FC236}">
                <a16:creationId xmlns:a16="http://schemas.microsoft.com/office/drawing/2014/main" id="{A4F73D56-442E-6FCB-2BF9-3F9D2FC3F6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0016" y="548680"/>
            <a:ext cx="5604024" cy="69484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智能小车基本运动的实现</a:t>
            </a:r>
            <a:endParaRPr lang="en-US" altLang="zh-CN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3" name="Text2">
            <a:extLst>
              <a:ext uri="{FF2B5EF4-FFF2-40B4-BE49-F238E27FC236}">
                <a16:creationId xmlns:a16="http://schemas.microsoft.com/office/drawing/2014/main" id="{4AEA6FF8-8AA7-DF63-F7EB-D9556B8F3CD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312024" y="1628800"/>
            <a:ext cx="5611250" cy="304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1.基于PWM的速度控制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树莓派小车采用PWM信号精确调节电机转速，实现线性加速至30km/h，确保行驶稳定与精准控制。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2.红外线避障实时反馈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集成红外传感器，小车能实时检测前方障碍，5米内障碍检测准确率高达98%，实现自主避障功能。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3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.机器视觉识别路况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使用树莓派摄像头，通过深度学习算法识别路况，识别准确率超过90%，提升小车智能决策能力。</a:t>
            </a:r>
          </a:p>
        </p:txBody>
      </p:sp>
      <p:pic>
        <p:nvPicPr>
          <p:cNvPr id="8" name="基本运动">
            <a:hlinkClick r:id="" action="ppaction://media"/>
            <a:extLst>
              <a:ext uri="{FF2B5EF4-FFF2-40B4-BE49-F238E27FC236}">
                <a16:creationId xmlns:a16="http://schemas.microsoft.com/office/drawing/2014/main" id="{912198B0-AD60-A0B4-6894-8B45D5006036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11424" y="471579"/>
            <a:ext cx="4173924" cy="6008319"/>
          </a:xfrm>
          <a:prstGeom prst="rect">
            <a:avLst/>
          </a:prstGeom>
        </p:spPr>
      </p:pic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352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7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>
            <a:extLst>
              <a:ext uri="{FF2B5EF4-FFF2-40B4-BE49-F238E27FC236}">
                <a16:creationId xmlns:a16="http://schemas.microsoft.com/office/drawing/2014/main" id="{A4F73D56-442E-6FCB-2BF9-3F9D2FC3F6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5400" y="836712"/>
            <a:ext cx="5604024" cy="694845"/>
          </a:xfrm>
          <a:prstGeom prst="rect">
            <a:avLst/>
          </a:prstGeom>
          <a:noFill/>
        </p:spPr>
        <p:txBody>
          <a:bodyPr wrap="square" rtlCol="0" anchor="b" anchorCtr="0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通过电机正反转实现小车方向转动</a:t>
            </a:r>
            <a:endParaRPr lang="en-US" altLang="zh-CN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D3EF85-6090-6408-4F68-A91ED7D79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3" y="1844824"/>
            <a:ext cx="9840416" cy="3889344"/>
          </a:xfrm>
          <a:prstGeom prst="rect">
            <a:avLst/>
          </a:prstGeom>
        </p:spPr>
      </p:pic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52962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pter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形 2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30061"/>
          <a:stretch>
            <a:fillRect/>
          </a:stretch>
        </p:blipFill>
        <p:spPr>
          <a:xfrm flipH="1" flipV="1">
            <a:off x="257832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1983092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382618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787385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9077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51866" t="30061"/>
          <a:stretch>
            <a:fillRect/>
          </a:stretch>
        </p:blipFill>
        <p:spPr>
          <a:xfrm flipV="1">
            <a:off x="0" y="6416040"/>
            <a:ext cx="375358" cy="441960"/>
          </a:xfrm>
          <a:custGeom>
            <a:avLst/>
            <a:gdLst>
              <a:gd name="connsiteX0" fmla="*/ 0 w 375358"/>
              <a:gd name="connsiteY0" fmla="*/ 441960 h 441960"/>
              <a:gd name="connsiteX1" fmla="*/ 375358 w 375358"/>
              <a:gd name="connsiteY1" fmla="*/ 441960 h 441960"/>
              <a:gd name="connsiteX2" fmla="*/ 375358 w 375358"/>
              <a:gd name="connsiteY2" fmla="*/ 0 h 441960"/>
              <a:gd name="connsiteX3" fmla="*/ 0 w 375358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58" h="441959">
                <a:moveTo>
                  <a:pt x="0" y="441960"/>
                </a:moveTo>
                <a:lnTo>
                  <a:pt x="375358" y="441960"/>
                </a:lnTo>
                <a:lnTo>
                  <a:pt x="375358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 flipH="1">
            <a:off x="0" y="6032864"/>
            <a:ext cx="755650" cy="825136"/>
          </a:xfrm>
          <a:custGeom>
            <a:avLst/>
            <a:gdLst>
              <a:gd name="connsiteX0" fmla="*/ 755650 w 755650"/>
              <a:gd name="connsiteY0" fmla="*/ 0 h 825136"/>
              <a:gd name="connsiteX1" fmla="*/ 0 w 755650"/>
              <a:gd name="connsiteY1" fmla="*/ 822317 h 825136"/>
              <a:gd name="connsiteX2" fmla="*/ 228375 w 755650"/>
              <a:gd name="connsiteY2" fmla="*/ 825136 h 825136"/>
              <a:gd name="connsiteX3" fmla="*/ 755650 w 755650"/>
              <a:gd name="connsiteY3" fmla="*/ 260513 h 82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650" h="825136">
                <a:moveTo>
                  <a:pt x="755650" y="0"/>
                </a:moveTo>
                <a:lnTo>
                  <a:pt x="0" y="822317"/>
                </a:lnTo>
                <a:lnTo>
                  <a:pt x="228375" y="825136"/>
                </a:lnTo>
                <a:lnTo>
                  <a:pt x="755650" y="26051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3">
                  <a:alpha val="40000"/>
                </a:schemeClr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 flipH="1">
            <a:off x="0" y="5843828"/>
            <a:ext cx="928956" cy="1014171"/>
          </a:xfrm>
          <a:custGeom>
            <a:avLst/>
            <a:gdLst>
              <a:gd name="connsiteX0" fmla="*/ 928956 w 928956"/>
              <a:gd name="connsiteY0" fmla="*/ 0 h 1014171"/>
              <a:gd name="connsiteX1" fmla="*/ 0 w 928956"/>
              <a:gd name="connsiteY1" fmla="*/ 1010913 h 1014171"/>
              <a:gd name="connsiteX2" fmla="*/ 263956 w 928956"/>
              <a:gd name="connsiteY2" fmla="*/ 1014171 h 1014171"/>
              <a:gd name="connsiteX3" fmla="*/ 928956 w 928956"/>
              <a:gd name="connsiteY3" fmla="*/ 302068 h 1014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8956" h="1014171">
                <a:moveTo>
                  <a:pt x="928956" y="0"/>
                </a:moveTo>
                <a:lnTo>
                  <a:pt x="0" y="1010913"/>
                </a:lnTo>
                <a:lnTo>
                  <a:pt x="263956" y="1014171"/>
                </a:lnTo>
                <a:lnTo>
                  <a:pt x="928956" y="30206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梯形"/>
          <p:cNvSpPr/>
          <p:nvPr>
            <p:custDataLst>
              <p:tags r:id="rId3"/>
            </p:custDataLst>
          </p:nvPr>
        </p:nvSpPr>
        <p:spPr>
          <a:xfrm rot="10800000" flipV="1">
            <a:off x="3603837" y="2950502"/>
            <a:ext cx="4984326" cy="178808"/>
          </a:xfrm>
          <a:prstGeom prst="trapezoid">
            <a:avLst>
              <a:gd name="adj" fmla="val 50409"/>
            </a:avLst>
          </a:prstGeom>
          <a:gradFill flip="none" rotWithShape="1">
            <a:gsLst>
              <a:gs pos="0">
                <a:schemeClr val="accent3">
                  <a:alpha val="20000"/>
                </a:schemeClr>
              </a:gs>
              <a:gs pos="5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1"/>
          <p:cNvSpPr txBox="1"/>
          <p:nvPr>
            <p:custDataLst>
              <p:tags r:id="rId4"/>
            </p:custDataLst>
          </p:nvPr>
        </p:nvSpPr>
        <p:spPr>
          <a:xfrm>
            <a:off x="577850" y="3246755"/>
            <a:ext cx="11036300" cy="123698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智能小车OpenCV视觉循迹运动</a:t>
            </a:r>
          </a:p>
        </p:txBody>
      </p:sp>
      <p:sp>
        <p:nvSpPr>
          <p:cNvPr id="4" name="Text2"/>
          <p:cNvSpPr txBox="1"/>
          <p:nvPr>
            <p:custDataLst>
              <p:tags r:id="rId5"/>
            </p:custDataLst>
          </p:nvPr>
        </p:nvSpPr>
        <p:spPr>
          <a:xfrm>
            <a:off x="577850" y="4601210"/>
            <a:ext cx="1103630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>
                    <a:alpha val="7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Intelligent car OpenCV visual tracking motion</a:t>
            </a:r>
          </a:p>
        </p:txBody>
      </p:sp>
      <p:sp>
        <p:nvSpPr>
          <p:cNvPr id="5" name="Text3"/>
          <p:cNvSpPr txBox="1"/>
          <p:nvPr>
            <p:custDataLst>
              <p:tags r:id="rId6"/>
            </p:custDataLst>
          </p:nvPr>
        </p:nvSpPr>
        <p:spPr>
          <a:xfrm>
            <a:off x="5007610" y="1000760"/>
            <a:ext cx="2177415" cy="206692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</p:spTree>
    <p:custDataLst>
      <p:custData r:id="rId1"/>
      <p:tags r:id="rId2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1">
            <a:extLst>
              <a:ext uri="{FF2B5EF4-FFF2-40B4-BE49-F238E27FC236}">
                <a16:creationId xmlns:a16="http://schemas.microsoft.com/office/drawing/2014/main" id="{8C91E031-D025-7719-D862-F11DCD34288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5400" y="332656"/>
            <a:ext cx="5604024" cy="1295771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单线循迹</a:t>
            </a:r>
            <a:endParaRPr lang="en-US" altLang="zh-CN" sz="3200" b="1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思源黑体 CN" panose="020B0500000000000000" pitchFamily="34" charset="-122"/>
            </a:endParaRP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D4908FC4-EB2D-5379-9664-36458630C82A}"/>
              </a:ext>
            </a:extLst>
          </p:cNvPr>
          <p:cNvSpPr/>
          <p:nvPr/>
        </p:nvSpPr>
        <p:spPr>
          <a:xfrm>
            <a:off x="7824761" y="3219445"/>
            <a:ext cx="3047123" cy="3047124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457200" sx="104000" sy="104000" algn="ctr" rotWithShape="0">
              <a:schemeClr val="accent1">
                <a:alpha val="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9A2C9840-24C1-D145-F604-01DAD57A57EB}"/>
              </a:ext>
            </a:extLst>
          </p:cNvPr>
          <p:cNvSpPr/>
          <p:nvPr/>
        </p:nvSpPr>
        <p:spPr>
          <a:xfrm>
            <a:off x="7911348" y="3306032"/>
            <a:ext cx="2873950" cy="2873949"/>
          </a:xfrm>
          <a:prstGeom prst="ellipse">
            <a:avLst/>
          </a:prstGeom>
          <a:noFill/>
          <a:ln w="12700" cmpd="thickThin">
            <a:solidFill>
              <a:schemeClr val="accent3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01677515-A79B-B2C0-7902-003A0380CCBA}"/>
              </a:ext>
            </a:extLst>
          </p:cNvPr>
          <p:cNvSpPr/>
          <p:nvPr/>
        </p:nvSpPr>
        <p:spPr>
          <a:xfrm>
            <a:off x="6741037" y="2483787"/>
            <a:ext cx="1851041" cy="1851042"/>
          </a:xfrm>
          <a:prstGeom prst="ellipse">
            <a:avLst/>
          </a:prstGeom>
          <a:solidFill>
            <a:schemeClr val="tx2">
              <a:alpha val="90000"/>
            </a:schemeClr>
          </a:solidFill>
          <a:ln>
            <a:noFill/>
          </a:ln>
          <a:effectLst>
            <a:outerShdw blurRad="457200" sx="104000" sy="104000" algn="ctr" rotWithShape="0">
              <a:schemeClr val="accent1">
                <a:alpha val="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循迹">
            <a:hlinkClick r:id="" action="ppaction://media"/>
            <a:extLst>
              <a:ext uri="{FF2B5EF4-FFF2-40B4-BE49-F238E27FC236}">
                <a16:creationId xmlns:a16="http://schemas.microsoft.com/office/drawing/2014/main" id="{223C97B9-2BFD-ACC2-267F-8C90D672B83B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64152" y="488689"/>
            <a:ext cx="3250058" cy="5777880"/>
          </a:xfrm>
          <a:prstGeom prst="rect">
            <a:avLst/>
          </a:prstGeom>
        </p:spPr>
      </p:pic>
      <p:sp>
        <p:nvSpPr>
          <p:cNvPr id="3" name="Text2">
            <a:extLst>
              <a:ext uri="{FF2B5EF4-FFF2-40B4-BE49-F238E27FC236}">
                <a16:creationId xmlns:a16="http://schemas.microsoft.com/office/drawing/2014/main" id="{7F56BE77-9D7B-3F00-7A32-8F4A80E312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85343" y="2132857"/>
            <a:ext cx="5611250" cy="117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实现方式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使用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opencv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采集视频流图片，识别出黑线在图像中的位置，来决定小车的行驶方向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" panose="020B0500000000000000" pitchFamily="34" charset="-122"/>
            </a:endParaRPr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42909098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pter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形 2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30061"/>
          <a:stretch>
            <a:fillRect/>
          </a:stretch>
        </p:blipFill>
        <p:spPr>
          <a:xfrm flipH="1" flipV="1">
            <a:off x="257832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1983092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382618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30061"/>
          <a:stretch>
            <a:fillRect/>
          </a:stretch>
        </p:blipFill>
        <p:spPr>
          <a:xfrm flipV="1">
            <a:off x="787385" y="6416040"/>
            <a:ext cx="779816" cy="441960"/>
          </a:xfrm>
          <a:custGeom>
            <a:avLst/>
            <a:gdLst>
              <a:gd name="connsiteX0" fmla="*/ 0 w 779816"/>
              <a:gd name="connsiteY0" fmla="*/ 441960 h 441960"/>
              <a:gd name="connsiteX1" fmla="*/ 779816 w 779816"/>
              <a:gd name="connsiteY1" fmla="*/ 441960 h 441960"/>
              <a:gd name="connsiteX2" fmla="*/ 779816 w 779816"/>
              <a:gd name="connsiteY2" fmla="*/ 0 h 441960"/>
              <a:gd name="connsiteX3" fmla="*/ 0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0" y="441960"/>
                </a:moveTo>
                <a:lnTo>
                  <a:pt x="779816" y="441960"/>
                </a:lnTo>
                <a:lnTo>
                  <a:pt x="77981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30061"/>
          <a:stretch>
            <a:fillRect/>
          </a:stretch>
        </p:blipFill>
        <p:spPr>
          <a:xfrm flipH="1" flipV="1">
            <a:off x="190775" y="6416040"/>
            <a:ext cx="779816" cy="441960"/>
          </a:xfrm>
          <a:custGeom>
            <a:avLst/>
            <a:gdLst>
              <a:gd name="connsiteX0" fmla="*/ 779816 w 779816"/>
              <a:gd name="connsiteY0" fmla="*/ 441960 h 441960"/>
              <a:gd name="connsiteX1" fmla="*/ 0 w 779816"/>
              <a:gd name="connsiteY1" fmla="*/ 441960 h 441960"/>
              <a:gd name="connsiteX2" fmla="*/ 0 w 779816"/>
              <a:gd name="connsiteY2" fmla="*/ 0 h 441960"/>
              <a:gd name="connsiteX3" fmla="*/ 779816 w 779816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6" h="441959">
                <a:moveTo>
                  <a:pt x="779816" y="441960"/>
                </a:moveTo>
                <a:lnTo>
                  <a:pt x="0" y="441960"/>
                </a:lnTo>
                <a:lnTo>
                  <a:pt x="0" y="0"/>
                </a:lnTo>
                <a:lnTo>
                  <a:pt x="779816" y="0"/>
                </a:lnTo>
                <a:close/>
              </a:path>
            </a:pathLst>
          </a:cu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51866" t="30061"/>
          <a:stretch>
            <a:fillRect/>
          </a:stretch>
        </p:blipFill>
        <p:spPr>
          <a:xfrm flipV="1">
            <a:off x="0" y="6416040"/>
            <a:ext cx="375358" cy="441960"/>
          </a:xfrm>
          <a:custGeom>
            <a:avLst/>
            <a:gdLst>
              <a:gd name="connsiteX0" fmla="*/ 0 w 375358"/>
              <a:gd name="connsiteY0" fmla="*/ 441960 h 441960"/>
              <a:gd name="connsiteX1" fmla="*/ 375358 w 375358"/>
              <a:gd name="connsiteY1" fmla="*/ 441960 h 441960"/>
              <a:gd name="connsiteX2" fmla="*/ 375358 w 375358"/>
              <a:gd name="connsiteY2" fmla="*/ 0 h 441960"/>
              <a:gd name="connsiteX3" fmla="*/ 0 w 375358"/>
              <a:gd name="connsiteY3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358" h="441959">
                <a:moveTo>
                  <a:pt x="0" y="441960"/>
                </a:moveTo>
                <a:lnTo>
                  <a:pt x="375358" y="441960"/>
                </a:lnTo>
                <a:lnTo>
                  <a:pt x="375358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 flipH="1">
            <a:off x="0" y="6032864"/>
            <a:ext cx="755650" cy="825136"/>
          </a:xfrm>
          <a:custGeom>
            <a:avLst/>
            <a:gdLst>
              <a:gd name="connsiteX0" fmla="*/ 755650 w 755650"/>
              <a:gd name="connsiteY0" fmla="*/ 0 h 825136"/>
              <a:gd name="connsiteX1" fmla="*/ 0 w 755650"/>
              <a:gd name="connsiteY1" fmla="*/ 822317 h 825136"/>
              <a:gd name="connsiteX2" fmla="*/ 228375 w 755650"/>
              <a:gd name="connsiteY2" fmla="*/ 825136 h 825136"/>
              <a:gd name="connsiteX3" fmla="*/ 755650 w 755650"/>
              <a:gd name="connsiteY3" fmla="*/ 260513 h 82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650" h="825136">
                <a:moveTo>
                  <a:pt x="755650" y="0"/>
                </a:moveTo>
                <a:lnTo>
                  <a:pt x="0" y="822317"/>
                </a:lnTo>
                <a:lnTo>
                  <a:pt x="228375" y="825136"/>
                </a:lnTo>
                <a:lnTo>
                  <a:pt x="755650" y="26051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3">
                  <a:alpha val="40000"/>
                </a:schemeClr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 flipH="1">
            <a:off x="0" y="5843828"/>
            <a:ext cx="928956" cy="1014171"/>
          </a:xfrm>
          <a:custGeom>
            <a:avLst/>
            <a:gdLst>
              <a:gd name="connsiteX0" fmla="*/ 928956 w 928956"/>
              <a:gd name="connsiteY0" fmla="*/ 0 h 1014171"/>
              <a:gd name="connsiteX1" fmla="*/ 0 w 928956"/>
              <a:gd name="connsiteY1" fmla="*/ 1010913 h 1014171"/>
              <a:gd name="connsiteX2" fmla="*/ 263956 w 928956"/>
              <a:gd name="connsiteY2" fmla="*/ 1014171 h 1014171"/>
              <a:gd name="connsiteX3" fmla="*/ 928956 w 928956"/>
              <a:gd name="connsiteY3" fmla="*/ 302068 h 1014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8956" h="1014171">
                <a:moveTo>
                  <a:pt x="928956" y="0"/>
                </a:moveTo>
                <a:lnTo>
                  <a:pt x="0" y="1010913"/>
                </a:lnTo>
                <a:lnTo>
                  <a:pt x="263956" y="1014171"/>
                </a:lnTo>
                <a:lnTo>
                  <a:pt x="928956" y="30206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" name="梯形"/>
          <p:cNvSpPr/>
          <p:nvPr>
            <p:custDataLst>
              <p:tags r:id="rId3"/>
            </p:custDataLst>
          </p:nvPr>
        </p:nvSpPr>
        <p:spPr>
          <a:xfrm rot="10800000" flipV="1">
            <a:off x="3603837" y="2950502"/>
            <a:ext cx="4984326" cy="178808"/>
          </a:xfrm>
          <a:prstGeom prst="trapezoid">
            <a:avLst>
              <a:gd name="adj" fmla="val 50409"/>
            </a:avLst>
          </a:prstGeom>
          <a:gradFill flip="none" rotWithShape="1">
            <a:gsLst>
              <a:gs pos="0">
                <a:schemeClr val="accent3">
                  <a:alpha val="20000"/>
                </a:schemeClr>
              </a:gs>
              <a:gs pos="5000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1"/>
          <p:cNvSpPr txBox="1"/>
          <p:nvPr>
            <p:custDataLst>
              <p:tags r:id="rId4"/>
            </p:custDataLst>
          </p:nvPr>
        </p:nvSpPr>
        <p:spPr>
          <a:xfrm>
            <a:off x="577850" y="3246755"/>
            <a:ext cx="11036300" cy="123698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字体圈欣意冠黑体" panose="00000500000000000000" charset="-122"/>
                <a:sym typeface="+mn-lt"/>
              </a:rPr>
              <a:t>智能小车颜色球体追踪运动</a:t>
            </a:r>
          </a:p>
        </p:txBody>
      </p:sp>
      <p:sp>
        <p:nvSpPr>
          <p:cNvPr id="4" name="Text2"/>
          <p:cNvSpPr txBox="1"/>
          <p:nvPr>
            <p:custDataLst>
              <p:tags r:id="rId5"/>
            </p:custDataLst>
          </p:nvPr>
        </p:nvSpPr>
        <p:spPr>
          <a:xfrm>
            <a:off x="577850" y="4601210"/>
            <a:ext cx="1103630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>
                    <a:alpha val="7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Intelligent car color sphere tracking motion</a:t>
            </a:r>
          </a:p>
        </p:txBody>
      </p:sp>
      <p:sp>
        <p:nvSpPr>
          <p:cNvPr id="5" name="Text3"/>
          <p:cNvSpPr txBox="1"/>
          <p:nvPr>
            <p:custDataLst>
              <p:tags r:id="rId6"/>
            </p:custDataLst>
          </p:nvPr>
        </p:nvSpPr>
        <p:spPr>
          <a:xfrm>
            <a:off x="5007610" y="1000760"/>
            <a:ext cx="2177415" cy="206692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</p:spTree>
    <p:custDataLst>
      <p:custData r:id="rId1"/>
      <p:tags r:id="rId2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1">
            <a:extLst>
              <a:ext uri="{FF2B5EF4-FFF2-40B4-BE49-F238E27FC236}">
                <a16:creationId xmlns:a16="http://schemas.microsoft.com/office/drawing/2014/main" id="{DD3235D8-0E9A-6F92-4F5B-D3AA922CF8C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智能小车颜色球体追踪运动</a:t>
            </a:r>
          </a:p>
        </p:txBody>
      </p:sp>
      <p:sp>
        <p:nvSpPr>
          <p:cNvPr id="35" name="Text3">
            <a:extLst>
              <a:ext uri="{FF2B5EF4-FFF2-40B4-BE49-F238E27FC236}">
                <a16:creationId xmlns:a16="http://schemas.microsoft.com/office/drawing/2014/main" id="{563B9764-7676-75C9-7844-6C37A85EE0AE}"/>
              </a:ext>
            </a:extLst>
          </p:cNvPr>
          <p:cNvSpPr/>
          <p:nvPr/>
        </p:nvSpPr>
        <p:spPr>
          <a:xfrm>
            <a:off x="333971" y="1196752"/>
            <a:ext cx="3758049" cy="2016224"/>
          </a:xfrm>
          <a:prstGeom prst="roundRect">
            <a:avLst>
              <a:gd name="adj" fmla="val 0"/>
            </a:avLst>
          </a:prstGeom>
          <a:gradFill flip="none" rotWithShape="1">
            <a:gsLst>
              <a:gs pos="4000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zh-CN" altLang="en-US" dirty="0">
              <a:solidFill>
                <a:prstClr val="white">
                  <a:lumMod val="8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8">
            <a:extLst>
              <a:ext uri="{FF2B5EF4-FFF2-40B4-BE49-F238E27FC236}">
                <a16:creationId xmlns:a16="http://schemas.microsoft.com/office/drawing/2014/main" id="{96A4EE83-1311-9EF5-91EF-33659D6E97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07368" y="1412776"/>
            <a:ext cx="3406918" cy="131556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 fontAlgn="auto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sz="1400" dirty="0" err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采用优化的图像处理算法，如HSV色彩空间转换与阈值分割，实现实时响应</a:t>
            </a:r>
            <a:r>
              <a:rPr sz="14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F81139-D354-6A4C-25ED-DC2B8D6E6D1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1" t="6473" r="53466" b="27182"/>
          <a:stretch/>
        </p:blipFill>
        <p:spPr>
          <a:xfrm>
            <a:off x="880846" y="3212976"/>
            <a:ext cx="2664297" cy="2952329"/>
          </a:xfrm>
          <a:prstGeom prst="rect">
            <a:avLst/>
          </a:prstGeom>
        </p:spPr>
      </p:pic>
      <p:pic>
        <p:nvPicPr>
          <p:cNvPr id="4" name="31b491583d033d993f39e59f40456e1f">
            <a:hlinkClick r:id="" action="ppaction://media"/>
            <a:extLst>
              <a:ext uri="{FF2B5EF4-FFF2-40B4-BE49-F238E27FC236}">
                <a16:creationId xmlns:a16="http://schemas.microsoft.com/office/drawing/2014/main" id="{3D7B7441-D179-419A-49A7-82B8926C2D8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248128" y="765743"/>
            <a:ext cx="3265461" cy="5805264"/>
          </a:xfrm>
          <a:prstGeom prst="rect">
            <a:avLst/>
          </a:prstGeom>
        </p:spPr>
      </p:pic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298246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 flipV="1">
            <a:off x="3116743" y="163346"/>
            <a:ext cx="1084415" cy="878750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 flipV="1">
            <a:off x="3889433" y="288253"/>
            <a:ext cx="1084415" cy="878750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3061700" y="288253"/>
            <a:ext cx="1084415" cy="87875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 flipV="1">
            <a:off x="2226680" y="288253"/>
            <a:ext cx="1084415" cy="878750"/>
          </a:xfrm>
          <a:prstGeom prst="rect">
            <a:avLst/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1398947" y="288253"/>
            <a:ext cx="1084415" cy="87875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 flipV="1">
            <a:off x="569299" y="288253"/>
            <a:ext cx="1084415" cy="87875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23074"/>
          <a:stretch>
            <a:fillRect/>
          </a:stretch>
        </p:blipFill>
        <p:spPr>
          <a:xfrm flipV="1">
            <a:off x="-8218" y="288253"/>
            <a:ext cx="834199" cy="878750"/>
          </a:xfrm>
          <a:custGeom>
            <a:avLst/>
            <a:gdLst>
              <a:gd name="connsiteX0" fmla="*/ 0 w 834199"/>
              <a:gd name="connsiteY0" fmla="*/ 878750 h 878750"/>
              <a:gd name="connsiteX1" fmla="*/ 834199 w 834199"/>
              <a:gd name="connsiteY1" fmla="*/ 878750 h 878750"/>
              <a:gd name="connsiteX2" fmla="*/ 834199 w 834199"/>
              <a:gd name="connsiteY2" fmla="*/ 0 h 878750"/>
              <a:gd name="connsiteX3" fmla="*/ 0 w 834199"/>
              <a:gd name="connsiteY3" fmla="*/ 0 h 87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199" h="878750">
                <a:moveTo>
                  <a:pt x="0" y="878750"/>
                </a:moveTo>
                <a:lnTo>
                  <a:pt x="834199" y="878750"/>
                </a:lnTo>
                <a:lnTo>
                  <a:pt x="834199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1" name="图形 30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4680"/>
          <a:stretch>
            <a:fillRect/>
          </a:stretch>
        </p:blipFill>
        <p:spPr>
          <a:xfrm flipH="1">
            <a:off x="3985592" y="0"/>
            <a:ext cx="1084415" cy="749750"/>
          </a:xfrm>
          <a:custGeom>
            <a:avLst/>
            <a:gdLst>
              <a:gd name="connsiteX0" fmla="*/ 1084415 w 1084415"/>
              <a:gd name="connsiteY0" fmla="*/ 0 h 749750"/>
              <a:gd name="connsiteX1" fmla="*/ 0 w 1084415"/>
              <a:gd name="connsiteY1" fmla="*/ 0 h 749750"/>
              <a:gd name="connsiteX2" fmla="*/ 0 w 1084415"/>
              <a:gd name="connsiteY2" fmla="*/ 749750 h 749750"/>
              <a:gd name="connsiteX3" fmla="*/ 1084415 w 1084415"/>
              <a:gd name="connsiteY3" fmla="*/ 749750 h 74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415" h="749750">
                <a:moveTo>
                  <a:pt x="1084415" y="0"/>
                </a:moveTo>
                <a:lnTo>
                  <a:pt x="0" y="0"/>
                </a:lnTo>
                <a:lnTo>
                  <a:pt x="0" y="749750"/>
                </a:lnTo>
                <a:lnTo>
                  <a:pt x="1084415" y="749750"/>
                </a:lnTo>
                <a:close/>
              </a:path>
            </a:pathLst>
          </a:custGeom>
        </p:spPr>
      </p:pic>
      <p:pic>
        <p:nvPicPr>
          <p:cNvPr id="29" name="图形 28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14680"/>
          <a:stretch>
            <a:fillRect/>
          </a:stretch>
        </p:blipFill>
        <p:spPr>
          <a:xfrm>
            <a:off x="3157859" y="0"/>
            <a:ext cx="1084415" cy="749750"/>
          </a:xfrm>
          <a:custGeom>
            <a:avLst/>
            <a:gdLst>
              <a:gd name="connsiteX0" fmla="*/ 0 w 1084415"/>
              <a:gd name="connsiteY0" fmla="*/ 0 h 749750"/>
              <a:gd name="connsiteX1" fmla="*/ 1084415 w 1084415"/>
              <a:gd name="connsiteY1" fmla="*/ 0 h 749750"/>
              <a:gd name="connsiteX2" fmla="*/ 1084415 w 1084415"/>
              <a:gd name="connsiteY2" fmla="*/ 749750 h 749750"/>
              <a:gd name="connsiteX3" fmla="*/ 0 w 1084415"/>
              <a:gd name="connsiteY3" fmla="*/ 749750 h 74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415" h="749750">
                <a:moveTo>
                  <a:pt x="0" y="0"/>
                </a:moveTo>
                <a:lnTo>
                  <a:pt x="1084415" y="0"/>
                </a:lnTo>
                <a:lnTo>
                  <a:pt x="1084415" y="749750"/>
                </a:lnTo>
                <a:lnTo>
                  <a:pt x="0" y="749750"/>
                </a:lnTo>
                <a:close/>
              </a:path>
            </a:pathLst>
          </a:custGeom>
        </p:spPr>
      </p:pic>
      <p:pic>
        <p:nvPicPr>
          <p:cNvPr id="25" name="图形 24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4680"/>
          <a:stretch>
            <a:fillRect/>
          </a:stretch>
        </p:blipFill>
        <p:spPr>
          <a:xfrm flipH="1">
            <a:off x="2322839" y="0"/>
            <a:ext cx="1084415" cy="749750"/>
          </a:xfrm>
          <a:custGeom>
            <a:avLst/>
            <a:gdLst>
              <a:gd name="connsiteX0" fmla="*/ 1084415 w 1084415"/>
              <a:gd name="connsiteY0" fmla="*/ 0 h 749750"/>
              <a:gd name="connsiteX1" fmla="*/ 0 w 1084415"/>
              <a:gd name="connsiteY1" fmla="*/ 0 h 749750"/>
              <a:gd name="connsiteX2" fmla="*/ 0 w 1084415"/>
              <a:gd name="connsiteY2" fmla="*/ 749750 h 749750"/>
              <a:gd name="connsiteX3" fmla="*/ 1084415 w 1084415"/>
              <a:gd name="connsiteY3" fmla="*/ 749750 h 74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415" h="749750">
                <a:moveTo>
                  <a:pt x="1084415" y="0"/>
                </a:moveTo>
                <a:lnTo>
                  <a:pt x="0" y="0"/>
                </a:lnTo>
                <a:lnTo>
                  <a:pt x="0" y="749750"/>
                </a:lnTo>
                <a:lnTo>
                  <a:pt x="1084415" y="749750"/>
                </a:lnTo>
                <a:close/>
              </a:path>
            </a:pathLst>
          </a:custGeom>
        </p:spPr>
      </p:pic>
      <p:pic>
        <p:nvPicPr>
          <p:cNvPr id="27" name="图形 26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14680"/>
          <a:stretch>
            <a:fillRect/>
          </a:stretch>
        </p:blipFill>
        <p:spPr>
          <a:xfrm>
            <a:off x="1495106" y="0"/>
            <a:ext cx="1084415" cy="749750"/>
          </a:xfrm>
          <a:custGeom>
            <a:avLst/>
            <a:gdLst>
              <a:gd name="connsiteX0" fmla="*/ 0 w 1084415"/>
              <a:gd name="connsiteY0" fmla="*/ 0 h 749750"/>
              <a:gd name="connsiteX1" fmla="*/ 1084415 w 1084415"/>
              <a:gd name="connsiteY1" fmla="*/ 0 h 749750"/>
              <a:gd name="connsiteX2" fmla="*/ 1084415 w 1084415"/>
              <a:gd name="connsiteY2" fmla="*/ 749750 h 749750"/>
              <a:gd name="connsiteX3" fmla="*/ 0 w 1084415"/>
              <a:gd name="connsiteY3" fmla="*/ 749750 h 74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415" h="749750">
                <a:moveTo>
                  <a:pt x="0" y="0"/>
                </a:moveTo>
                <a:lnTo>
                  <a:pt x="1084415" y="0"/>
                </a:lnTo>
                <a:lnTo>
                  <a:pt x="1084415" y="749750"/>
                </a:lnTo>
                <a:lnTo>
                  <a:pt x="0" y="749750"/>
                </a:lnTo>
                <a:close/>
              </a:path>
            </a:pathLst>
          </a:cu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4680"/>
          <a:stretch>
            <a:fillRect/>
          </a:stretch>
        </p:blipFill>
        <p:spPr>
          <a:xfrm flipH="1">
            <a:off x="665458" y="0"/>
            <a:ext cx="1084415" cy="749750"/>
          </a:xfrm>
          <a:custGeom>
            <a:avLst/>
            <a:gdLst>
              <a:gd name="connsiteX0" fmla="*/ 1084415 w 1084415"/>
              <a:gd name="connsiteY0" fmla="*/ 0 h 749750"/>
              <a:gd name="connsiteX1" fmla="*/ 0 w 1084415"/>
              <a:gd name="connsiteY1" fmla="*/ 0 h 749750"/>
              <a:gd name="connsiteX2" fmla="*/ 0 w 1084415"/>
              <a:gd name="connsiteY2" fmla="*/ 749750 h 749750"/>
              <a:gd name="connsiteX3" fmla="*/ 1084415 w 1084415"/>
              <a:gd name="connsiteY3" fmla="*/ 749750 h 74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4415" h="749750">
                <a:moveTo>
                  <a:pt x="1084415" y="0"/>
                </a:moveTo>
                <a:lnTo>
                  <a:pt x="0" y="0"/>
                </a:lnTo>
                <a:lnTo>
                  <a:pt x="0" y="749750"/>
                </a:lnTo>
                <a:lnTo>
                  <a:pt x="1084415" y="749750"/>
                </a:lnTo>
                <a:close/>
              </a:path>
            </a:pathLst>
          </a:cu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14206" t="14680"/>
          <a:stretch>
            <a:fillRect/>
          </a:stretch>
        </p:blipFill>
        <p:spPr>
          <a:xfrm>
            <a:off x="-8218" y="0"/>
            <a:ext cx="930358" cy="749750"/>
          </a:xfrm>
          <a:custGeom>
            <a:avLst/>
            <a:gdLst>
              <a:gd name="connsiteX0" fmla="*/ 0 w 930358"/>
              <a:gd name="connsiteY0" fmla="*/ 0 h 749750"/>
              <a:gd name="connsiteX1" fmla="*/ 930358 w 930358"/>
              <a:gd name="connsiteY1" fmla="*/ 0 h 749750"/>
              <a:gd name="connsiteX2" fmla="*/ 930358 w 930358"/>
              <a:gd name="connsiteY2" fmla="*/ 749750 h 749750"/>
              <a:gd name="connsiteX3" fmla="*/ 0 w 930358"/>
              <a:gd name="connsiteY3" fmla="*/ 749750 h 74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358" h="749750">
                <a:moveTo>
                  <a:pt x="0" y="0"/>
                </a:moveTo>
                <a:lnTo>
                  <a:pt x="930358" y="0"/>
                </a:lnTo>
                <a:lnTo>
                  <a:pt x="930358" y="749750"/>
                </a:lnTo>
                <a:lnTo>
                  <a:pt x="0" y="749750"/>
                </a:lnTo>
                <a:close/>
              </a:path>
            </a:pathLst>
          </a:custGeom>
        </p:spPr>
      </p:pic>
      <p:sp>
        <p:nvSpPr>
          <p:cNvPr id="15" name="图形 5019"/>
          <p:cNvSpPr/>
          <p:nvPr/>
        </p:nvSpPr>
        <p:spPr>
          <a:xfrm flipV="1">
            <a:off x="232783" y="-4186"/>
            <a:ext cx="1776285" cy="1562031"/>
          </a:xfrm>
          <a:custGeom>
            <a:avLst/>
            <a:gdLst>
              <a:gd name="connsiteX0" fmla="*/ 1607242 w 2123397"/>
              <a:gd name="connsiteY0" fmla="*/ 0 h 1805631"/>
              <a:gd name="connsiteX1" fmla="*/ 2123398 w 2123397"/>
              <a:gd name="connsiteY1" fmla="*/ 0 h 1805631"/>
              <a:gd name="connsiteX2" fmla="*/ 516156 w 2123397"/>
              <a:gd name="connsiteY2" fmla="*/ 1805631 h 1805631"/>
              <a:gd name="connsiteX3" fmla="*/ 0 w 2123397"/>
              <a:gd name="connsiteY3" fmla="*/ 1805631 h 1805631"/>
              <a:gd name="connsiteX0-1" fmla="*/ 1607242 w 2123398"/>
              <a:gd name="connsiteY0-2" fmla="*/ 0 h 1805631"/>
              <a:gd name="connsiteX1-3" fmla="*/ 2123398 w 2123398"/>
              <a:gd name="connsiteY1-4" fmla="*/ 0 h 1805631"/>
              <a:gd name="connsiteX2-5" fmla="*/ 317052 w 2123398"/>
              <a:gd name="connsiteY2-6" fmla="*/ 1798257 h 1805631"/>
              <a:gd name="connsiteX3-7" fmla="*/ 0 w 2123398"/>
              <a:gd name="connsiteY3-8" fmla="*/ 1805631 h 1805631"/>
              <a:gd name="connsiteX0-9" fmla="*/ 1607242 w 1953791"/>
              <a:gd name="connsiteY0-10" fmla="*/ 7374 h 1813005"/>
              <a:gd name="connsiteX1-11" fmla="*/ 1953791 w 1953791"/>
              <a:gd name="connsiteY1-12" fmla="*/ 0 h 1813005"/>
              <a:gd name="connsiteX2-13" fmla="*/ 317052 w 1953791"/>
              <a:gd name="connsiteY2-14" fmla="*/ 1805631 h 1813005"/>
              <a:gd name="connsiteX3-15" fmla="*/ 0 w 1953791"/>
              <a:gd name="connsiteY3-16" fmla="*/ 1813005 h 1813005"/>
              <a:gd name="connsiteX0-17" fmla="*/ 1607242 w 2005410"/>
              <a:gd name="connsiteY0-18" fmla="*/ 0 h 1805631"/>
              <a:gd name="connsiteX1-19" fmla="*/ 2005410 w 2005410"/>
              <a:gd name="connsiteY1-20" fmla="*/ 0 h 1805631"/>
              <a:gd name="connsiteX2-21" fmla="*/ 317052 w 2005410"/>
              <a:gd name="connsiteY2-22" fmla="*/ 1798257 h 1805631"/>
              <a:gd name="connsiteX3-23" fmla="*/ 0 w 2005410"/>
              <a:gd name="connsiteY3-24" fmla="*/ 1805631 h 1805631"/>
              <a:gd name="connsiteX0-25" fmla="*/ 1607242 w 2005410"/>
              <a:gd name="connsiteY0-26" fmla="*/ 0 h 1805631"/>
              <a:gd name="connsiteX1-27" fmla="*/ 2005410 w 2005410"/>
              <a:gd name="connsiteY1-28" fmla="*/ 0 h 1805631"/>
              <a:gd name="connsiteX2-29" fmla="*/ 319433 w 2005410"/>
              <a:gd name="connsiteY2-30" fmla="*/ 1805400 h 1805631"/>
              <a:gd name="connsiteX3-31" fmla="*/ 0 w 2005410"/>
              <a:gd name="connsiteY3-32" fmla="*/ 1805631 h 1805631"/>
              <a:gd name="connsiteX0-33" fmla="*/ 1654867 w 2053035"/>
              <a:gd name="connsiteY0-34" fmla="*/ 0 h 1805400"/>
              <a:gd name="connsiteX1-35" fmla="*/ 2053035 w 2053035"/>
              <a:gd name="connsiteY1-36" fmla="*/ 0 h 1805400"/>
              <a:gd name="connsiteX2-37" fmla="*/ 367058 w 2053035"/>
              <a:gd name="connsiteY2-38" fmla="*/ 1805400 h 1805400"/>
              <a:gd name="connsiteX3-39" fmla="*/ 0 w 2053035"/>
              <a:gd name="connsiteY3-40" fmla="*/ 1796106 h 1805400"/>
              <a:gd name="connsiteX0-41" fmla="*/ 1654867 w 2053035"/>
              <a:gd name="connsiteY0-42" fmla="*/ 0 h 1805400"/>
              <a:gd name="connsiteX1-43" fmla="*/ 2053035 w 2053035"/>
              <a:gd name="connsiteY1-44" fmla="*/ 0 h 1805400"/>
              <a:gd name="connsiteX2-45" fmla="*/ 367058 w 2053035"/>
              <a:gd name="connsiteY2-46" fmla="*/ 1805400 h 1805400"/>
              <a:gd name="connsiteX3-47" fmla="*/ 0 w 2053035"/>
              <a:gd name="connsiteY3-48" fmla="*/ 1800869 h 1805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53033" h="1805400">
                <a:moveTo>
                  <a:pt x="1654867" y="0"/>
                </a:moveTo>
                <a:lnTo>
                  <a:pt x="2053035" y="0"/>
                </a:lnTo>
                <a:lnTo>
                  <a:pt x="367058" y="1805400"/>
                </a:lnTo>
                <a:lnTo>
                  <a:pt x="0" y="1800869"/>
                </a:lnTo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3">
                  <a:alpha val="40000"/>
                </a:schemeClr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图形 5019"/>
          <p:cNvSpPr/>
          <p:nvPr/>
        </p:nvSpPr>
        <p:spPr>
          <a:xfrm flipV="1">
            <a:off x="-8218" y="-4186"/>
            <a:ext cx="2053035" cy="1805400"/>
          </a:xfrm>
          <a:custGeom>
            <a:avLst/>
            <a:gdLst>
              <a:gd name="connsiteX0" fmla="*/ 1607242 w 2123397"/>
              <a:gd name="connsiteY0" fmla="*/ 0 h 1805631"/>
              <a:gd name="connsiteX1" fmla="*/ 2123398 w 2123397"/>
              <a:gd name="connsiteY1" fmla="*/ 0 h 1805631"/>
              <a:gd name="connsiteX2" fmla="*/ 516156 w 2123397"/>
              <a:gd name="connsiteY2" fmla="*/ 1805631 h 1805631"/>
              <a:gd name="connsiteX3" fmla="*/ 0 w 2123397"/>
              <a:gd name="connsiteY3" fmla="*/ 1805631 h 1805631"/>
              <a:gd name="connsiteX0-1" fmla="*/ 1607242 w 2123398"/>
              <a:gd name="connsiteY0-2" fmla="*/ 0 h 1805631"/>
              <a:gd name="connsiteX1-3" fmla="*/ 2123398 w 2123398"/>
              <a:gd name="connsiteY1-4" fmla="*/ 0 h 1805631"/>
              <a:gd name="connsiteX2-5" fmla="*/ 317052 w 2123398"/>
              <a:gd name="connsiteY2-6" fmla="*/ 1798257 h 1805631"/>
              <a:gd name="connsiteX3-7" fmla="*/ 0 w 2123398"/>
              <a:gd name="connsiteY3-8" fmla="*/ 1805631 h 1805631"/>
              <a:gd name="connsiteX0-9" fmla="*/ 1607242 w 1953791"/>
              <a:gd name="connsiteY0-10" fmla="*/ 7374 h 1813005"/>
              <a:gd name="connsiteX1-11" fmla="*/ 1953791 w 1953791"/>
              <a:gd name="connsiteY1-12" fmla="*/ 0 h 1813005"/>
              <a:gd name="connsiteX2-13" fmla="*/ 317052 w 1953791"/>
              <a:gd name="connsiteY2-14" fmla="*/ 1805631 h 1813005"/>
              <a:gd name="connsiteX3-15" fmla="*/ 0 w 1953791"/>
              <a:gd name="connsiteY3-16" fmla="*/ 1813005 h 1813005"/>
              <a:gd name="connsiteX0-17" fmla="*/ 1607242 w 2005410"/>
              <a:gd name="connsiteY0-18" fmla="*/ 0 h 1805631"/>
              <a:gd name="connsiteX1-19" fmla="*/ 2005410 w 2005410"/>
              <a:gd name="connsiteY1-20" fmla="*/ 0 h 1805631"/>
              <a:gd name="connsiteX2-21" fmla="*/ 317052 w 2005410"/>
              <a:gd name="connsiteY2-22" fmla="*/ 1798257 h 1805631"/>
              <a:gd name="connsiteX3-23" fmla="*/ 0 w 2005410"/>
              <a:gd name="connsiteY3-24" fmla="*/ 1805631 h 1805631"/>
              <a:gd name="connsiteX0-25" fmla="*/ 1607242 w 2005410"/>
              <a:gd name="connsiteY0-26" fmla="*/ 0 h 1805631"/>
              <a:gd name="connsiteX1-27" fmla="*/ 2005410 w 2005410"/>
              <a:gd name="connsiteY1-28" fmla="*/ 0 h 1805631"/>
              <a:gd name="connsiteX2-29" fmla="*/ 319433 w 2005410"/>
              <a:gd name="connsiteY2-30" fmla="*/ 1805400 h 1805631"/>
              <a:gd name="connsiteX3-31" fmla="*/ 0 w 2005410"/>
              <a:gd name="connsiteY3-32" fmla="*/ 1805631 h 1805631"/>
              <a:gd name="connsiteX0-33" fmla="*/ 1654867 w 2053035"/>
              <a:gd name="connsiteY0-34" fmla="*/ 0 h 1805400"/>
              <a:gd name="connsiteX1-35" fmla="*/ 2053035 w 2053035"/>
              <a:gd name="connsiteY1-36" fmla="*/ 0 h 1805400"/>
              <a:gd name="connsiteX2-37" fmla="*/ 367058 w 2053035"/>
              <a:gd name="connsiteY2-38" fmla="*/ 1805400 h 1805400"/>
              <a:gd name="connsiteX3-39" fmla="*/ 0 w 2053035"/>
              <a:gd name="connsiteY3-40" fmla="*/ 1796106 h 1805400"/>
              <a:gd name="connsiteX0-41" fmla="*/ 1654867 w 2053035"/>
              <a:gd name="connsiteY0-42" fmla="*/ 0 h 1805400"/>
              <a:gd name="connsiteX1-43" fmla="*/ 2053035 w 2053035"/>
              <a:gd name="connsiteY1-44" fmla="*/ 0 h 1805400"/>
              <a:gd name="connsiteX2-45" fmla="*/ 367058 w 2053035"/>
              <a:gd name="connsiteY2-46" fmla="*/ 1805400 h 1805400"/>
              <a:gd name="connsiteX3-47" fmla="*/ 0 w 2053035"/>
              <a:gd name="connsiteY3-48" fmla="*/ 1800869 h 1805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053033" h="1805400">
                <a:moveTo>
                  <a:pt x="1654867" y="0"/>
                </a:moveTo>
                <a:lnTo>
                  <a:pt x="2053035" y="0"/>
                </a:lnTo>
                <a:lnTo>
                  <a:pt x="367058" y="1805400"/>
                </a:lnTo>
                <a:lnTo>
                  <a:pt x="0" y="1800869"/>
                </a:ln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 w="1822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9319909" y="5836920"/>
            <a:ext cx="2872091" cy="1021080"/>
            <a:chOff x="7113775" y="5052600"/>
            <a:chExt cx="5078225" cy="1805400"/>
          </a:xfrm>
        </p:grpSpPr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82624" y="5811718"/>
              <a:ext cx="1084415" cy="878750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09934" y="5686811"/>
              <a:ext cx="1084415" cy="878750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8037667" y="5686811"/>
              <a:ext cx="1084415" cy="878750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72687" y="5686811"/>
              <a:ext cx="1084415" cy="878750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9700420" y="5686811"/>
              <a:ext cx="1084415" cy="878750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30068" y="5686811"/>
              <a:ext cx="1084415" cy="878750"/>
            </a:xfrm>
            <a:prstGeom prst="rect">
              <a:avLst/>
            </a:prstGeom>
          </p:spPr>
        </p:pic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23074"/>
            <a:stretch>
              <a:fillRect/>
            </a:stretch>
          </p:blipFill>
          <p:spPr>
            <a:xfrm flipH="1">
              <a:off x="11357801" y="5686811"/>
              <a:ext cx="834199" cy="878750"/>
            </a:xfrm>
            <a:custGeom>
              <a:avLst/>
              <a:gdLst>
                <a:gd name="connsiteX0" fmla="*/ 0 w 834199"/>
                <a:gd name="connsiteY0" fmla="*/ 878750 h 878750"/>
                <a:gd name="connsiteX1" fmla="*/ 834199 w 834199"/>
                <a:gd name="connsiteY1" fmla="*/ 878750 h 878750"/>
                <a:gd name="connsiteX2" fmla="*/ 834199 w 834199"/>
                <a:gd name="connsiteY2" fmla="*/ 0 h 878750"/>
                <a:gd name="connsiteX3" fmla="*/ 0 w 834199"/>
                <a:gd name="connsiteY3" fmla="*/ 0 h 87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199" h="878750">
                  <a:moveTo>
                    <a:pt x="0" y="878750"/>
                  </a:moveTo>
                  <a:lnTo>
                    <a:pt x="834199" y="878750"/>
                  </a:lnTo>
                  <a:lnTo>
                    <a:pt x="834199" y="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41" name="图形 40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7113775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42" name="图形 41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14680"/>
            <a:stretch>
              <a:fillRect/>
            </a:stretch>
          </p:blipFill>
          <p:spPr>
            <a:xfrm flipH="1" flipV="1">
              <a:off x="7941508" y="6104064"/>
              <a:ext cx="1084415" cy="749750"/>
            </a:xfrm>
            <a:custGeom>
              <a:avLst/>
              <a:gdLst>
                <a:gd name="connsiteX0" fmla="*/ 0 w 1084415"/>
                <a:gd name="connsiteY0" fmla="*/ 0 h 749750"/>
                <a:gd name="connsiteX1" fmla="*/ 1084415 w 1084415"/>
                <a:gd name="connsiteY1" fmla="*/ 0 h 749750"/>
                <a:gd name="connsiteX2" fmla="*/ 1084415 w 1084415"/>
                <a:gd name="connsiteY2" fmla="*/ 749750 h 749750"/>
                <a:gd name="connsiteX3" fmla="*/ 0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0" y="0"/>
                  </a:moveTo>
                  <a:lnTo>
                    <a:pt x="1084415" y="0"/>
                  </a:lnTo>
                  <a:lnTo>
                    <a:pt x="1084415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pic>
          <p:nvPicPr>
            <p:cNvPr id="43" name="图形 42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8776528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44" name="图形 4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t="14680"/>
            <a:stretch>
              <a:fillRect/>
            </a:stretch>
          </p:blipFill>
          <p:spPr>
            <a:xfrm flipH="1" flipV="1">
              <a:off x="9604261" y="6104064"/>
              <a:ext cx="1084415" cy="749750"/>
            </a:xfrm>
            <a:custGeom>
              <a:avLst/>
              <a:gdLst>
                <a:gd name="connsiteX0" fmla="*/ 0 w 1084415"/>
                <a:gd name="connsiteY0" fmla="*/ 0 h 749750"/>
                <a:gd name="connsiteX1" fmla="*/ 1084415 w 1084415"/>
                <a:gd name="connsiteY1" fmla="*/ 0 h 749750"/>
                <a:gd name="connsiteX2" fmla="*/ 1084415 w 1084415"/>
                <a:gd name="connsiteY2" fmla="*/ 749750 h 749750"/>
                <a:gd name="connsiteX3" fmla="*/ 0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0" y="0"/>
                  </a:moveTo>
                  <a:lnTo>
                    <a:pt x="1084415" y="0"/>
                  </a:lnTo>
                  <a:lnTo>
                    <a:pt x="1084415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pic>
          <p:nvPicPr>
            <p:cNvPr id="45" name="图形 44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4680"/>
            <a:stretch>
              <a:fillRect/>
            </a:stretch>
          </p:blipFill>
          <p:spPr>
            <a:xfrm flipV="1">
              <a:off x="10433909" y="6104064"/>
              <a:ext cx="1084415" cy="749750"/>
            </a:xfrm>
            <a:custGeom>
              <a:avLst/>
              <a:gdLst>
                <a:gd name="connsiteX0" fmla="*/ 1084415 w 1084415"/>
                <a:gd name="connsiteY0" fmla="*/ 0 h 749750"/>
                <a:gd name="connsiteX1" fmla="*/ 0 w 1084415"/>
                <a:gd name="connsiteY1" fmla="*/ 0 h 749750"/>
                <a:gd name="connsiteX2" fmla="*/ 0 w 1084415"/>
                <a:gd name="connsiteY2" fmla="*/ 749750 h 749750"/>
                <a:gd name="connsiteX3" fmla="*/ 1084415 w 1084415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415" h="749750">
                  <a:moveTo>
                    <a:pt x="1084415" y="0"/>
                  </a:moveTo>
                  <a:lnTo>
                    <a:pt x="0" y="0"/>
                  </a:lnTo>
                  <a:lnTo>
                    <a:pt x="0" y="749750"/>
                  </a:lnTo>
                  <a:lnTo>
                    <a:pt x="1084415" y="749750"/>
                  </a:lnTo>
                  <a:close/>
                </a:path>
              </a:pathLst>
            </a:custGeom>
          </p:spPr>
        </p:pic>
        <p:pic>
          <p:nvPicPr>
            <p:cNvPr id="46" name="图形 45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14206" t="14680"/>
            <a:stretch>
              <a:fillRect/>
            </a:stretch>
          </p:blipFill>
          <p:spPr>
            <a:xfrm flipH="1" flipV="1">
              <a:off x="11261642" y="6104064"/>
              <a:ext cx="930358" cy="749750"/>
            </a:xfrm>
            <a:custGeom>
              <a:avLst/>
              <a:gdLst>
                <a:gd name="connsiteX0" fmla="*/ 0 w 930358"/>
                <a:gd name="connsiteY0" fmla="*/ 0 h 749750"/>
                <a:gd name="connsiteX1" fmla="*/ 930358 w 930358"/>
                <a:gd name="connsiteY1" fmla="*/ 0 h 749750"/>
                <a:gd name="connsiteX2" fmla="*/ 930358 w 930358"/>
                <a:gd name="connsiteY2" fmla="*/ 749750 h 749750"/>
                <a:gd name="connsiteX3" fmla="*/ 0 w 930358"/>
                <a:gd name="connsiteY3" fmla="*/ 749750 h 74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0358" h="749750">
                  <a:moveTo>
                    <a:pt x="0" y="0"/>
                  </a:moveTo>
                  <a:lnTo>
                    <a:pt x="930358" y="0"/>
                  </a:lnTo>
                  <a:lnTo>
                    <a:pt x="930358" y="749750"/>
                  </a:lnTo>
                  <a:lnTo>
                    <a:pt x="0" y="749750"/>
                  </a:lnTo>
                  <a:close/>
                </a:path>
              </a:pathLst>
            </a:custGeom>
          </p:spPr>
        </p:pic>
        <p:sp>
          <p:nvSpPr>
            <p:cNvPr id="47" name="图形 5019"/>
            <p:cNvSpPr/>
            <p:nvPr/>
          </p:nvSpPr>
          <p:spPr>
            <a:xfrm flipH="1">
              <a:off x="10174714" y="5295969"/>
              <a:ext cx="1776285" cy="1562031"/>
            </a:xfrm>
            <a:custGeom>
              <a:avLst/>
              <a:gdLst>
                <a:gd name="connsiteX0" fmla="*/ 1607242 w 2123397"/>
                <a:gd name="connsiteY0" fmla="*/ 0 h 1805631"/>
                <a:gd name="connsiteX1" fmla="*/ 2123398 w 2123397"/>
                <a:gd name="connsiteY1" fmla="*/ 0 h 1805631"/>
                <a:gd name="connsiteX2" fmla="*/ 516156 w 2123397"/>
                <a:gd name="connsiteY2" fmla="*/ 1805631 h 1805631"/>
                <a:gd name="connsiteX3" fmla="*/ 0 w 2123397"/>
                <a:gd name="connsiteY3" fmla="*/ 1805631 h 1805631"/>
                <a:gd name="connsiteX0-1" fmla="*/ 1607242 w 2123398"/>
                <a:gd name="connsiteY0-2" fmla="*/ 0 h 1805631"/>
                <a:gd name="connsiteX1-3" fmla="*/ 2123398 w 2123398"/>
                <a:gd name="connsiteY1-4" fmla="*/ 0 h 1805631"/>
                <a:gd name="connsiteX2-5" fmla="*/ 317052 w 2123398"/>
                <a:gd name="connsiteY2-6" fmla="*/ 1798257 h 1805631"/>
                <a:gd name="connsiteX3-7" fmla="*/ 0 w 2123398"/>
                <a:gd name="connsiteY3-8" fmla="*/ 1805631 h 1805631"/>
                <a:gd name="connsiteX0-9" fmla="*/ 1607242 w 1953791"/>
                <a:gd name="connsiteY0-10" fmla="*/ 7374 h 1813005"/>
                <a:gd name="connsiteX1-11" fmla="*/ 1953791 w 1953791"/>
                <a:gd name="connsiteY1-12" fmla="*/ 0 h 1813005"/>
                <a:gd name="connsiteX2-13" fmla="*/ 317052 w 1953791"/>
                <a:gd name="connsiteY2-14" fmla="*/ 1805631 h 1813005"/>
                <a:gd name="connsiteX3-15" fmla="*/ 0 w 1953791"/>
                <a:gd name="connsiteY3-16" fmla="*/ 1813005 h 1813005"/>
                <a:gd name="connsiteX0-17" fmla="*/ 1607242 w 2005410"/>
                <a:gd name="connsiteY0-18" fmla="*/ 0 h 1805631"/>
                <a:gd name="connsiteX1-19" fmla="*/ 2005410 w 2005410"/>
                <a:gd name="connsiteY1-20" fmla="*/ 0 h 1805631"/>
                <a:gd name="connsiteX2-21" fmla="*/ 317052 w 2005410"/>
                <a:gd name="connsiteY2-22" fmla="*/ 1798257 h 1805631"/>
                <a:gd name="connsiteX3-23" fmla="*/ 0 w 2005410"/>
                <a:gd name="connsiteY3-24" fmla="*/ 1805631 h 1805631"/>
                <a:gd name="connsiteX0-25" fmla="*/ 1607242 w 2005410"/>
                <a:gd name="connsiteY0-26" fmla="*/ 0 h 1805631"/>
                <a:gd name="connsiteX1-27" fmla="*/ 2005410 w 2005410"/>
                <a:gd name="connsiteY1-28" fmla="*/ 0 h 1805631"/>
                <a:gd name="connsiteX2-29" fmla="*/ 319433 w 2005410"/>
                <a:gd name="connsiteY2-30" fmla="*/ 1805400 h 1805631"/>
                <a:gd name="connsiteX3-31" fmla="*/ 0 w 2005410"/>
                <a:gd name="connsiteY3-32" fmla="*/ 1805631 h 1805631"/>
                <a:gd name="connsiteX0-33" fmla="*/ 1654867 w 2053035"/>
                <a:gd name="connsiteY0-34" fmla="*/ 0 h 1805400"/>
                <a:gd name="connsiteX1-35" fmla="*/ 2053035 w 2053035"/>
                <a:gd name="connsiteY1-36" fmla="*/ 0 h 1805400"/>
                <a:gd name="connsiteX2-37" fmla="*/ 367058 w 2053035"/>
                <a:gd name="connsiteY2-38" fmla="*/ 1805400 h 1805400"/>
                <a:gd name="connsiteX3-39" fmla="*/ 0 w 2053035"/>
                <a:gd name="connsiteY3-40" fmla="*/ 1796106 h 1805400"/>
                <a:gd name="connsiteX0-41" fmla="*/ 1654867 w 2053035"/>
                <a:gd name="connsiteY0-42" fmla="*/ 0 h 1805400"/>
                <a:gd name="connsiteX1-43" fmla="*/ 2053035 w 2053035"/>
                <a:gd name="connsiteY1-44" fmla="*/ 0 h 1805400"/>
                <a:gd name="connsiteX2-45" fmla="*/ 367058 w 2053035"/>
                <a:gd name="connsiteY2-46" fmla="*/ 1805400 h 1805400"/>
                <a:gd name="connsiteX3-47" fmla="*/ 0 w 2053035"/>
                <a:gd name="connsiteY3-48" fmla="*/ 1800869 h 180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53033" h="1805400">
                  <a:moveTo>
                    <a:pt x="1654867" y="0"/>
                  </a:moveTo>
                  <a:lnTo>
                    <a:pt x="2053035" y="0"/>
                  </a:lnTo>
                  <a:lnTo>
                    <a:pt x="367058" y="1805400"/>
                  </a:lnTo>
                  <a:lnTo>
                    <a:pt x="0" y="1800869"/>
                  </a:lnTo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3">
                    <a:alpha val="40000"/>
                  </a:schemeClr>
                </a:gs>
              </a:gsLst>
              <a:lin ang="5400000" scaled="1"/>
            </a:gradFill>
            <a:ln w="182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图形 5019"/>
            <p:cNvSpPr/>
            <p:nvPr/>
          </p:nvSpPr>
          <p:spPr>
            <a:xfrm flipH="1">
              <a:off x="10138965" y="5052600"/>
              <a:ext cx="2053035" cy="1805400"/>
            </a:xfrm>
            <a:custGeom>
              <a:avLst/>
              <a:gdLst>
                <a:gd name="connsiteX0" fmla="*/ 1607242 w 2123397"/>
                <a:gd name="connsiteY0" fmla="*/ 0 h 1805631"/>
                <a:gd name="connsiteX1" fmla="*/ 2123398 w 2123397"/>
                <a:gd name="connsiteY1" fmla="*/ 0 h 1805631"/>
                <a:gd name="connsiteX2" fmla="*/ 516156 w 2123397"/>
                <a:gd name="connsiteY2" fmla="*/ 1805631 h 1805631"/>
                <a:gd name="connsiteX3" fmla="*/ 0 w 2123397"/>
                <a:gd name="connsiteY3" fmla="*/ 1805631 h 1805631"/>
                <a:gd name="connsiteX0-1" fmla="*/ 1607242 w 2123398"/>
                <a:gd name="connsiteY0-2" fmla="*/ 0 h 1805631"/>
                <a:gd name="connsiteX1-3" fmla="*/ 2123398 w 2123398"/>
                <a:gd name="connsiteY1-4" fmla="*/ 0 h 1805631"/>
                <a:gd name="connsiteX2-5" fmla="*/ 317052 w 2123398"/>
                <a:gd name="connsiteY2-6" fmla="*/ 1798257 h 1805631"/>
                <a:gd name="connsiteX3-7" fmla="*/ 0 w 2123398"/>
                <a:gd name="connsiteY3-8" fmla="*/ 1805631 h 1805631"/>
                <a:gd name="connsiteX0-9" fmla="*/ 1607242 w 1953791"/>
                <a:gd name="connsiteY0-10" fmla="*/ 7374 h 1813005"/>
                <a:gd name="connsiteX1-11" fmla="*/ 1953791 w 1953791"/>
                <a:gd name="connsiteY1-12" fmla="*/ 0 h 1813005"/>
                <a:gd name="connsiteX2-13" fmla="*/ 317052 w 1953791"/>
                <a:gd name="connsiteY2-14" fmla="*/ 1805631 h 1813005"/>
                <a:gd name="connsiteX3-15" fmla="*/ 0 w 1953791"/>
                <a:gd name="connsiteY3-16" fmla="*/ 1813005 h 1813005"/>
                <a:gd name="connsiteX0-17" fmla="*/ 1607242 w 2005410"/>
                <a:gd name="connsiteY0-18" fmla="*/ 0 h 1805631"/>
                <a:gd name="connsiteX1-19" fmla="*/ 2005410 w 2005410"/>
                <a:gd name="connsiteY1-20" fmla="*/ 0 h 1805631"/>
                <a:gd name="connsiteX2-21" fmla="*/ 317052 w 2005410"/>
                <a:gd name="connsiteY2-22" fmla="*/ 1798257 h 1805631"/>
                <a:gd name="connsiteX3-23" fmla="*/ 0 w 2005410"/>
                <a:gd name="connsiteY3-24" fmla="*/ 1805631 h 1805631"/>
                <a:gd name="connsiteX0-25" fmla="*/ 1607242 w 2005410"/>
                <a:gd name="connsiteY0-26" fmla="*/ 0 h 1805631"/>
                <a:gd name="connsiteX1-27" fmla="*/ 2005410 w 2005410"/>
                <a:gd name="connsiteY1-28" fmla="*/ 0 h 1805631"/>
                <a:gd name="connsiteX2-29" fmla="*/ 319433 w 2005410"/>
                <a:gd name="connsiteY2-30" fmla="*/ 1805400 h 1805631"/>
                <a:gd name="connsiteX3-31" fmla="*/ 0 w 2005410"/>
                <a:gd name="connsiteY3-32" fmla="*/ 1805631 h 1805631"/>
                <a:gd name="connsiteX0-33" fmla="*/ 1654867 w 2053035"/>
                <a:gd name="connsiteY0-34" fmla="*/ 0 h 1805400"/>
                <a:gd name="connsiteX1-35" fmla="*/ 2053035 w 2053035"/>
                <a:gd name="connsiteY1-36" fmla="*/ 0 h 1805400"/>
                <a:gd name="connsiteX2-37" fmla="*/ 367058 w 2053035"/>
                <a:gd name="connsiteY2-38" fmla="*/ 1805400 h 1805400"/>
                <a:gd name="connsiteX3-39" fmla="*/ 0 w 2053035"/>
                <a:gd name="connsiteY3-40" fmla="*/ 1796106 h 1805400"/>
                <a:gd name="connsiteX0-41" fmla="*/ 1654867 w 2053035"/>
                <a:gd name="connsiteY0-42" fmla="*/ 0 h 1805400"/>
                <a:gd name="connsiteX1-43" fmla="*/ 2053035 w 2053035"/>
                <a:gd name="connsiteY1-44" fmla="*/ 0 h 1805400"/>
                <a:gd name="connsiteX2-45" fmla="*/ 367058 w 2053035"/>
                <a:gd name="connsiteY2-46" fmla="*/ 1805400 h 1805400"/>
                <a:gd name="connsiteX3-47" fmla="*/ 0 w 2053035"/>
                <a:gd name="connsiteY3-48" fmla="*/ 1800869 h 180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053033" h="1805400">
                  <a:moveTo>
                    <a:pt x="1654867" y="0"/>
                  </a:moveTo>
                  <a:lnTo>
                    <a:pt x="2053035" y="0"/>
                  </a:lnTo>
                  <a:lnTo>
                    <a:pt x="367058" y="1805400"/>
                  </a:lnTo>
                  <a:lnTo>
                    <a:pt x="0" y="1800869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ln w="1822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8" name="Text1"/>
          <p:cNvSpPr txBox="1"/>
          <p:nvPr>
            <p:custDataLst>
              <p:tags r:id="rId3"/>
            </p:custDataLst>
          </p:nvPr>
        </p:nvSpPr>
        <p:spPr>
          <a:xfrm>
            <a:off x="458470" y="735330"/>
            <a:ext cx="11276330" cy="25387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30" name="Text2"/>
          <p:cNvSpPr txBox="1"/>
          <p:nvPr>
            <p:custDataLst>
              <p:tags r:id="rId4"/>
            </p:custDataLst>
          </p:nvPr>
        </p:nvSpPr>
        <p:spPr>
          <a:xfrm>
            <a:off x="895108" y="3551634"/>
            <a:ext cx="10401784" cy="102830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</a:p>
        </p:txBody>
      </p:sp>
      <p:sp>
        <p:nvSpPr>
          <p:cNvPr id="32" name="Text3"/>
          <p:cNvSpPr txBox="1"/>
          <p:nvPr>
            <p:custDataLst>
              <p:tags r:id="rId5"/>
            </p:custDataLst>
          </p:nvPr>
        </p:nvSpPr>
        <p:spPr>
          <a:xfrm>
            <a:off x="4087222" y="5024480"/>
            <a:ext cx="4179816" cy="44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牟唤增</a:t>
            </a:r>
          </a:p>
        </p:txBody>
      </p:sp>
      <p:sp>
        <p:nvSpPr>
          <p:cNvPr id="49" name="Text4"/>
          <p:cNvSpPr txBox="1"/>
          <p:nvPr>
            <p:custDataLst>
              <p:tags r:id="rId6"/>
            </p:custDataLst>
          </p:nvPr>
        </p:nvSpPr>
        <p:spPr>
          <a:xfrm>
            <a:off x="4087222" y="5511571"/>
            <a:ext cx="4179816" cy="4558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effectLst>
                  <a:outerShdw blurRad="76200" dist="38100" dir="2700000" algn="ctr" rotWithShape="0">
                    <a:schemeClr val="accent1">
                      <a:alpha val="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2024.08.21</a:t>
            </a:r>
          </a:p>
        </p:txBody>
      </p:sp>
    </p:spTree>
    <p:custDataLst>
      <p:custData r:id="rId1"/>
      <p:tags r:id="rId2"/>
    </p:custData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17"/>
  <p:tag name="TAG_PRESENTATION_SCENE" val="normal"/>
  <p:tag name="TAG_PRESENTATION_STYLE" val="商务"/>
  <p:tag name="TAG_PRESENTATION_TEMPLATE" val="{&quot;image&quot;:&quot;https://image.yoojober.com/chatppt/2024-08/3942602de0cf8fefa7d162508fac1437.jpg&quot;,&quot;sub_images&quot;:[],&quot;title&quot;:&quot;树莓派小车创新应用探索&quot;,&quot;style&quot;:&quot;商务&quot;,&quot;template_type&quot;:&quot;矢量&quot;,&quot;isVector&quot;:true,&quot;color&quot;:&quot;青色&quot;,&quot;colorList&quot;:[&quot;#022A26&quot;,&quot;#FFFFFF&quot;,&quot;#FFFFFF&quot;,&quot;#1F2D2B&quot;,&quot;#35CEBA&quot;,&quot;#F8FFAE&quot;,&quot;#72efdd&quot;,&quot;#64dfdf&quot;,&quot;#56cfe1&quot;,&quot;#48bfe3&quot;,&quot;#35CEBA&quot;,&quot;#F8FFAE&quot;],&quot;scene&quot;:&quot;normal&quot;,&quot;group&quot;:&quot;group_7&quot;,&quot;cover_id&quot;:&quot;VwqFqFUhHqaN&quot;,&quot;end_id&quot;:&quot;NkRPQfvFRXTc&quot;,&quot;catalog_id&quot;:&quot;VppMehjHdDYU&quot;,&quot;chapter_id&quot;:&quot;rCyk8uYxXJk9&quot;,&quot;content_ids&quot;:[],&quot;picture_url&quot;:&quot;&quot;,&quot;isuse&quot;:true,&quot;theme_colors&quot;:[],&quot;company&quot;:&quot;&quot;,&quot;logo_left&quot;:false,&quot;logoLight&quot;:&quot;&quot;,&quot;logoDark&quot;:&quot;&quot;,&quot;school&quot;:&quot;&quot;,&quot;isCollect&quot;:false,&quot;data_id&quot;:&quot;36000f4be5e1a71f4458f060c549d8e0&quot;,&quot;userName&quot;:&quot;&quot;,&quot;authorName&quot;:&quot;&quot;}"/>
  <p:tag name="YOO_PPT_THEMETITLE" val="树莓派小车创新应用探索"/>
  <p:tag name="YOO_PPT_THEMEWORD" val="树莓派小车创新应用探索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YOO_CHATPAGE_TYPE" val="YOO_CHATPAGE_COVER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AUTHOR" val="Dusk Emoji2239"/>
  <p:tag name="YOO_CHATSHAPE_TYPE" val="YOO_CHATSHAPE_AUTHO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FORE_SCHEMECOLOR_INDEX_BRIGHTNESS" val="0"/>
  <p:tag name="KSO_WM_UNIT_TEXT_FILL_TYPE" val="1"/>
  <p:tag name="KSO_WM_UNIT_TEXT_SHADOW_SCHEMECOLOR_INDEX" val="6"/>
  <p:tag name="KSO_WM_UNIT_TEXT_SHADOW_SCHEMECOLOR_INDEX_BRIGHTNESS" val="-0.25"/>
  <p:tag name="YOO_CHATSHAPE_TYPE" val="YOO_CHATSHAPE_DA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YOO_CHATPAGE_TYPE" val="YOO_CHATPAGE_CATLOG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1"/>
  <p:tag name="YOO_CHATSHAPE_TYPE" val="YOO_CHATSHAPE_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2"/>
  <p:tag name="YOO_CHATSHAPE_TYPE" val="YOO_CHATSHAPE_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4"/>
  <p:tag name="YOO_CHATSHAPE_TYPE" val="YOO_CHATSHAPE_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ITEM" val="5"/>
  <p:tag name="YOO_CHATSHAPE_TYPE" val="YOO_CHATSHAPE_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YOO_CHAPTER_ID" val="0"/>
  <p:tag name="YOO_CHATPAGE_TYPE" val="YOO_CHATPAGE_CHATPER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PAGE_CHATPER" val="0"/>
  <p:tag name="YOO_CHATSHAPE_TYPE" val="YOO_CHATSHAPE_NU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TAG_CONTENT_TYPE" val="1标题1内容1图"/>
  <p:tag name="YOO_CHAPTER_ID" val="0"/>
  <p:tag name="YOO_CHATPAGE_TYPE" val="YOO_CHATPAGE_CONTENT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  <p:tag name="YOO_SECTION_I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" val="6"/>
  <p:tag name="KSO_WM_UNIT_FILL_FORE_SCHEMECOLOR_INDEX_BRIGHTNESS" val="0.8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ILL_TYPE" val="2"/>
  <p:tag name="KSO_WM_UNIT_LINE_FORE_SCHEMECOLOR_INDEX" val="5"/>
  <p:tag name="KSO_WM_UNIT_LINE_FORE_SCHEMECOLOR_INDEX_BRIGHTNESS" val="0"/>
  <p:tag name="KSO_WM_UNIT_PLACING_PICTURE_USER_VIEWPORT" val="{&quot;height&quot;:7472,&quot;width&quot;:7472}"/>
  <p:tag name="KSO_WM_UNIT_TEXT_FILL_FORE_SCHEMECOLOR_INDEX" val="2"/>
  <p:tag name="KSO_WM_UNIT_TEXT_FILL_FORE_SCHEMECOLOR_INDEX_BRIGHTNESS" val="0"/>
  <p:tag name="KSO_WM_UNIT_TEXT_FILL_TYPE" val="1"/>
  <p:tag name="YOO_CHATSHAPE_TYPE" val="YOO_CHATSHAPE_IMAG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CONTENT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ILL_TYPE" val="2"/>
  <p:tag name="KSO_WM_UNIT_LINE_FORE_SCHEMECOLOR_INDEX" val="6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ILL_TYPE" val="2"/>
  <p:tag name="KSO_WM_UNIT_LINE_FORE_SCHEMECOLOR_INDEX" val="6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ILL_TYPE" val="2"/>
  <p:tag name="KSO_WM_UNIT_LINE_FORE_SCHEMECOLOR_INDEX" val="6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TAG_CONTENT_TYPE" val="1标题1内容1图"/>
  <p:tag name="YOO_CHAPTER_ID" val="0"/>
  <p:tag name="YOO_CHATPAGE_TYPE" val="YOO_CHATPAGE_CONTENT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  <p:tag name="YOO_SECTION_ID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" val="6"/>
  <p:tag name="KSO_WM_UNIT_FILL_FORE_SCHEMECOLOR_INDEX_BRIGHTNESS" val="0.8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ILL_TYPE" val="2"/>
  <p:tag name="KSO_WM_UNIT_LINE_FORE_SCHEMECOLOR_INDEX" val="6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ILL_TYPE" val="2"/>
  <p:tag name="KSO_WM_UNIT_LINE_FORE_SCHEMECOLOR_INDEX" val="6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ILL_TYPE" val="2"/>
  <p:tag name="KSO_WM_UNIT_LINE_FORE_SCHEMECOLOR_INDEX" val="6"/>
  <p:tag name="KSO_WM_UNIT_LINE_FORE_SCHEMECOLOR_INDEX_BRIGHTNESS" val="0.6"/>
  <p:tag name="KSO_WM_UNIT_TEXT_FILL_FORE_SCHEMECOLOR_INDEX" val="2"/>
  <p:tag name="KSO_WM_UNIT_TEXT_FILL_FORE_SCHEMECOLOR_INDEX_BRIGHTNESS" val="0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YOO_CHAPTER_ID" val="1"/>
  <p:tag name="YOO_CHATPAGE_TYPE" val="YOO_CHATPAGE_CHATPER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PAGE_CHATPER" val="1"/>
  <p:tag name="YOO_CHATSHAPE_TYPE" val="YOO_CHATSHAPE_NU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TAG_CONTENT_TYPE" val="1标题1内容1图"/>
  <p:tag name="YOO_CHAPTER_ID" val="1"/>
  <p:tag name="YOO_CHATPAGE_TYPE" val="YOO_CHATPAGE_CONTENT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  <p:tag name="YOO_SECTION_ID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CONTEN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TAG_CONTENT_TYPE" val="1标题1内容1图"/>
  <p:tag name="YOO_CHAPTER_ID" val="1"/>
  <p:tag name="YOO_CHATPAGE_TYPE" val="YOO_CHATPAGE_CONTENT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  <p:tag name="YOO_SECTION_ID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YOO_CHAPTER_ID" val="3"/>
  <p:tag name="YOO_CHATPAGE_TYPE" val="YOO_CHATPAGE_CHATPER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PAGE_CHATPER" val="3"/>
  <p:tag name="YOO_CHATSHAPE_TYPE" val="YOO_CHATSHAPE_NU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TAG_CONTENT_TYPE" val="1标题1内容3图"/>
  <p:tag name="YOO_CHAPTER_ID" val="3"/>
  <p:tag name="YOO_CHATPAGE_TYPE" val="YOO_CHATPAGE_CONTENT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  <p:tag name="YOO_SECTION_ID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CONTEN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YOO_CHAPTER_ID" val="4"/>
  <p:tag name="YOO_CHATPAGE_TYPE" val="YOO_CHATPAGE_CHATPER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PAGE_CHATPER" val="4"/>
  <p:tag name="YOO_CHATSHAPE_TYPE" val="YOO_CHATSHAPE_NU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TAG_CONTENT_TYPE" val="二级大纲3"/>
  <p:tag name="YOO_CHAPTER_ID" val="4"/>
  <p:tag name="YOO_CHATPAGE_TYPE" val="YOO_CHATPAGE_MULTCONTENT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  <p:tag name="YOO_SECTION_ID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GROUPINDEX" val="1"/>
  <p:tag name="YOO_CHATSHAPE_TYPE" val="YOO_CHATSHAPE_CHILDCONTEN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CREATORID" val="AIGC生成内容仅供参考-2024/8/21 13:12:36"/>
  <p:tag name="YOO_CHATPAGE_TYPE" val="YOO_CHATPAGE_END"/>
  <p:tag name="YOO_PROTECTION_DATA" val="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AUTHOR" val="Dusk Emoji2239"/>
  <p:tag name="YOO_CHATSHAPE_TYPE" val="YOO_CHATSHAPE_AUTHO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FORE_SCHEMECOLOR_INDEX_BRIGHTNESS" val="0"/>
  <p:tag name="KSO_WM_UNIT_TEXT_FILL_TYPE" val="1"/>
  <p:tag name="KSO_WM_UNIT_TEXT_SHADOW_SCHEMECOLOR_INDEX" val="6"/>
  <p:tag name="KSO_WM_UNIT_TEXT_SHADOW_SCHEMECOLOR_INDEX_BRIGHTNESS" val="-0.25"/>
  <p:tag name="YOO_CHATSHAPE_TYPE" val="YOO_CHATSHAPE_DATE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22A26"/>
      </a:dk1>
      <a:lt1>
        <a:srgbClr val="FFFFFF"/>
      </a:lt1>
      <a:dk2>
        <a:srgbClr val="FFFFFF"/>
      </a:dk2>
      <a:lt2>
        <a:srgbClr val="1F2D2B"/>
      </a:lt2>
      <a:accent1>
        <a:srgbClr val="35CEBA"/>
      </a:accent1>
      <a:accent2>
        <a:srgbClr val="F8FFAE"/>
      </a:accent2>
      <a:accent3>
        <a:srgbClr val="72EFDD"/>
      </a:accent3>
      <a:accent4>
        <a:srgbClr val="64DFDF"/>
      </a:accent4>
      <a:accent5>
        <a:srgbClr val="56CFE1"/>
      </a:accent5>
      <a:accent6>
        <a:srgbClr val="48BFE3"/>
      </a:accent6>
      <a:hlink>
        <a:srgbClr val="35CEBA"/>
      </a:hlink>
      <a:folHlink>
        <a:srgbClr val="F8FFAE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等线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等线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item1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2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3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4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5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6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7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8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9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10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11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12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13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14.xml><?xml version="1.0" encoding="utf-8"?>
<yoo_protection_data>\u007b\u0022\u0049\u0044\u0022\u003a\u0022\u0066\u0066\u0031\u0039\u0035\u0036\u0065\u0062\u0037\u0031\u0062\u0034\u0034\u0030\u0033\u0033\u0038\u0066\u0030\u0066\u0033\u0030\u0037\u0066\u0030\u0032\u0035\u0065\u0065\u0035\u0063\u0063\u0022\u002c\u0022\u0054\u0069\u006d\u0065\u0022\u003a\u0022\u0032\u0030\u0032\u0034\u002f\u0030\u0038\u002f\u0032\u0031\u0020\u0031\u0033\u003a\u0031\u0032\u003a\u0033\u0036\u0022\u002c\u0022\u0055\u0073\u0065\u0072\u0049\u0044\u0022\u003a\u0022\u0038\u0038\u0038\u0038\u0022\u002c\u0022\u0054\u0065\u0061\u006d\u0049\u0044\u0022\u003a\u0022\u0022\u002c\u0022\u0049\u0073\u0053\u0075\u0070\u0065\u0072\u0056\u0069\u0070\u0022\u003a\u0066\u0061\u006c\u0073\u0065\u002c\u0022\u0050\u0072\u006f\u0074\u0065\u0063\u0074\u0053\u0074\u0061\u0074\u0075\u0073\u0022\u003a\u0031\u007d</yoo_protection_data>
</file>

<file path=customXml/itemProps1.xml><?xml version="1.0" encoding="utf-8"?>
<ds:datastoreItem xmlns:ds="http://schemas.openxmlformats.org/officeDocument/2006/customXml" ds:itemID="{AE2056E2-3F94-45A4-AC0C-EBB4DDA668A4}">
  <ds:schemaRefs/>
</ds:datastoreItem>
</file>

<file path=customXml/itemProps2.xml><?xml version="1.0" encoding="utf-8"?>
<ds:datastoreItem xmlns:ds="http://schemas.openxmlformats.org/officeDocument/2006/customXml" ds:itemID="{E46FBBBC-C32C-443D-AEC8-4A1172CAA075}">
  <ds:schemaRefs/>
</ds:datastoreItem>
</file>

<file path=customXml/itemProps3.xml><?xml version="1.0" encoding="utf-8"?>
<ds:datastoreItem xmlns:ds="http://schemas.openxmlformats.org/officeDocument/2006/customXml" ds:itemID="{70FF7F95-841B-47A3-94A6-8898E23F1536}">
  <ds:schemaRefs/>
</ds:datastoreItem>
</file>

<file path=customXml/itemProps4.xml><?xml version="1.0" encoding="utf-8"?>
<ds:datastoreItem xmlns:ds="http://schemas.openxmlformats.org/officeDocument/2006/customXml" ds:itemID="{9504AA60-78D4-48EB-8626-8AB9E7FDE478}">
  <ds:schemaRefs/>
</ds:datastoreItem>
</file>

<file path=customXml/itemProps5.xml><?xml version="1.0" encoding="utf-8"?>
<ds:datastoreItem xmlns:ds="http://schemas.openxmlformats.org/officeDocument/2006/customXml" ds:itemID="{E7BB15FC-DC38-4586-BEB4-DF4AC2659A7F}">
  <ds:schemaRefs/>
</ds:datastoreItem>
</file>

<file path=customXml/itemProps6.xml><?xml version="1.0" encoding="utf-8"?>
<ds:datastoreItem xmlns:ds="http://schemas.openxmlformats.org/officeDocument/2006/customXml" ds:itemID="{8318B262-DDE5-4E7F-89F4-0FDEC36EE4CB}">
  <ds:schemaRefs/>
</ds:datastoreItem>
</file>

<file path=customXml/itemProps7.xml><?xml version="1.0" encoding="utf-8"?>
<ds:datastoreItem xmlns:ds="http://schemas.openxmlformats.org/officeDocument/2006/customXml" ds:itemID="{0F61ADE0-6006-41AE-B031-A2AE6773F124}">
  <ds:schemaRefs/>
</ds:datastoreItem>
</file>

<file path=customXml/itemProps8.xml><?xml version="1.0" encoding="utf-8"?>
<ds:datastoreItem xmlns:ds="http://schemas.openxmlformats.org/officeDocument/2006/customXml" ds:itemID="{560D344B-3968-4B61-B42B-B94A71080C5C}">
  <ds:schemaRefs/>
</ds:datastoreItem>
</file>

<file path=customXml/itemProps9.xml><?xml version="1.0" encoding="utf-8"?>
<ds:datastoreItem xmlns:ds="http://schemas.openxmlformats.org/officeDocument/2006/customXml" ds:itemID="{CB237506-1901-49F8-AA14-255B7E42DFCC}">
  <ds:schemaRefs/>
</ds:datastoreItem>
</file>

<file path=customXml/itemProps10.xml><?xml version="1.0" encoding="utf-8"?>
<ds:datastoreItem xmlns:ds="http://schemas.openxmlformats.org/officeDocument/2006/customXml" ds:itemID="{50219D98-1F07-4C46-B492-BE3FA0F70BF8}">
  <ds:schemaRefs/>
</ds:datastoreItem>
</file>

<file path=customXml/itemProps11.xml><?xml version="1.0" encoding="utf-8"?>
<ds:datastoreItem xmlns:ds="http://schemas.openxmlformats.org/officeDocument/2006/customXml" ds:itemID="{232569F4-A779-40A5-A9B5-EB116D896187}">
  <ds:schemaRefs/>
</ds:datastoreItem>
</file>

<file path=customXml/itemProps12.xml><?xml version="1.0" encoding="utf-8"?>
<ds:datastoreItem xmlns:ds="http://schemas.openxmlformats.org/officeDocument/2006/customXml" ds:itemID="{7FD23BA3-65D5-4EBF-9640-E4A1F1EDAA03}">
  <ds:schemaRefs/>
</ds:datastoreItem>
</file>

<file path=customXml/itemProps13.xml><?xml version="1.0" encoding="utf-8"?>
<ds:datastoreItem xmlns:ds="http://schemas.openxmlformats.org/officeDocument/2006/customXml" ds:itemID="{009775FF-C399-4BB8-9086-FF5D5F3CC9C0}">
  <ds:schemaRefs/>
</ds:datastoreItem>
</file>

<file path=customXml/itemProps14.xml><?xml version="1.0" encoding="utf-8"?>
<ds:datastoreItem xmlns:ds="http://schemas.openxmlformats.org/officeDocument/2006/customXml" ds:itemID="{1B973C7A-6018-4547-97D7-95F9F0E31E1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628</Words>
  <Application>Microsoft Office PowerPoint</Application>
  <PresentationFormat>宽屏</PresentationFormat>
  <Paragraphs>73</Paragraphs>
  <Slides>13</Slides>
  <Notes>13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keywords>AIGC生成内容仅供参考-2024/8/21 13:12:36</cp:keywords>
  <cp:lastModifiedBy>huanzeng mou</cp:lastModifiedBy>
  <cp:revision>13</cp:revision>
  <cp:lastPrinted>2024-08-21T13:12:17Z</cp:lastPrinted>
  <dcterms:created xsi:type="dcterms:W3CDTF">2024-08-21T05:12:17Z</dcterms:created>
  <dcterms:modified xsi:type="dcterms:W3CDTF">2024-08-21T08:40:27Z</dcterms:modified>
</cp:coreProperties>
</file>